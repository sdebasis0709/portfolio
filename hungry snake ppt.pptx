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3" r:id="rId1"/>
  </p:sldMasterIdLst>
  <p:notesMasterIdLst>
    <p:notesMasterId r:id="rId21"/>
  </p:notesMasterIdLst>
  <p:sldIdLst>
    <p:sldId id="256" r:id="rId2"/>
    <p:sldId id="265" r:id="rId3"/>
    <p:sldId id="257" r:id="rId4"/>
    <p:sldId id="261" r:id="rId5"/>
    <p:sldId id="258" r:id="rId6"/>
    <p:sldId id="314" r:id="rId7"/>
    <p:sldId id="315" r:id="rId8"/>
    <p:sldId id="263" r:id="rId9"/>
    <p:sldId id="262" r:id="rId10"/>
    <p:sldId id="287" r:id="rId11"/>
    <p:sldId id="268" r:id="rId12"/>
    <p:sldId id="317" r:id="rId13"/>
    <p:sldId id="267" r:id="rId14"/>
    <p:sldId id="269" r:id="rId15"/>
    <p:sldId id="270" r:id="rId16"/>
    <p:sldId id="301" r:id="rId17"/>
    <p:sldId id="318" r:id="rId18"/>
    <p:sldId id="278" r:id="rId19"/>
    <p:sldId id="275" r:id="rId20"/>
  </p:sldIdLst>
  <p:sldSz cx="9144000" cy="5143500" type="screen16x9"/>
  <p:notesSz cx="6858000" cy="9144000"/>
  <p:embeddedFontLst>
    <p:embeddedFont>
      <p:font typeface="Saira SemiCondensed ExtraBold" charset="0"/>
      <p:bold r:id="rId22"/>
    </p:embeddedFont>
    <p:embeddedFont>
      <p:font typeface="Sylfaen" pitchFamily="18" charset="0"/>
      <p:regular r:id="rId23"/>
    </p:embeddedFont>
    <p:embeddedFont>
      <p:font typeface="Sora" charset="0"/>
      <p:regular r:id="rId24"/>
      <p:bold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75E82372-90F1-4F06-A532-EA3E4D9C5F76}">
  <a:tblStyle styleId="{75E82372-90F1-4F06-A532-EA3E4D9C5F76}"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0503E6B-CB8F-45FB-BDAE-7598D6768E87}"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88" autoAdjust="0"/>
    <p:restoredTop sz="94624" autoAdjust="0"/>
  </p:normalViewPr>
  <p:slideViewPr>
    <p:cSldViewPr>
      <p:cViewPr varScale="1">
        <p:scale>
          <a:sx n="92" d="100"/>
          <a:sy n="92" d="100"/>
        </p:scale>
        <p:origin x="-756" y="-102"/>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1"/>
        <p:cNvGrpSpPr/>
        <p:nvPr/>
      </p:nvGrpSpPr>
      <p:grpSpPr>
        <a:xfrm>
          <a:off x="0" y="0"/>
          <a:ext cx="0" cy="0"/>
          <a:chOff x="0" y="0"/>
          <a:chExt cx="0" cy="0"/>
        </a:xfrm>
      </p:grpSpPr>
      <p:sp>
        <p:nvSpPr>
          <p:cNvPr id="1382" name="Google Shape;1382;geebc273f4e_0_19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3" name="Google Shape;1383;geebc273f4e_0_19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ea901b647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0" name="Google Shape;690;gea901b647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ea901b6474_0_5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6" name="Google Shape;886;gea901b6474_0_5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eebc273f4e_0_223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eebc273f4e_0_22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ea901b6474_0_5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6" name="Google Shape;886;gea901b6474_0_5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eebc273f4e_0_223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eebc273f4e_0_22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9"/>
        <p:cNvGrpSpPr/>
        <p:nvPr/>
      </p:nvGrpSpPr>
      <p:grpSpPr>
        <a:xfrm>
          <a:off x="0" y="0"/>
          <a:ext cx="0" cy="0"/>
          <a:chOff x="0" y="0"/>
          <a:chExt cx="0" cy="0"/>
        </a:xfrm>
      </p:grpSpPr>
      <p:sp>
        <p:nvSpPr>
          <p:cNvPr id="1290" name="Google Shape;1290;gea901b6474_0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1" name="Google Shape;1291;gea901b6474_0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5"/>
        <p:cNvGrpSpPr/>
        <p:nvPr/>
      </p:nvGrpSpPr>
      <p:grpSpPr>
        <a:xfrm>
          <a:off x="0" y="0"/>
          <a:ext cx="0" cy="0"/>
          <a:chOff x="0" y="0"/>
          <a:chExt cx="0" cy="0"/>
        </a:xfrm>
      </p:grpSpPr>
      <p:sp>
        <p:nvSpPr>
          <p:cNvPr id="1226" name="Google Shape;1226;gea901b6474_0_4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7" name="Google Shape;1227;gea901b6474_0_4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5"/>
        <p:cNvGrpSpPr/>
        <p:nvPr/>
      </p:nvGrpSpPr>
      <p:grpSpPr>
        <a:xfrm>
          <a:off x="0" y="0"/>
          <a:ext cx="0" cy="0"/>
          <a:chOff x="0" y="0"/>
          <a:chExt cx="0" cy="0"/>
        </a:xfrm>
      </p:grpSpPr>
      <p:sp>
        <p:nvSpPr>
          <p:cNvPr id="4406" name="Google Shape;4406;geebc273f4e_0_213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7" name="Google Shape;4407;geebc273f4e_0_213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3"/>
        <p:cNvGrpSpPr/>
        <p:nvPr/>
      </p:nvGrpSpPr>
      <p:grpSpPr>
        <a:xfrm>
          <a:off x="0" y="0"/>
          <a:ext cx="0" cy="0"/>
          <a:chOff x="0" y="0"/>
          <a:chExt cx="0" cy="0"/>
        </a:xfrm>
      </p:grpSpPr>
      <p:sp>
        <p:nvSpPr>
          <p:cNvPr id="1514" name="Google Shape;1514;geebc273f4e_0_19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5" name="Google Shape;1515;geebc273f4e_0_19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3"/>
        <p:cNvGrpSpPr/>
        <p:nvPr/>
      </p:nvGrpSpPr>
      <p:grpSpPr>
        <a:xfrm>
          <a:off x="0" y="0"/>
          <a:ext cx="0" cy="0"/>
          <a:chOff x="0" y="0"/>
          <a:chExt cx="0" cy="0"/>
        </a:xfrm>
      </p:grpSpPr>
      <p:sp>
        <p:nvSpPr>
          <p:cNvPr id="1514" name="Google Shape;1514;geebc273f4e_0_19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5" name="Google Shape;1515;geebc273f4e_0_19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6"/>
        <p:cNvGrpSpPr/>
        <p:nvPr/>
      </p:nvGrpSpPr>
      <p:grpSpPr>
        <a:xfrm>
          <a:off x="0" y="0"/>
          <a:ext cx="0" cy="0"/>
          <a:chOff x="0" y="0"/>
          <a:chExt cx="0" cy="0"/>
        </a:xfrm>
      </p:grpSpPr>
      <p:sp>
        <p:nvSpPr>
          <p:cNvPr id="1467" name="Google Shape;1467;geebc273f4e_0_19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8" name="Google Shape;1468;geebc273f4e_0_19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9"/>
        <p:cNvGrpSpPr/>
        <p:nvPr/>
      </p:nvGrpSpPr>
      <p:grpSpPr>
        <a:xfrm>
          <a:off x="0" y="0"/>
          <a:ext cx="0" cy="0"/>
          <a:chOff x="0" y="0"/>
          <a:chExt cx="0" cy="0"/>
        </a:xfrm>
      </p:grpSpPr>
      <p:sp>
        <p:nvSpPr>
          <p:cNvPr id="1560" name="Google Shape;1560;geebc273f4e_0_19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1" name="Google Shape;1561;geebc273f4e_0_19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6"/>
        <p:cNvGrpSpPr/>
        <p:nvPr/>
      </p:nvGrpSpPr>
      <p:grpSpPr>
        <a:xfrm>
          <a:off x="0" y="0"/>
          <a:ext cx="0" cy="0"/>
          <a:chOff x="0" y="0"/>
          <a:chExt cx="0" cy="0"/>
        </a:xfrm>
      </p:grpSpPr>
      <p:sp>
        <p:nvSpPr>
          <p:cNvPr id="1607" name="Google Shape;1607;geebc273f4e_0_19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8" name="Google Shape;1608;geebc273f4e_0_19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9"/>
        <p:cNvGrpSpPr/>
        <p:nvPr/>
      </p:nvGrpSpPr>
      <p:grpSpPr>
        <a:xfrm>
          <a:off x="0" y="0"/>
          <a:ext cx="0" cy="0"/>
          <a:chOff x="0" y="0"/>
          <a:chExt cx="0" cy="0"/>
        </a:xfrm>
      </p:grpSpPr>
      <p:sp>
        <p:nvSpPr>
          <p:cNvPr id="1560" name="Google Shape;1560;geebc273f4e_0_19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1" name="Google Shape;1561;geebc273f4e_0_19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325" y="415225"/>
            <a:ext cx="5770800" cy="1608300"/>
          </a:xfrm>
          <a:prstGeom prst="rect">
            <a:avLst/>
          </a:prstGeom>
        </p:spPr>
        <p:txBody>
          <a:bodyPr spcFirstLastPara="1" wrap="square" lIns="91425" tIns="91425" rIns="91425" bIns="91425" anchor="t" anchorCtr="0">
            <a:noAutofit/>
          </a:bodyPr>
          <a:lstStyle>
            <a:lvl1pPr lvl="0">
              <a:spcBef>
                <a:spcPts val="0"/>
              </a:spcBef>
              <a:spcAft>
                <a:spcPts val="0"/>
              </a:spcAft>
              <a:buSzPts val="5200"/>
              <a:buNone/>
              <a:defRPr sz="5400">
                <a:latin typeface="Saira SemiCondensed ExtraBold"/>
                <a:ea typeface="Saira SemiCondensed ExtraBold"/>
                <a:cs typeface="Saira SemiCondensed ExtraBold"/>
                <a:sym typeface="Saira SemiCondensed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39325" y="2109200"/>
            <a:ext cx="3882000" cy="279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800"/>
              <a:buNone/>
              <a:defRPr sz="1400">
                <a:latin typeface="Sora"/>
                <a:ea typeface="Sora"/>
                <a:cs typeface="Sora"/>
                <a:sym typeface="Sora"/>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rot="-1799990">
            <a:off x="-621258" y="2601494"/>
            <a:ext cx="3812743" cy="3812743"/>
          </a:xfrm>
          <a:prstGeom prst="lightningBol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9000020">
            <a:off x="7089177" y="-831705"/>
            <a:ext cx="2447629" cy="2447629"/>
          </a:xfrm>
          <a:prstGeom prst="lightningBol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720800" y="2460300"/>
            <a:ext cx="4250400" cy="6849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500">
                <a:solidFill>
                  <a:schemeClr val="accent4"/>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ubTitle" idx="1"/>
          </p:nvPr>
        </p:nvSpPr>
        <p:spPr>
          <a:xfrm>
            <a:off x="720800" y="3426900"/>
            <a:ext cx="4075800" cy="3384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8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3"/>
          <p:cNvSpPr txBox="1">
            <a:spLocks noGrp="1"/>
          </p:cNvSpPr>
          <p:nvPr>
            <p:ph type="title" idx="2" hasCustomPrompt="1"/>
          </p:nvPr>
        </p:nvSpPr>
        <p:spPr>
          <a:xfrm>
            <a:off x="720800" y="1041075"/>
            <a:ext cx="2218200" cy="1190700"/>
          </a:xfrm>
          <a:prstGeom prst="rect">
            <a:avLst/>
          </a:prstGeom>
        </p:spPr>
        <p:txBody>
          <a:bodyPr spcFirstLastPara="1" wrap="square" lIns="91425" tIns="91425" rIns="91425" bIns="91425" anchor="ctr" anchorCtr="0">
            <a:noAutofit/>
          </a:bodyPr>
          <a:lstStyle>
            <a:lvl1pPr lvl="0" rtl="0">
              <a:spcBef>
                <a:spcPts val="0"/>
              </a:spcBef>
              <a:spcAft>
                <a:spcPts val="0"/>
              </a:spcAft>
              <a:buSzPts val="12000"/>
              <a:buNone/>
              <a:defRPr sz="10300"/>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7" name="Google Shape;17;p3"/>
          <p:cNvSpPr/>
          <p:nvPr/>
        </p:nvSpPr>
        <p:spPr>
          <a:xfrm rot="489472" flipH="1">
            <a:off x="2869317" y="-755258"/>
            <a:ext cx="2994906" cy="2994906"/>
          </a:xfrm>
          <a:prstGeom prst="lightningBol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717425" y="388925"/>
            <a:ext cx="7709100" cy="588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3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717425" y="1233417"/>
            <a:ext cx="7709100" cy="34164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accent3"/>
              </a:buClr>
              <a:buSzPts val="1200"/>
              <a:buAutoNum type="arabicPeriod"/>
              <a:defRPr sz="1150"/>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endParaRPr/>
          </a:p>
        </p:txBody>
      </p:sp>
      <p:sp>
        <p:nvSpPr>
          <p:cNvPr id="21" name="Google Shape;21;p4"/>
          <p:cNvSpPr/>
          <p:nvPr/>
        </p:nvSpPr>
        <p:spPr>
          <a:xfrm rot="2351518" flipH="1">
            <a:off x="6547852" y="-948225"/>
            <a:ext cx="3177085" cy="3177085"/>
          </a:xfrm>
          <a:prstGeom prst="lightningBol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2077500" y="1473150"/>
            <a:ext cx="4989000" cy="21972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9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9" name="Google Shape;39;p8"/>
          <p:cNvSpPr/>
          <p:nvPr/>
        </p:nvSpPr>
        <p:spPr>
          <a:xfrm rot="-2026238" flipH="1">
            <a:off x="-994357" y="-231204"/>
            <a:ext cx="3812749" cy="3812749"/>
          </a:xfrm>
          <a:prstGeom prst="lightningBol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8"/>
          <p:cNvSpPr/>
          <p:nvPr/>
        </p:nvSpPr>
        <p:spPr>
          <a:xfrm rot="8743419" flipH="1">
            <a:off x="6546038" y="2014428"/>
            <a:ext cx="3287453" cy="3287483"/>
          </a:xfrm>
          <a:prstGeom prst="lightningBol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0"/>
        <p:cNvGrpSpPr/>
        <p:nvPr/>
      </p:nvGrpSpPr>
      <p:grpSpPr>
        <a:xfrm>
          <a:off x="0" y="0"/>
          <a:ext cx="0" cy="0"/>
          <a:chOff x="0" y="0"/>
          <a:chExt cx="0" cy="0"/>
        </a:xfrm>
      </p:grpSpPr>
      <p:sp>
        <p:nvSpPr>
          <p:cNvPr id="81" name="Google Shape;81;p11"/>
          <p:cNvSpPr txBox="1">
            <a:spLocks noGrp="1"/>
          </p:cNvSpPr>
          <p:nvPr>
            <p:ph type="title" hasCustomPrompt="1"/>
          </p:nvPr>
        </p:nvSpPr>
        <p:spPr>
          <a:xfrm>
            <a:off x="1457250" y="1418250"/>
            <a:ext cx="6229500" cy="172770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0"/>
              <a:buNone/>
              <a:defRPr sz="12000">
                <a:solidFill>
                  <a:schemeClr val="accent4"/>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82" name="Google Shape;82;p11"/>
          <p:cNvSpPr txBox="1">
            <a:spLocks noGrp="1"/>
          </p:cNvSpPr>
          <p:nvPr>
            <p:ph type="body" idx="1"/>
          </p:nvPr>
        </p:nvSpPr>
        <p:spPr>
          <a:xfrm>
            <a:off x="1733550" y="3380825"/>
            <a:ext cx="5676900" cy="427500"/>
          </a:xfrm>
          <a:prstGeom prst="rect">
            <a:avLst/>
          </a:prstGeom>
        </p:spPr>
        <p:txBody>
          <a:bodyPr spcFirstLastPara="1" wrap="square" lIns="91425" tIns="91425" rIns="91425" bIns="91425" anchor="t" anchorCtr="0">
            <a:noAutofit/>
          </a:bodyPr>
          <a:lstStyle>
            <a:lvl1pPr marL="457200" lvl="0" indent="-342900" algn="ctr">
              <a:lnSpc>
                <a:spcPct val="100000"/>
              </a:lnSpc>
              <a:spcBef>
                <a:spcPts val="0"/>
              </a:spcBef>
              <a:spcAft>
                <a:spcPts val="0"/>
              </a:spcAft>
              <a:buSzPts val="1800"/>
              <a:buChar char="●"/>
              <a:defRPr sz="1400"/>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83" name="Google Shape;83;p11"/>
          <p:cNvSpPr/>
          <p:nvPr/>
        </p:nvSpPr>
        <p:spPr>
          <a:xfrm rot="7287602">
            <a:off x="5791338" y="-1419825"/>
            <a:ext cx="3812773" cy="3812773"/>
          </a:xfrm>
          <a:prstGeom prst="lightningBol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1"/>
          <p:cNvSpPr/>
          <p:nvPr/>
        </p:nvSpPr>
        <p:spPr>
          <a:xfrm rot="-3644767">
            <a:off x="-336365" y="3121019"/>
            <a:ext cx="3287425" cy="3287451"/>
          </a:xfrm>
          <a:prstGeom prst="lightningBol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112"/>
        <p:cNvGrpSpPr/>
        <p:nvPr/>
      </p:nvGrpSpPr>
      <p:grpSpPr>
        <a:xfrm>
          <a:off x="0" y="0"/>
          <a:ext cx="0" cy="0"/>
          <a:chOff x="0" y="0"/>
          <a:chExt cx="0" cy="0"/>
        </a:xfrm>
      </p:grpSpPr>
      <p:sp>
        <p:nvSpPr>
          <p:cNvPr id="113" name="Google Shape;113;p14"/>
          <p:cNvSpPr txBox="1">
            <a:spLocks noGrp="1"/>
          </p:cNvSpPr>
          <p:nvPr>
            <p:ph type="title"/>
          </p:nvPr>
        </p:nvSpPr>
        <p:spPr>
          <a:xfrm>
            <a:off x="806500" y="2542575"/>
            <a:ext cx="1947300" cy="5013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2400">
                <a:solidFill>
                  <a:schemeClr val="accent4"/>
                </a:solidFill>
              </a:defRPr>
            </a:lvl1pPr>
            <a:lvl2pPr lvl="1" rtl="0">
              <a:spcBef>
                <a:spcPts val="0"/>
              </a:spcBef>
              <a:spcAft>
                <a:spcPts val="0"/>
              </a:spcAft>
              <a:buSzPts val="2800"/>
              <a:buNone/>
              <a:defRPr>
                <a:latin typeface="Sora"/>
                <a:ea typeface="Sora"/>
                <a:cs typeface="Sora"/>
                <a:sym typeface="Sora"/>
              </a:defRPr>
            </a:lvl2pPr>
            <a:lvl3pPr lvl="2" rtl="0">
              <a:spcBef>
                <a:spcPts val="0"/>
              </a:spcBef>
              <a:spcAft>
                <a:spcPts val="0"/>
              </a:spcAft>
              <a:buSzPts val="2800"/>
              <a:buNone/>
              <a:defRPr>
                <a:latin typeface="Sora"/>
                <a:ea typeface="Sora"/>
                <a:cs typeface="Sora"/>
                <a:sym typeface="Sora"/>
              </a:defRPr>
            </a:lvl3pPr>
            <a:lvl4pPr lvl="3" rtl="0">
              <a:spcBef>
                <a:spcPts val="0"/>
              </a:spcBef>
              <a:spcAft>
                <a:spcPts val="0"/>
              </a:spcAft>
              <a:buSzPts val="2800"/>
              <a:buNone/>
              <a:defRPr>
                <a:latin typeface="Sora"/>
                <a:ea typeface="Sora"/>
                <a:cs typeface="Sora"/>
                <a:sym typeface="Sora"/>
              </a:defRPr>
            </a:lvl4pPr>
            <a:lvl5pPr lvl="4" rtl="0">
              <a:spcBef>
                <a:spcPts val="0"/>
              </a:spcBef>
              <a:spcAft>
                <a:spcPts val="0"/>
              </a:spcAft>
              <a:buSzPts val="2800"/>
              <a:buNone/>
              <a:defRPr>
                <a:latin typeface="Sora"/>
                <a:ea typeface="Sora"/>
                <a:cs typeface="Sora"/>
                <a:sym typeface="Sora"/>
              </a:defRPr>
            </a:lvl5pPr>
            <a:lvl6pPr lvl="5" rtl="0">
              <a:spcBef>
                <a:spcPts val="0"/>
              </a:spcBef>
              <a:spcAft>
                <a:spcPts val="0"/>
              </a:spcAft>
              <a:buSzPts val="2800"/>
              <a:buNone/>
              <a:defRPr>
                <a:latin typeface="Sora"/>
                <a:ea typeface="Sora"/>
                <a:cs typeface="Sora"/>
                <a:sym typeface="Sora"/>
              </a:defRPr>
            </a:lvl6pPr>
            <a:lvl7pPr lvl="6" rtl="0">
              <a:spcBef>
                <a:spcPts val="0"/>
              </a:spcBef>
              <a:spcAft>
                <a:spcPts val="0"/>
              </a:spcAft>
              <a:buSzPts val="2800"/>
              <a:buNone/>
              <a:defRPr>
                <a:latin typeface="Sora"/>
                <a:ea typeface="Sora"/>
                <a:cs typeface="Sora"/>
                <a:sym typeface="Sora"/>
              </a:defRPr>
            </a:lvl7pPr>
            <a:lvl8pPr lvl="7" rtl="0">
              <a:spcBef>
                <a:spcPts val="0"/>
              </a:spcBef>
              <a:spcAft>
                <a:spcPts val="0"/>
              </a:spcAft>
              <a:buSzPts val="2800"/>
              <a:buNone/>
              <a:defRPr>
                <a:latin typeface="Sora"/>
                <a:ea typeface="Sora"/>
                <a:cs typeface="Sora"/>
                <a:sym typeface="Sora"/>
              </a:defRPr>
            </a:lvl8pPr>
            <a:lvl9pPr lvl="8" rtl="0">
              <a:spcBef>
                <a:spcPts val="0"/>
              </a:spcBef>
              <a:spcAft>
                <a:spcPts val="0"/>
              </a:spcAft>
              <a:buSzPts val="2800"/>
              <a:buNone/>
              <a:defRPr>
                <a:latin typeface="Sora"/>
                <a:ea typeface="Sora"/>
                <a:cs typeface="Sora"/>
                <a:sym typeface="Sora"/>
              </a:defRPr>
            </a:lvl9pPr>
          </a:lstStyle>
          <a:p>
            <a:endParaRPr/>
          </a:p>
        </p:txBody>
      </p:sp>
      <p:sp>
        <p:nvSpPr>
          <p:cNvPr id="114" name="Google Shape;114;p14"/>
          <p:cNvSpPr txBox="1">
            <a:spLocks noGrp="1"/>
          </p:cNvSpPr>
          <p:nvPr>
            <p:ph type="subTitle" idx="1"/>
          </p:nvPr>
        </p:nvSpPr>
        <p:spPr>
          <a:xfrm>
            <a:off x="806500" y="3056325"/>
            <a:ext cx="2391000" cy="866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5" name="Google Shape;115;p14"/>
          <p:cNvSpPr txBox="1">
            <a:spLocks noGrp="1"/>
          </p:cNvSpPr>
          <p:nvPr>
            <p:ph type="title" idx="2"/>
          </p:nvPr>
        </p:nvSpPr>
        <p:spPr>
          <a:xfrm>
            <a:off x="3376500" y="2542575"/>
            <a:ext cx="1947300" cy="5013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2400">
                <a:solidFill>
                  <a:schemeClr val="accent4"/>
                </a:solidFill>
              </a:defRPr>
            </a:lvl1pPr>
            <a:lvl2pPr lvl="1" rtl="0">
              <a:spcBef>
                <a:spcPts val="0"/>
              </a:spcBef>
              <a:spcAft>
                <a:spcPts val="0"/>
              </a:spcAft>
              <a:buSzPts val="2800"/>
              <a:buNone/>
              <a:defRPr>
                <a:latin typeface="Sora"/>
                <a:ea typeface="Sora"/>
                <a:cs typeface="Sora"/>
                <a:sym typeface="Sora"/>
              </a:defRPr>
            </a:lvl2pPr>
            <a:lvl3pPr lvl="2" rtl="0">
              <a:spcBef>
                <a:spcPts val="0"/>
              </a:spcBef>
              <a:spcAft>
                <a:spcPts val="0"/>
              </a:spcAft>
              <a:buSzPts val="2800"/>
              <a:buNone/>
              <a:defRPr>
                <a:latin typeface="Sora"/>
                <a:ea typeface="Sora"/>
                <a:cs typeface="Sora"/>
                <a:sym typeface="Sora"/>
              </a:defRPr>
            </a:lvl3pPr>
            <a:lvl4pPr lvl="3" rtl="0">
              <a:spcBef>
                <a:spcPts val="0"/>
              </a:spcBef>
              <a:spcAft>
                <a:spcPts val="0"/>
              </a:spcAft>
              <a:buSzPts val="2800"/>
              <a:buNone/>
              <a:defRPr>
                <a:latin typeface="Sora"/>
                <a:ea typeface="Sora"/>
                <a:cs typeface="Sora"/>
                <a:sym typeface="Sora"/>
              </a:defRPr>
            </a:lvl4pPr>
            <a:lvl5pPr lvl="4" rtl="0">
              <a:spcBef>
                <a:spcPts val="0"/>
              </a:spcBef>
              <a:spcAft>
                <a:spcPts val="0"/>
              </a:spcAft>
              <a:buSzPts val="2800"/>
              <a:buNone/>
              <a:defRPr>
                <a:latin typeface="Sora"/>
                <a:ea typeface="Sora"/>
                <a:cs typeface="Sora"/>
                <a:sym typeface="Sora"/>
              </a:defRPr>
            </a:lvl5pPr>
            <a:lvl6pPr lvl="5" rtl="0">
              <a:spcBef>
                <a:spcPts val="0"/>
              </a:spcBef>
              <a:spcAft>
                <a:spcPts val="0"/>
              </a:spcAft>
              <a:buSzPts val="2800"/>
              <a:buNone/>
              <a:defRPr>
                <a:latin typeface="Sora"/>
                <a:ea typeface="Sora"/>
                <a:cs typeface="Sora"/>
                <a:sym typeface="Sora"/>
              </a:defRPr>
            </a:lvl6pPr>
            <a:lvl7pPr lvl="6" rtl="0">
              <a:spcBef>
                <a:spcPts val="0"/>
              </a:spcBef>
              <a:spcAft>
                <a:spcPts val="0"/>
              </a:spcAft>
              <a:buSzPts val="2800"/>
              <a:buNone/>
              <a:defRPr>
                <a:latin typeface="Sora"/>
                <a:ea typeface="Sora"/>
                <a:cs typeface="Sora"/>
                <a:sym typeface="Sora"/>
              </a:defRPr>
            </a:lvl7pPr>
            <a:lvl8pPr lvl="7" rtl="0">
              <a:spcBef>
                <a:spcPts val="0"/>
              </a:spcBef>
              <a:spcAft>
                <a:spcPts val="0"/>
              </a:spcAft>
              <a:buSzPts val="2800"/>
              <a:buNone/>
              <a:defRPr>
                <a:latin typeface="Sora"/>
                <a:ea typeface="Sora"/>
                <a:cs typeface="Sora"/>
                <a:sym typeface="Sora"/>
              </a:defRPr>
            </a:lvl8pPr>
            <a:lvl9pPr lvl="8" rtl="0">
              <a:spcBef>
                <a:spcPts val="0"/>
              </a:spcBef>
              <a:spcAft>
                <a:spcPts val="0"/>
              </a:spcAft>
              <a:buSzPts val="2800"/>
              <a:buNone/>
              <a:defRPr>
                <a:latin typeface="Sora"/>
                <a:ea typeface="Sora"/>
                <a:cs typeface="Sora"/>
                <a:sym typeface="Sora"/>
              </a:defRPr>
            </a:lvl9pPr>
          </a:lstStyle>
          <a:p>
            <a:endParaRPr/>
          </a:p>
        </p:txBody>
      </p:sp>
      <p:sp>
        <p:nvSpPr>
          <p:cNvPr id="116" name="Google Shape;116;p14"/>
          <p:cNvSpPr txBox="1">
            <a:spLocks noGrp="1"/>
          </p:cNvSpPr>
          <p:nvPr>
            <p:ph type="subTitle" idx="3"/>
          </p:nvPr>
        </p:nvSpPr>
        <p:spPr>
          <a:xfrm>
            <a:off x="3376500" y="3056325"/>
            <a:ext cx="2391000" cy="866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7" name="Google Shape;117;p14"/>
          <p:cNvSpPr txBox="1">
            <a:spLocks noGrp="1"/>
          </p:cNvSpPr>
          <p:nvPr>
            <p:ph type="title" idx="4"/>
          </p:nvPr>
        </p:nvSpPr>
        <p:spPr>
          <a:xfrm>
            <a:off x="5946500" y="2542575"/>
            <a:ext cx="1947300" cy="5013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2400">
                <a:solidFill>
                  <a:schemeClr val="accent4"/>
                </a:solidFill>
              </a:defRPr>
            </a:lvl1pPr>
            <a:lvl2pPr lvl="1" rtl="0">
              <a:spcBef>
                <a:spcPts val="0"/>
              </a:spcBef>
              <a:spcAft>
                <a:spcPts val="0"/>
              </a:spcAft>
              <a:buSzPts val="2800"/>
              <a:buNone/>
              <a:defRPr>
                <a:latin typeface="Sora"/>
                <a:ea typeface="Sora"/>
                <a:cs typeface="Sora"/>
                <a:sym typeface="Sora"/>
              </a:defRPr>
            </a:lvl2pPr>
            <a:lvl3pPr lvl="2" rtl="0">
              <a:spcBef>
                <a:spcPts val="0"/>
              </a:spcBef>
              <a:spcAft>
                <a:spcPts val="0"/>
              </a:spcAft>
              <a:buSzPts val="2800"/>
              <a:buNone/>
              <a:defRPr>
                <a:latin typeface="Sora"/>
                <a:ea typeface="Sora"/>
                <a:cs typeface="Sora"/>
                <a:sym typeface="Sora"/>
              </a:defRPr>
            </a:lvl3pPr>
            <a:lvl4pPr lvl="3" rtl="0">
              <a:spcBef>
                <a:spcPts val="0"/>
              </a:spcBef>
              <a:spcAft>
                <a:spcPts val="0"/>
              </a:spcAft>
              <a:buSzPts val="2800"/>
              <a:buNone/>
              <a:defRPr>
                <a:latin typeface="Sora"/>
                <a:ea typeface="Sora"/>
                <a:cs typeface="Sora"/>
                <a:sym typeface="Sora"/>
              </a:defRPr>
            </a:lvl4pPr>
            <a:lvl5pPr lvl="4" rtl="0">
              <a:spcBef>
                <a:spcPts val="0"/>
              </a:spcBef>
              <a:spcAft>
                <a:spcPts val="0"/>
              </a:spcAft>
              <a:buSzPts val="2800"/>
              <a:buNone/>
              <a:defRPr>
                <a:latin typeface="Sora"/>
                <a:ea typeface="Sora"/>
                <a:cs typeface="Sora"/>
                <a:sym typeface="Sora"/>
              </a:defRPr>
            </a:lvl5pPr>
            <a:lvl6pPr lvl="5" rtl="0">
              <a:spcBef>
                <a:spcPts val="0"/>
              </a:spcBef>
              <a:spcAft>
                <a:spcPts val="0"/>
              </a:spcAft>
              <a:buSzPts val="2800"/>
              <a:buNone/>
              <a:defRPr>
                <a:latin typeface="Sora"/>
                <a:ea typeface="Sora"/>
                <a:cs typeface="Sora"/>
                <a:sym typeface="Sora"/>
              </a:defRPr>
            </a:lvl6pPr>
            <a:lvl7pPr lvl="6" rtl="0">
              <a:spcBef>
                <a:spcPts val="0"/>
              </a:spcBef>
              <a:spcAft>
                <a:spcPts val="0"/>
              </a:spcAft>
              <a:buSzPts val="2800"/>
              <a:buNone/>
              <a:defRPr>
                <a:latin typeface="Sora"/>
                <a:ea typeface="Sora"/>
                <a:cs typeface="Sora"/>
                <a:sym typeface="Sora"/>
              </a:defRPr>
            </a:lvl7pPr>
            <a:lvl8pPr lvl="7" rtl="0">
              <a:spcBef>
                <a:spcPts val="0"/>
              </a:spcBef>
              <a:spcAft>
                <a:spcPts val="0"/>
              </a:spcAft>
              <a:buSzPts val="2800"/>
              <a:buNone/>
              <a:defRPr>
                <a:latin typeface="Sora"/>
                <a:ea typeface="Sora"/>
                <a:cs typeface="Sora"/>
                <a:sym typeface="Sora"/>
              </a:defRPr>
            </a:lvl8pPr>
            <a:lvl9pPr lvl="8" rtl="0">
              <a:spcBef>
                <a:spcPts val="0"/>
              </a:spcBef>
              <a:spcAft>
                <a:spcPts val="0"/>
              </a:spcAft>
              <a:buSzPts val="2800"/>
              <a:buNone/>
              <a:defRPr>
                <a:latin typeface="Sora"/>
                <a:ea typeface="Sora"/>
                <a:cs typeface="Sora"/>
                <a:sym typeface="Sora"/>
              </a:defRPr>
            </a:lvl9pPr>
          </a:lstStyle>
          <a:p>
            <a:endParaRPr/>
          </a:p>
        </p:txBody>
      </p:sp>
      <p:sp>
        <p:nvSpPr>
          <p:cNvPr id="118" name="Google Shape;118;p14"/>
          <p:cNvSpPr txBox="1">
            <a:spLocks noGrp="1"/>
          </p:cNvSpPr>
          <p:nvPr>
            <p:ph type="subTitle" idx="5"/>
          </p:nvPr>
        </p:nvSpPr>
        <p:spPr>
          <a:xfrm>
            <a:off x="5946500" y="3056325"/>
            <a:ext cx="2391000" cy="866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9" name="Google Shape;119;p14"/>
          <p:cNvSpPr txBox="1">
            <a:spLocks noGrp="1"/>
          </p:cNvSpPr>
          <p:nvPr>
            <p:ph type="title" idx="6"/>
          </p:nvPr>
        </p:nvSpPr>
        <p:spPr>
          <a:xfrm>
            <a:off x="717425" y="388925"/>
            <a:ext cx="7709100" cy="588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0" name="Google Shape;120;p14"/>
          <p:cNvSpPr/>
          <p:nvPr/>
        </p:nvSpPr>
        <p:spPr>
          <a:xfrm rot="-379471">
            <a:off x="6137913" y="-979598"/>
            <a:ext cx="3812763" cy="3812763"/>
          </a:xfrm>
          <a:prstGeom prst="lightningBol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4"/>
          <p:cNvSpPr/>
          <p:nvPr/>
        </p:nvSpPr>
        <p:spPr>
          <a:xfrm rot="-3616141">
            <a:off x="-137241" y="3279189"/>
            <a:ext cx="3287398" cy="3287472"/>
          </a:xfrm>
          <a:prstGeom prst="lightningBol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p:cSld name="CUSTOM_3">
    <p:spTree>
      <p:nvGrpSpPr>
        <p:cNvPr id="1" name="Shape 188"/>
        <p:cNvGrpSpPr/>
        <p:nvPr/>
      </p:nvGrpSpPr>
      <p:grpSpPr>
        <a:xfrm>
          <a:off x="0" y="0"/>
          <a:ext cx="0" cy="0"/>
          <a:chOff x="0" y="0"/>
          <a:chExt cx="0" cy="0"/>
        </a:xfrm>
      </p:grpSpPr>
      <p:sp>
        <p:nvSpPr>
          <p:cNvPr id="189" name="Google Shape;189;p21"/>
          <p:cNvSpPr txBox="1">
            <a:spLocks noGrp="1"/>
          </p:cNvSpPr>
          <p:nvPr>
            <p:ph type="title"/>
          </p:nvPr>
        </p:nvSpPr>
        <p:spPr>
          <a:xfrm>
            <a:off x="631625" y="1353740"/>
            <a:ext cx="3805800" cy="5514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500">
                <a:solidFill>
                  <a:schemeClr val="accent4"/>
                </a:solidFill>
              </a:defRPr>
            </a:lvl1pPr>
            <a:lvl2pPr lvl="1" rtl="0">
              <a:spcBef>
                <a:spcPts val="0"/>
              </a:spcBef>
              <a:spcAft>
                <a:spcPts val="0"/>
              </a:spcAft>
              <a:buSzPts val="2800"/>
              <a:buNone/>
              <a:defRPr>
                <a:latin typeface="Sora"/>
                <a:ea typeface="Sora"/>
                <a:cs typeface="Sora"/>
                <a:sym typeface="Sora"/>
              </a:defRPr>
            </a:lvl2pPr>
            <a:lvl3pPr lvl="2" rtl="0">
              <a:spcBef>
                <a:spcPts val="0"/>
              </a:spcBef>
              <a:spcAft>
                <a:spcPts val="0"/>
              </a:spcAft>
              <a:buSzPts val="2800"/>
              <a:buNone/>
              <a:defRPr>
                <a:latin typeface="Sora"/>
                <a:ea typeface="Sora"/>
                <a:cs typeface="Sora"/>
                <a:sym typeface="Sora"/>
              </a:defRPr>
            </a:lvl3pPr>
            <a:lvl4pPr lvl="3" rtl="0">
              <a:spcBef>
                <a:spcPts val="0"/>
              </a:spcBef>
              <a:spcAft>
                <a:spcPts val="0"/>
              </a:spcAft>
              <a:buSzPts val="2800"/>
              <a:buNone/>
              <a:defRPr>
                <a:latin typeface="Sora"/>
                <a:ea typeface="Sora"/>
                <a:cs typeface="Sora"/>
                <a:sym typeface="Sora"/>
              </a:defRPr>
            </a:lvl4pPr>
            <a:lvl5pPr lvl="4" rtl="0">
              <a:spcBef>
                <a:spcPts val="0"/>
              </a:spcBef>
              <a:spcAft>
                <a:spcPts val="0"/>
              </a:spcAft>
              <a:buSzPts val="2800"/>
              <a:buNone/>
              <a:defRPr>
                <a:latin typeface="Sora"/>
                <a:ea typeface="Sora"/>
                <a:cs typeface="Sora"/>
                <a:sym typeface="Sora"/>
              </a:defRPr>
            </a:lvl5pPr>
            <a:lvl6pPr lvl="5" rtl="0">
              <a:spcBef>
                <a:spcPts val="0"/>
              </a:spcBef>
              <a:spcAft>
                <a:spcPts val="0"/>
              </a:spcAft>
              <a:buSzPts val="2800"/>
              <a:buNone/>
              <a:defRPr>
                <a:latin typeface="Sora"/>
                <a:ea typeface="Sora"/>
                <a:cs typeface="Sora"/>
                <a:sym typeface="Sora"/>
              </a:defRPr>
            </a:lvl6pPr>
            <a:lvl7pPr lvl="6" rtl="0">
              <a:spcBef>
                <a:spcPts val="0"/>
              </a:spcBef>
              <a:spcAft>
                <a:spcPts val="0"/>
              </a:spcAft>
              <a:buSzPts val="2800"/>
              <a:buNone/>
              <a:defRPr>
                <a:latin typeface="Sora"/>
                <a:ea typeface="Sora"/>
                <a:cs typeface="Sora"/>
                <a:sym typeface="Sora"/>
              </a:defRPr>
            </a:lvl7pPr>
            <a:lvl8pPr lvl="7" rtl="0">
              <a:spcBef>
                <a:spcPts val="0"/>
              </a:spcBef>
              <a:spcAft>
                <a:spcPts val="0"/>
              </a:spcAft>
              <a:buSzPts val="2800"/>
              <a:buNone/>
              <a:defRPr>
                <a:latin typeface="Sora"/>
                <a:ea typeface="Sora"/>
                <a:cs typeface="Sora"/>
                <a:sym typeface="Sora"/>
              </a:defRPr>
            </a:lvl8pPr>
            <a:lvl9pPr lvl="8" rtl="0">
              <a:spcBef>
                <a:spcPts val="0"/>
              </a:spcBef>
              <a:spcAft>
                <a:spcPts val="0"/>
              </a:spcAft>
              <a:buSzPts val="2800"/>
              <a:buNone/>
              <a:defRPr>
                <a:latin typeface="Sora"/>
                <a:ea typeface="Sora"/>
                <a:cs typeface="Sora"/>
                <a:sym typeface="Sora"/>
              </a:defRPr>
            </a:lvl9pPr>
          </a:lstStyle>
          <a:p>
            <a:endParaRPr/>
          </a:p>
        </p:txBody>
      </p:sp>
      <p:sp>
        <p:nvSpPr>
          <p:cNvPr id="190" name="Google Shape;190;p21"/>
          <p:cNvSpPr txBox="1">
            <a:spLocks noGrp="1"/>
          </p:cNvSpPr>
          <p:nvPr>
            <p:ph type="subTitle" idx="1"/>
          </p:nvPr>
        </p:nvSpPr>
        <p:spPr>
          <a:xfrm>
            <a:off x="631625" y="2379500"/>
            <a:ext cx="4051200" cy="57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1" name="Google Shape;191;p21"/>
          <p:cNvSpPr/>
          <p:nvPr/>
        </p:nvSpPr>
        <p:spPr>
          <a:xfrm rot="-8100000" flipH="1">
            <a:off x="-265481" y="-1847706"/>
            <a:ext cx="3770571" cy="3770571"/>
          </a:xfrm>
          <a:prstGeom prst="lightningBol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1"/>
          <p:cNvSpPr/>
          <p:nvPr/>
        </p:nvSpPr>
        <p:spPr>
          <a:xfrm rot="1799997" flipH="1">
            <a:off x="6385427" y="2928645"/>
            <a:ext cx="3287417" cy="3287464"/>
          </a:xfrm>
          <a:prstGeom prst="lightningBol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1"/>
          <p:cNvSpPr txBox="1">
            <a:spLocks noGrp="1"/>
          </p:cNvSpPr>
          <p:nvPr>
            <p:ph type="body" idx="2"/>
          </p:nvPr>
        </p:nvSpPr>
        <p:spPr>
          <a:xfrm>
            <a:off x="713225" y="3058645"/>
            <a:ext cx="3805800" cy="1395300"/>
          </a:xfrm>
          <a:prstGeom prst="rect">
            <a:avLst/>
          </a:prstGeom>
        </p:spPr>
        <p:txBody>
          <a:bodyPr spcFirstLastPara="1" wrap="square" lIns="91425" tIns="91425" rIns="91425" bIns="91425" anchor="ctr" anchorCtr="0">
            <a:noAutofit/>
          </a:bodyPr>
          <a:lstStyle>
            <a:lvl1pPr marL="457200" lvl="0" indent="-342900" rtl="0">
              <a:lnSpc>
                <a:spcPct val="100000"/>
              </a:lnSpc>
              <a:spcBef>
                <a:spcPts val="0"/>
              </a:spcBef>
              <a:spcAft>
                <a:spcPts val="0"/>
              </a:spcAft>
              <a:buClr>
                <a:schemeClr val="accent1"/>
              </a:buClr>
              <a:buSzPts val="1800"/>
              <a:buFont typeface="Arimo"/>
              <a:buChar char="●"/>
              <a:defRPr sz="1400"/>
            </a:lvl1pPr>
            <a:lvl2pPr marL="914400" lvl="1" indent="-317500" rtl="0">
              <a:spcBef>
                <a:spcPts val="0"/>
              </a:spcBef>
              <a:spcAft>
                <a:spcPts val="0"/>
              </a:spcAft>
              <a:buClr>
                <a:schemeClr val="dk1"/>
              </a:buClr>
              <a:buSzPts val="1400"/>
              <a:buFont typeface="Arimo"/>
              <a:buChar char="○"/>
              <a:defRPr/>
            </a:lvl2pPr>
            <a:lvl3pPr marL="1371600" lvl="2" indent="-317500" rtl="0">
              <a:spcBef>
                <a:spcPts val="0"/>
              </a:spcBef>
              <a:spcAft>
                <a:spcPts val="0"/>
              </a:spcAft>
              <a:buClr>
                <a:schemeClr val="dk1"/>
              </a:buClr>
              <a:buSzPts val="1400"/>
              <a:buFont typeface="Arimo"/>
              <a:buChar char="■"/>
              <a:defRPr/>
            </a:lvl3pPr>
            <a:lvl4pPr marL="1828800" lvl="3" indent="-317500" rtl="0">
              <a:spcBef>
                <a:spcPts val="0"/>
              </a:spcBef>
              <a:spcAft>
                <a:spcPts val="0"/>
              </a:spcAft>
              <a:buClr>
                <a:schemeClr val="dk1"/>
              </a:buClr>
              <a:buSzPts val="1400"/>
              <a:buFont typeface="Arimo"/>
              <a:buChar char="●"/>
              <a:defRPr/>
            </a:lvl4pPr>
            <a:lvl5pPr marL="2286000" lvl="4" indent="-317500" rtl="0">
              <a:spcBef>
                <a:spcPts val="0"/>
              </a:spcBef>
              <a:spcAft>
                <a:spcPts val="0"/>
              </a:spcAft>
              <a:buClr>
                <a:schemeClr val="dk1"/>
              </a:buClr>
              <a:buSzPts val="1400"/>
              <a:buFont typeface="Arimo"/>
              <a:buChar char="○"/>
              <a:defRPr/>
            </a:lvl5pPr>
            <a:lvl6pPr marL="2743200" lvl="5" indent="-317500" rtl="0">
              <a:spcBef>
                <a:spcPts val="0"/>
              </a:spcBef>
              <a:spcAft>
                <a:spcPts val="0"/>
              </a:spcAft>
              <a:buClr>
                <a:schemeClr val="dk1"/>
              </a:buClr>
              <a:buSzPts val="1400"/>
              <a:buFont typeface="Arimo"/>
              <a:buChar char="■"/>
              <a:defRPr/>
            </a:lvl6pPr>
            <a:lvl7pPr marL="3200400" lvl="6" indent="-317500" rtl="0">
              <a:spcBef>
                <a:spcPts val="0"/>
              </a:spcBef>
              <a:spcAft>
                <a:spcPts val="0"/>
              </a:spcAft>
              <a:buClr>
                <a:schemeClr val="dk1"/>
              </a:buClr>
              <a:buSzPts val="1400"/>
              <a:buFont typeface="Arimo"/>
              <a:buChar char="●"/>
              <a:defRPr/>
            </a:lvl7pPr>
            <a:lvl8pPr marL="3657600" lvl="7" indent="-317500" rtl="0">
              <a:spcBef>
                <a:spcPts val="0"/>
              </a:spcBef>
              <a:spcAft>
                <a:spcPts val="0"/>
              </a:spcAft>
              <a:buClr>
                <a:schemeClr val="dk1"/>
              </a:buClr>
              <a:buSzPts val="1400"/>
              <a:buFont typeface="Arimo"/>
              <a:buChar char="○"/>
              <a:defRPr/>
            </a:lvl8pPr>
            <a:lvl9pPr marL="4114800" lvl="8" indent="-317500" rtl="0">
              <a:spcBef>
                <a:spcPts val="0"/>
              </a:spcBef>
              <a:spcAft>
                <a:spcPts val="0"/>
              </a:spcAft>
              <a:buClr>
                <a:schemeClr val="dk1"/>
              </a:buClr>
              <a:buSzPts val="1400"/>
              <a:buFont typeface="Arimo"/>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1">
  <p:cSld name="CUSTOM_3_1">
    <p:spTree>
      <p:nvGrpSpPr>
        <p:cNvPr id="1" name="Shape 194"/>
        <p:cNvGrpSpPr/>
        <p:nvPr/>
      </p:nvGrpSpPr>
      <p:grpSpPr>
        <a:xfrm>
          <a:off x="0" y="0"/>
          <a:ext cx="0" cy="0"/>
          <a:chOff x="0" y="0"/>
          <a:chExt cx="0" cy="0"/>
        </a:xfrm>
      </p:grpSpPr>
      <p:sp>
        <p:nvSpPr>
          <p:cNvPr id="195" name="Google Shape;195;p22"/>
          <p:cNvSpPr txBox="1">
            <a:spLocks noGrp="1"/>
          </p:cNvSpPr>
          <p:nvPr>
            <p:ph type="title"/>
          </p:nvPr>
        </p:nvSpPr>
        <p:spPr>
          <a:xfrm>
            <a:off x="713225" y="1188925"/>
            <a:ext cx="3380400" cy="23409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700"/>
            </a:lvl1pPr>
            <a:lvl2pPr lvl="1" rtl="0">
              <a:spcBef>
                <a:spcPts val="0"/>
              </a:spcBef>
              <a:spcAft>
                <a:spcPts val="0"/>
              </a:spcAft>
              <a:buSzPts val="2800"/>
              <a:buNone/>
              <a:defRPr>
                <a:latin typeface="Sora"/>
                <a:ea typeface="Sora"/>
                <a:cs typeface="Sora"/>
                <a:sym typeface="Sora"/>
              </a:defRPr>
            </a:lvl2pPr>
            <a:lvl3pPr lvl="2" rtl="0">
              <a:spcBef>
                <a:spcPts val="0"/>
              </a:spcBef>
              <a:spcAft>
                <a:spcPts val="0"/>
              </a:spcAft>
              <a:buSzPts val="2800"/>
              <a:buNone/>
              <a:defRPr>
                <a:latin typeface="Sora"/>
                <a:ea typeface="Sora"/>
                <a:cs typeface="Sora"/>
                <a:sym typeface="Sora"/>
              </a:defRPr>
            </a:lvl3pPr>
            <a:lvl4pPr lvl="3" rtl="0">
              <a:spcBef>
                <a:spcPts val="0"/>
              </a:spcBef>
              <a:spcAft>
                <a:spcPts val="0"/>
              </a:spcAft>
              <a:buSzPts val="2800"/>
              <a:buNone/>
              <a:defRPr>
                <a:latin typeface="Sora"/>
                <a:ea typeface="Sora"/>
                <a:cs typeface="Sora"/>
                <a:sym typeface="Sora"/>
              </a:defRPr>
            </a:lvl4pPr>
            <a:lvl5pPr lvl="4" rtl="0">
              <a:spcBef>
                <a:spcPts val="0"/>
              </a:spcBef>
              <a:spcAft>
                <a:spcPts val="0"/>
              </a:spcAft>
              <a:buSzPts val="2800"/>
              <a:buNone/>
              <a:defRPr>
                <a:latin typeface="Sora"/>
                <a:ea typeface="Sora"/>
                <a:cs typeface="Sora"/>
                <a:sym typeface="Sora"/>
              </a:defRPr>
            </a:lvl5pPr>
            <a:lvl6pPr lvl="5" rtl="0">
              <a:spcBef>
                <a:spcPts val="0"/>
              </a:spcBef>
              <a:spcAft>
                <a:spcPts val="0"/>
              </a:spcAft>
              <a:buSzPts val="2800"/>
              <a:buNone/>
              <a:defRPr>
                <a:latin typeface="Sora"/>
                <a:ea typeface="Sora"/>
                <a:cs typeface="Sora"/>
                <a:sym typeface="Sora"/>
              </a:defRPr>
            </a:lvl6pPr>
            <a:lvl7pPr lvl="6" rtl="0">
              <a:spcBef>
                <a:spcPts val="0"/>
              </a:spcBef>
              <a:spcAft>
                <a:spcPts val="0"/>
              </a:spcAft>
              <a:buSzPts val="2800"/>
              <a:buNone/>
              <a:defRPr>
                <a:latin typeface="Sora"/>
                <a:ea typeface="Sora"/>
                <a:cs typeface="Sora"/>
                <a:sym typeface="Sora"/>
              </a:defRPr>
            </a:lvl7pPr>
            <a:lvl8pPr lvl="7" rtl="0">
              <a:spcBef>
                <a:spcPts val="0"/>
              </a:spcBef>
              <a:spcAft>
                <a:spcPts val="0"/>
              </a:spcAft>
              <a:buSzPts val="2800"/>
              <a:buNone/>
              <a:defRPr>
                <a:latin typeface="Sora"/>
                <a:ea typeface="Sora"/>
                <a:cs typeface="Sora"/>
                <a:sym typeface="Sora"/>
              </a:defRPr>
            </a:lvl8pPr>
            <a:lvl9pPr lvl="8" rtl="0">
              <a:spcBef>
                <a:spcPts val="0"/>
              </a:spcBef>
              <a:spcAft>
                <a:spcPts val="0"/>
              </a:spcAft>
              <a:buSzPts val="2800"/>
              <a:buNone/>
              <a:defRPr>
                <a:latin typeface="Sora"/>
                <a:ea typeface="Sora"/>
                <a:cs typeface="Sora"/>
                <a:sym typeface="Sora"/>
              </a:defRPr>
            </a:lvl9pPr>
          </a:lstStyle>
          <a:p>
            <a:endParaRPr/>
          </a:p>
        </p:txBody>
      </p:sp>
      <p:sp>
        <p:nvSpPr>
          <p:cNvPr id="196" name="Google Shape;196;p22"/>
          <p:cNvSpPr txBox="1">
            <a:spLocks noGrp="1"/>
          </p:cNvSpPr>
          <p:nvPr>
            <p:ph type="subTitle" idx="1"/>
          </p:nvPr>
        </p:nvSpPr>
        <p:spPr>
          <a:xfrm>
            <a:off x="713225" y="3627300"/>
            <a:ext cx="3266100" cy="1009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7" name="Google Shape;197;p22"/>
          <p:cNvSpPr/>
          <p:nvPr/>
        </p:nvSpPr>
        <p:spPr>
          <a:xfrm rot="3600003" flipH="1">
            <a:off x="5900483" y="3312922"/>
            <a:ext cx="3287417" cy="3287491"/>
          </a:xfrm>
          <a:prstGeom prst="lightningBol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4">
  <p:cSld name="CUSTOM_9">
    <p:spTree>
      <p:nvGrpSpPr>
        <p:cNvPr id="1" name="Shape 206"/>
        <p:cNvGrpSpPr/>
        <p:nvPr/>
      </p:nvGrpSpPr>
      <p:grpSpPr>
        <a:xfrm>
          <a:off x="0" y="0"/>
          <a:ext cx="0" cy="0"/>
          <a:chOff x="0" y="0"/>
          <a:chExt cx="0" cy="0"/>
        </a:xfrm>
      </p:grpSpPr>
      <p:sp>
        <p:nvSpPr>
          <p:cNvPr id="207" name="Google Shape;207;p25"/>
          <p:cNvSpPr txBox="1">
            <a:spLocks noGrp="1"/>
          </p:cNvSpPr>
          <p:nvPr>
            <p:ph type="title"/>
          </p:nvPr>
        </p:nvSpPr>
        <p:spPr>
          <a:xfrm>
            <a:off x="717425" y="388925"/>
            <a:ext cx="7709100" cy="588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8" name="Google Shape;208;p25"/>
          <p:cNvSpPr txBox="1">
            <a:spLocks noGrp="1"/>
          </p:cNvSpPr>
          <p:nvPr>
            <p:ph type="body" idx="1"/>
          </p:nvPr>
        </p:nvSpPr>
        <p:spPr>
          <a:xfrm>
            <a:off x="717425" y="1524450"/>
            <a:ext cx="4099800" cy="2399400"/>
          </a:xfrm>
          <a:prstGeom prst="rect">
            <a:avLst/>
          </a:prstGeom>
        </p:spPr>
        <p:txBody>
          <a:bodyPr spcFirstLastPara="1" wrap="square" lIns="91425" tIns="91425" rIns="91425" bIns="91425" anchor="ctr" anchorCtr="0">
            <a:noAutofit/>
          </a:bodyPr>
          <a:lstStyle>
            <a:lvl1pPr marL="457200" lvl="0" indent="-342900" rtl="0">
              <a:lnSpc>
                <a:spcPct val="100000"/>
              </a:lnSpc>
              <a:spcBef>
                <a:spcPts val="0"/>
              </a:spcBef>
              <a:spcAft>
                <a:spcPts val="0"/>
              </a:spcAft>
              <a:buClr>
                <a:schemeClr val="accent1"/>
              </a:buClr>
              <a:buSzPts val="1800"/>
              <a:buFont typeface="Arimo"/>
              <a:buChar char="●"/>
              <a:defRPr sz="1400"/>
            </a:lvl1pPr>
            <a:lvl2pPr marL="914400" lvl="1" indent="-317500" rtl="0">
              <a:spcBef>
                <a:spcPts val="0"/>
              </a:spcBef>
              <a:spcAft>
                <a:spcPts val="0"/>
              </a:spcAft>
              <a:buClr>
                <a:schemeClr val="dk1"/>
              </a:buClr>
              <a:buSzPts val="1400"/>
              <a:buFont typeface="Arimo"/>
              <a:buChar char="○"/>
              <a:defRPr/>
            </a:lvl2pPr>
            <a:lvl3pPr marL="1371600" lvl="2" indent="-317500" rtl="0">
              <a:spcBef>
                <a:spcPts val="0"/>
              </a:spcBef>
              <a:spcAft>
                <a:spcPts val="0"/>
              </a:spcAft>
              <a:buClr>
                <a:schemeClr val="dk1"/>
              </a:buClr>
              <a:buSzPts val="1400"/>
              <a:buFont typeface="Arimo"/>
              <a:buChar char="■"/>
              <a:defRPr/>
            </a:lvl3pPr>
            <a:lvl4pPr marL="1828800" lvl="3" indent="-317500" rtl="0">
              <a:spcBef>
                <a:spcPts val="0"/>
              </a:spcBef>
              <a:spcAft>
                <a:spcPts val="0"/>
              </a:spcAft>
              <a:buClr>
                <a:schemeClr val="dk1"/>
              </a:buClr>
              <a:buSzPts val="1400"/>
              <a:buFont typeface="Arimo"/>
              <a:buChar char="●"/>
              <a:defRPr/>
            </a:lvl4pPr>
            <a:lvl5pPr marL="2286000" lvl="4" indent="-317500" rtl="0">
              <a:spcBef>
                <a:spcPts val="0"/>
              </a:spcBef>
              <a:spcAft>
                <a:spcPts val="0"/>
              </a:spcAft>
              <a:buClr>
                <a:schemeClr val="dk1"/>
              </a:buClr>
              <a:buSzPts val="1400"/>
              <a:buFont typeface="Arimo"/>
              <a:buChar char="○"/>
              <a:defRPr/>
            </a:lvl5pPr>
            <a:lvl6pPr marL="2743200" lvl="5" indent="-317500" rtl="0">
              <a:spcBef>
                <a:spcPts val="0"/>
              </a:spcBef>
              <a:spcAft>
                <a:spcPts val="0"/>
              </a:spcAft>
              <a:buClr>
                <a:schemeClr val="dk1"/>
              </a:buClr>
              <a:buSzPts val="1400"/>
              <a:buFont typeface="Arimo"/>
              <a:buChar char="■"/>
              <a:defRPr/>
            </a:lvl6pPr>
            <a:lvl7pPr marL="3200400" lvl="6" indent="-317500" rtl="0">
              <a:spcBef>
                <a:spcPts val="0"/>
              </a:spcBef>
              <a:spcAft>
                <a:spcPts val="0"/>
              </a:spcAft>
              <a:buClr>
                <a:schemeClr val="dk1"/>
              </a:buClr>
              <a:buSzPts val="1400"/>
              <a:buFont typeface="Arimo"/>
              <a:buChar char="●"/>
              <a:defRPr/>
            </a:lvl7pPr>
            <a:lvl8pPr marL="3657600" lvl="7" indent="-317500" rtl="0">
              <a:spcBef>
                <a:spcPts val="0"/>
              </a:spcBef>
              <a:spcAft>
                <a:spcPts val="0"/>
              </a:spcAft>
              <a:buClr>
                <a:schemeClr val="dk1"/>
              </a:buClr>
              <a:buSzPts val="1400"/>
              <a:buFont typeface="Arimo"/>
              <a:buChar char="○"/>
              <a:defRPr/>
            </a:lvl8pPr>
            <a:lvl9pPr marL="4114800" lvl="8" indent="-317500" rtl="0">
              <a:spcBef>
                <a:spcPts val="0"/>
              </a:spcBef>
              <a:spcAft>
                <a:spcPts val="0"/>
              </a:spcAft>
              <a:buClr>
                <a:schemeClr val="dk1"/>
              </a:buClr>
              <a:buSzPts val="1400"/>
              <a:buFont typeface="Arimo"/>
              <a:buChar char="■"/>
              <a:defRPr/>
            </a:lvl9pPr>
          </a:lstStyle>
          <a:p>
            <a:endParaRPr/>
          </a:p>
        </p:txBody>
      </p:sp>
      <p:sp>
        <p:nvSpPr>
          <p:cNvPr id="209" name="Google Shape;209;p25"/>
          <p:cNvSpPr/>
          <p:nvPr/>
        </p:nvSpPr>
        <p:spPr>
          <a:xfrm rot="1799997" flipH="1">
            <a:off x="6537827" y="3081045"/>
            <a:ext cx="3287417" cy="3287464"/>
          </a:xfrm>
          <a:prstGeom prst="lightningBol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and text">
  <p:cSld name="CUSTOM_4">
    <p:spTree>
      <p:nvGrpSpPr>
        <p:cNvPr id="1" name="Shape 210"/>
        <p:cNvGrpSpPr/>
        <p:nvPr/>
      </p:nvGrpSpPr>
      <p:grpSpPr>
        <a:xfrm>
          <a:off x="0" y="0"/>
          <a:ext cx="0" cy="0"/>
          <a:chOff x="0" y="0"/>
          <a:chExt cx="0" cy="0"/>
        </a:xfrm>
      </p:grpSpPr>
      <p:sp>
        <p:nvSpPr>
          <p:cNvPr id="211" name="Google Shape;211;p26"/>
          <p:cNvSpPr txBox="1">
            <a:spLocks noGrp="1"/>
          </p:cNvSpPr>
          <p:nvPr>
            <p:ph type="title" hasCustomPrompt="1"/>
          </p:nvPr>
        </p:nvSpPr>
        <p:spPr>
          <a:xfrm>
            <a:off x="878775" y="498094"/>
            <a:ext cx="1714500" cy="1044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12" name="Google Shape;212;p26"/>
          <p:cNvSpPr txBox="1">
            <a:spLocks noGrp="1"/>
          </p:cNvSpPr>
          <p:nvPr>
            <p:ph type="subTitle" idx="1"/>
          </p:nvPr>
        </p:nvSpPr>
        <p:spPr>
          <a:xfrm>
            <a:off x="531075" y="1536319"/>
            <a:ext cx="2409900" cy="485700"/>
          </a:xfrm>
          <a:prstGeom prst="rect">
            <a:avLst/>
          </a:prstGeom>
        </p:spPr>
        <p:txBody>
          <a:bodyPr spcFirstLastPara="1" wrap="square" lIns="91425" tIns="91425" rIns="91425" bIns="91425" anchor="ctr" anchorCtr="0">
            <a:noAutofit/>
          </a:bodyPr>
          <a:lstStyle>
            <a:lvl1pPr lvl="0" algn="ctr">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26"/>
          <p:cNvSpPr txBox="1">
            <a:spLocks noGrp="1"/>
          </p:cNvSpPr>
          <p:nvPr>
            <p:ph type="title" idx="2" hasCustomPrompt="1"/>
          </p:nvPr>
        </p:nvSpPr>
        <p:spPr>
          <a:xfrm>
            <a:off x="3714750" y="1809788"/>
            <a:ext cx="1714500" cy="1044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14" name="Google Shape;214;p26"/>
          <p:cNvSpPr txBox="1">
            <a:spLocks noGrp="1"/>
          </p:cNvSpPr>
          <p:nvPr>
            <p:ph type="subTitle" idx="3"/>
          </p:nvPr>
        </p:nvSpPr>
        <p:spPr>
          <a:xfrm>
            <a:off x="3367050" y="2848013"/>
            <a:ext cx="2409900" cy="48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5" name="Google Shape;215;p26"/>
          <p:cNvSpPr txBox="1">
            <a:spLocks noGrp="1"/>
          </p:cNvSpPr>
          <p:nvPr>
            <p:ph type="title" idx="4" hasCustomPrompt="1"/>
          </p:nvPr>
        </p:nvSpPr>
        <p:spPr>
          <a:xfrm>
            <a:off x="6550725" y="3121481"/>
            <a:ext cx="1714500" cy="1044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16" name="Google Shape;216;p26"/>
          <p:cNvSpPr txBox="1">
            <a:spLocks noGrp="1"/>
          </p:cNvSpPr>
          <p:nvPr>
            <p:ph type="subTitle" idx="5"/>
          </p:nvPr>
        </p:nvSpPr>
        <p:spPr>
          <a:xfrm>
            <a:off x="6203025" y="4159706"/>
            <a:ext cx="2409900" cy="48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7" name="Google Shape;217;p26"/>
          <p:cNvSpPr/>
          <p:nvPr/>
        </p:nvSpPr>
        <p:spPr>
          <a:xfrm rot="9000010">
            <a:off x="5763960" y="-1246672"/>
            <a:ext cx="3812743" cy="3812743"/>
          </a:xfrm>
          <a:prstGeom prst="lightningBol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6"/>
          <p:cNvSpPr/>
          <p:nvPr/>
        </p:nvSpPr>
        <p:spPr>
          <a:xfrm rot="-1799997">
            <a:off x="-717398" y="2928645"/>
            <a:ext cx="3287417" cy="3287464"/>
          </a:xfrm>
          <a:prstGeom prst="lightningBol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1">
  <p:cSld name="CUSTOM_5">
    <p:spTree>
      <p:nvGrpSpPr>
        <p:cNvPr id="1" name="Shape 234"/>
        <p:cNvGrpSpPr/>
        <p:nvPr/>
      </p:nvGrpSpPr>
      <p:grpSpPr>
        <a:xfrm>
          <a:off x="0" y="0"/>
          <a:ext cx="0" cy="0"/>
          <a:chOff x="0" y="0"/>
          <a:chExt cx="0" cy="0"/>
        </a:xfrm>
      </p:grpSpPr>
      <p:sp>
        <p:nvSpPr>
          <p:cNvPr id="235" name="Google Shape;235;p28"/>
          <p:cNvSpPr txBox="1">
            <a:spLocks noGrp="1"/>
          </p:cNvSpPr>
          <p:nvPr>
            <p:ph type="title"/>
          </p:nvPr>
        </p:nvSpPr>
        <p:spPr>
          <a:xfrm flipH="1">
            <a:off x="4197425" y="2460300"/>
            <a:ext cx="4250400" cy="684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3500">
                <a:solidFill>
                  <a:schemeClr val="accent4"/>
                </a:solidFill>
              </a:defRPr>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236" name="Google Shape;236;p28"/>
          <p:cNvSpPr txBox="1">
            <a:spLocks noGrp="1"/>
          </p:cNvSpPr>
          <p:nvPr>
            <p:ph type="subTitle" idx="1"/>
          </p:nvPr>
        </p:nvSpPr>
        <p:spPr>
          <a:xfrm flipH="1">
            <a:off x="4372025" y="3426900"/>
            <a:ext cx="4075800" cy="338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sz="1400"/>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237" name="Google Shape;237;p28"/>
          <p:cNvSpPr txBox="1">
            <a:spLocks noGrp="1"/>
          </p:cNvSpPr>
          <p:nvPr>
            <p:ph type="title" idx="2" hasCustomPrompt="1"/>
          </p:nvPr>
        </p:nvSpPr>
        <p:spPr>
          <a:xfrm flipH="1">
            <a:off x="6229625" y="1174425"/>
            <a:ext cx="2218200" cy="1190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2000"/>
              <a:buNone/>
              <a:defRPr sz="10300"/>
            </a:lvl1pPr>
            <a:lvl2pPr lvl="1" algn="r" rtl="0">
              <a:spcBef>
                <a:spcPts val="0"/>
              </a:spcBef>
              <a:spcAft>
                <a:spcPts val="0"/>
              </a:spcAft>
              <a:buSzPts val="12000"/>
              <a:buNone/>
              <a:defRPr sz="12000"/>
            </a:lvl2pPr>
            <a:lvl3pPr lvl="2" algn="r" rtl="0">
              <a:spcBef>
                <a:spcPts val="0"/>
              </a:spcBef>
              <a:spcAft>
                <a:spcPts val="0"/>
              </a:spcAft>
              <a:buSzPts val="12000"/>
              <a:buNone/>
              <a:defRPr sz="12000"/>
            </a:lvl3pPr>
            <a:lvl4pPr lvl="3" algn="r" rtl="0">
              <a:spcBef>
                <a:spcPts val="0"/>
              </a:spcBef>
              <a:spcAft>
                <a:spcPts val="0"/>
              </a:spcAft>
              <a:buSzPts val="12000"/>
              <a:buNone/>
              <a:defRPr sz="12000"/>
            </a:lvl4pPr>
            <a:lvl5pPr lvl="4" algn="r" rtl="0">
              <a:spcBef>
                <a:spcPts val="0"/>
              </a:spcBef>
              <a:spcAft>
                <a:spcPts val="0"/>
              </a:spcAft>
              <a:buSzPts val="12000"/>
              <a:buNone/>
              <a:defRPr sz="12000"/>
            </a:lvl5pPr>
            <a:lvl6pPr lvl="5" algn="r" rtl="0">
              <a:spcBef>
                <a:spcPts val="0"/>
              </a:spcBef>
              <a:spcAft>
                <a:spcPts val="0"/>
              </a:spcAft>
              <a:buSzPts val="12000"/>
              <a:buNone/>
              <a:defRPr sz="12000"/>
            </a:lvl6pPr>
            <a:lvl7pPr lvl="6" algn="r" rtl="0">
              <a:spcBef>
                <a:spcPts val="0"/>
              </a:spcBef>
              <a:spcAft>
                <a:spcPts val="0"/>
              </a:spcAft>
              <a:buSzPts val="12000"/>
              <a:buNone/>
              <a:defRPr sz="12000"/>
            </a:lvl7pPr>
            <a:lvl8pPr lvl="7" algn="r" rtl="0">
              <a:spcBef>
                <a:spcPts val="0"/>
              </a:spcBef>
              <a:spcAft>
                <a:spcPts val="0"/>
              </a:spcAft>
              <a:buSzPts val="12000"/>
              <a:buNone/>
              <a:defRPr sz="12000"/>
            </a:lvl8pPr>
            <a:lvl9pPr lvl="8" algn="r" rtl="0">
              <a:spcBef>
                <a:spcPts val="0"/>
              </a:spcBef>
              <a:spcAft>
                <a:spcPts val="0"/>
              </a:spcAft>
              <a:buSzPts val="12000"/>
              <a:buNone/>
              <a:defRPr sz="12000"/>
            </a:lvl9pPr>
          </a:lstStyle>
          <a:p>
            <a:r>
              <a:t>xx%</a:t>
            </a:r>
          </a:p>
        </p:txBody>
      </p:sp>
      <p:sp>
        <p:nvSpPr>
          <p:cNvPr id="238" name="Google Shape;238;p28"/>
          <p:cNvSpPr/>
          <p:nvPr/>
        </p:nvSpPr>
        <p:spPr>
          <a:xfrm rot="-7417684" flipH="1">
            <a:off x="-287063" y="-1324932"/>
            <a:ext cx="3570751" cy="3570751"/>
          </a:xfrm>
          <a:prstGeom prst="lightningBol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8"/>
          <p:cNvSpPr/>
          <p:nvPr/>
        </p:nvSpPr>
        <p:spPr>
          <a:xfrm rot="2700040" flipH="1">
            <a:off x="6166423" y="3141160"/>
            <a:ext cx="3287431" cy="3287470"/>
          </a:xfrm>
          <a:prstGeom prst="lightningBol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4">
  <p:cSld name="CUSTOM_5_1_1_1">
    <p:spTree>
      <p:nvGrpSpPr>
        <p:cNvPr id="1" name="Shape 250"/>
        <p:cNvGrpSpPr/>
        <p:nvPr/>
      </p:nvGrpSpPr>
      <p:grpSpPr>
        <a:xfrm>
          <a:off x="0" y="0"/>
          <a:ext cx="0" cy="0"/>
          <a:chOff x="0" y="0"/>
          <a:chExt cx="0" cy="0"/>
        </a:xfrm>
      </p:grpSpPr>
      <p:sp>
        <p:nvSpPr>
          <p:cNvPr id="251" name="Google Shape;251;p31"/>
          <p:cNvSpPr txBox="1">
            <a:spLocks noGrp="1"/>
          </p:cNvSpPr>
          <p:nvPr>
            <p:ph type="title"/>
          </p:nvPr>
        </p:nvSpPr>
        <p:spPr>
          <a:xfrm flipH="1">
            <a:off x="3568600" y="751150"/>
            <a:ext cx="4250400" cy="5967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500">
                <a:solidFill>
                  <a:schemeClr val="accent4"/>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52" name="Google Shape;252;p31"/>
          <p:cNvSpPr txBox="1">
            <a:spLocks noGrp="1"/>
          </p:cNvSpPr>
          <p:nvPr>
            <p:ph type="subTitle" idx="1"/>
          </p:nvPr>
        </p:nvSpPr>
        <p:spPr>
          <a:xfrm flipH="1">
            <a:off x="3568588" y="1555825"/>
            <a:ext cx="4075800" cy="338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53" name="Google Shape;253;p31"/>
          <p:cNvSpPr txBox="1">
            <a:spLocks noGrp="1"/>
          </p:cNvSpPr>
          <p:nvPr>
            <p:ph type="title" idx="2" hasCustomPrompt="1"/>
          </p:nvPr>
        </p:nvSpPr>
        <p:spPr>
          <a:xfrm flipH="1">
            <a:off x="1325013" y="739800"/>
            <a:ext cx="2218200" cy="1190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103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54" name="Google Shape;254;p31"/>
          <p:cNvSpPr/>
          <p:nvPr/>
        </p:nvSpPr>
        <p:spPr>
          <a:xfrm rot="-8773762">
            <a:off x="-475907" y="2168822"/>
            <a:ext cx="3812749" cy="3812749"/>
          </a:xfrm>
          <a:prstGeom prst="lightningBol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1"/>
          <p:cNvSpPr/>
          <p:nvPr/>
        </p:nvSpPr>
        <p:spPr>
          <a:xfrm rot="8743419" flipH="1">
            <a:off x="6093763" y="2743769"/>
            <a:ext cx="3287453" cy="3287483"/>
          </a:xfrm>
          <a:prstGeom prst="lightningBol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CUSTOM_6">
    <p:spTree>
      <p:nvGrpSpPr>
        <p:cNvPr id="1" name="Shape 262"/>
        <p:cNvGrpSpPr/>
        <p:nvPr/>
      </p:nvGrpSpPr>
      <p:grpSpPr>
        <a:xfrm>
          <a:off x="0" y="0"/>
          <a:ext cx="0" cy="0"/>
          <a:chOff x="0" y="0"/>
          <a:chExt cx="0" cy="0"/>
        </a:xfrm>
      </p:grpSpPr>
      <p:sp>
        <p:nvSpPr>
          <p:cNvPr id="263" name="Google Shape;263;p33"/>
          <p:cNvSpPr txBox="1">
            <a:spLocks noGrp="1"/>
          </p:cNvSpPr>
          <p:nvPr>
            <p:ph type="title"/>
          </p:nvPr>
        </p:nvSpPr>
        <p:spPr>
          <a:xfrm>
            <a:off x="717425" y="388925"/>
            <a:ext cx="7709100" cy="588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4" name="Google Shape;264;p33"/>
          <p:cNvSpPr/>
          <p:nvPr/>
        </p:nvSpPr>
        <p:spPr>
          <a:xfrm rot="-1795176" flipH="1">
            <a:off x="7075320" y="-66879"/>
            <a:ext cx="2829136" cy="2829136"/>
          </a:xfrm>
          <a:prstGeom prst="lightningBol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CUSTOM_6_1">
    <p:spTree>
      <p:nvGrpSpPr>
        <p:cNvPr id="1" name="Shape 265"/>
        <p:cNvGrpSpPr/>
        <p:nvPr/>
      </p:nvGrpSpPr>
      <p:grpSpPr>
        <a:xfrm>
          <a:off x="0" y="0"/>
          <a:ext cx="0" cy="0"/>
          <a:chOff x="0" y="0"/>
          <a:chExt cx="0" cy="0"/>
        </a:xfrm>
      </p:grpSpPr>
      <p:sp>
        <p:nvSpPr>
          <p:cNvPr id="266" name="Google Shape;266;p34"/>
          <p:cNvSpPr txBox="1">
            <a:spLocks noGrp="1"/>
          </p:cNvSpPr>
          <p:nvPr>
            <p:ph type="title"/>
          </p:nvPr>
        </p:nvSpPr>
        <p:spPr>
          <a:xfrm>
            <a:off x="717425" y="388925"/>
            <a:ext cx="7709100" cy="588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7" name="Google Shape;267;p34"/>
          <p:cNvSpPr/>
          <p:nvPr/>
        </p:nvSpPr>
        <p:spPr>
          <a:xfrm rot="3912584" flipH="1">
            <a:off x="6107223" y="-960517"/>
            <a:ext cx="3287411" cy="3287483"/>
          </a:xfrm>
          <a:prstGeom prst="lightningBol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293"/>
        <p:cNvGrpSpPr/>
        <p:nvPr/>
      </p:nvGrpSpPr>
      <p:grpSpPr>
        <a:xfrm>
          <a:off x="0" y="0"/>
          <a:ext cx="0" cy="0"/>
          <a:chOff x="0" y="0"/>
          <a:chExt cx="0" cy="0"/>
        </a:xfrm>
      </p:grpSpPr>
      <p:grpSp>
        <p:nvGrpSpPr>
          <p:cNvPr id="294" name="Google Shape;294;p41"/>
          <p:cNvGrpSpPr/>
          <p:nvPr/>
        </p:nvGrpSpPr>
        <p:grpSpPr>
          <a:xfrm flipH="1">
            <a:off x="574557" y="785625"/>
            <a:ext cx="8174968" cy="4079838"/>
            <a:chOff x="803157" y="785625"/>
            <a:chExt cx="8174968" cy="4079838"/>
          </a:xfrm>
        </p:grpSpPr>
        <p:grpSp>
          <p:nvGrpSpPr>
            <p:cNvPr id="295" name="Google Shape;295;p41"/>
            <p:cNvGrpSpPr/>
            <p:nvPr/>
          </p:nvGrpSpPr>
          <p:grpSpPr>
            <a:xfrm>
              <a:off x="803157" y="4098576"/>
              <a:ext cx="545147" cy="506901"/>
              <a:chOff x="4818730" y="3307263"/>
              <a:chExt cx="1827512" cy="1699300"/>
            </a:xfrm>
          </p:grpSpPr>
          <p:sp>
            <p:nvSpPr>
              <p:cNvPr id="296" name="Google Shape;296;p41"/>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41"/>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41"/>
              <p:cNvSpPr/>
              <p:nvPr/>
            </p:nvSpPr>
            <p:spPr>
              <a:xfrm rot="-2700000">
                <a:off x="5618569" y="3354448"/>
                <a:ext cx="227830" cy="227830"/>
              </a:xfrm>
              <a:prstGeom prst="plus">
                <a:avLst>
                  <a:gd name="adj" fmla="val 39015"/>
                </a:avLst>
              </a:prstGeom>
              <a:solidFill>
                <a:srgbClr val="FFFFFF">
                  <a:alpha val="36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1"/>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41"/>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41"/>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41"/>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41"/>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41"/>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41"/>
              <p:cNvSpPr/>
              <p:nvPr/>
            </p:nvSpPr>
            <p:spPr>
              <a:xfrm rot="-2700000">
                <a:off x="6371227" y="3698723"/>
                <a:ext cx="227830" cy="227830"/>
              </a:xfrm>
              <a:prstGeom prst="plus">
                <a:avLst>
                  <a:gd name="adj" fmla="val 39015"/>
                </a:avLst>
              </a:prstGeom>
              <a:solidFill>
                <a:srgbClr val="FFFFFF">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41"/>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1"/>
              <p:cNvSpPr/>
              <p:nvPr/>
            </p:nvSpPr>
            <p:spPr>
              <a:xfrm rot="-2700000">
                <a:off x="5242240" y="4042998"/>
                <a:ext cx="227830" cy="227830"/>
              </a:xfrm>
              <a:prstGeom prst="plus">
                <a:avLst>
                  <a:gd name="adj" fmla="val 39015"/>
                </a:avLst>
              </a:prstGeom>
              <a:solidFill>
                <a:srgbClr val="FFFFFF">
                  <a:alpha val="33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41"/>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41"/>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41"/>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41"/>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41"/>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41"/>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41"/>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41"/>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41"/>
              <p:cNvSpPr/>
              <p:nvPr/>
            </p:nvSpPr>
            <p:spPr>
              <a:xfrm rot="-2700000">
                <a:off x="4865915" y="4731548"/>
                <a:ext cx="227830" cy="227830"/>
              </a:xfrm>
              <a:prstGeom prst="plus">
                <a:avLst>
                  <a:gd name="adj" fmla="val 39015"/>
                </a:avLst>
              </a:prstGeom>
              <a:solidFill>
                <a:srgbClr val="FFFFFF">
                  <a:alpha val="48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41"/>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41"/>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41"/>
              <p:cNvSpPr/>
              <p:nvPr/>
            </p:nvSpPr>
            <p:spPr>
              <a:xfrm rot="-2700000">
                <a:off x="5994898" y="4731548"/>
                <a:ext cx="227830" cy="227830"/>
              </a:xfrm>
              <a:prstGeom prst="plus">
                <a:avLst>
                  <a:gd name="adj" fmla="val 39015"/>
                </a:avLst>
              </a:pr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1"/>
              <p:cNvSpPr/>
              <p:nvPr/>
            </p:nvSpPr>
            <p:spPr>
              <a:xfrm rot="-2700000">
                <a:off x="6371227" y="4731548"/>
                <a:ext cx="227830" cy="227830"/>
              </a:xfrm>
              <a:prstGeom prst="plus">
                <a:avLst>
                  <a:gd name="adj" fmla="val 39015"/>
                </a:avLst>
              </a:prstGeom>
              <a:solidFill>
                <a:srgbClr val="FFFFFF">
                  <a:alpha val="330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1" name="Google Shape;321;p41"/>
            <p:cNvSpPr/>
            <p:nvPr/>
          </p:nvSpPr>
          <p:spPr>
            <a:xfrm>
              <a:off x="2505525" y="4165475"/>
              <a:ext cx="141300" cy="1413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41"/>
            <p:cNvSpPr/>
            <p:nvPr/>
          </p:nvSpPr>
          <p:spPr>
            <a:xfrm>
              <a:off x="2551425" y="785625"/>
              <a:ext cx="189600" cy="1896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41"/>
            <p:cNvSpPr/>
            <p:nvPr/>
          </p:nvSpPr>
          <p:spPr>
            <a:xfrm>
              <a:off x="8189350" y="851475"/>
              <a:ext cx="189600" cy="1896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4" name="Google Shape;324;p41"/>
            <p:cNvGrpSpPr/>
            <p:nvPr/>
          </p:nvGrpSpPr>
          <p:grpSpPr>
            <a:xfrm rot="-7546048">
              <a:off x="3886452" y="4314969"/>
              <a:ext cx="660231" cy="356756"/>
              <a:chOff x="6755327" y="3818809"/>
              <a:chExt cx="660228" cy="356754"/>
            </a:xfrm>
          </p:grpSpPr>
          <p:sp>
            <p:nvSpPr>
              <p:cNvPr id="325" name="Google Shape;325;p41"/>
              <p:cNvSpPr/>
              <p:nvPr/>
            </p:nvSpPr>
            <p:spPr>
              <a:xfrm rot="-6510132" flipH="1">
                <a:off x="7242777" y="3847741"/>
                <a:ext cx="161656" cy="139836"/>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41"/>
              <p:cNvSpPr/>
              <p:nvPr/>
            </p:nvSpPr>
            <p:spPr>
              <a:xfrm rot="-6510132" flipH="1">
                <a:off x="7084001" y="3900759"/>
                <a:ext cx="161656" cy="139836"/>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41"/>
              <p:cNvSpPr/>
              <p:nvPr/>
            </p:nvSpPr>
            <p:spPr>
              <a:xfrm rot="-6510132" flipH="1">
                <a:off x="6925225" y="3953777"/>
                <a:ext cx="161656" cy="139836"/>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41"/>
              <p:cNvSpPr/>
              <p:nvPr/>
            </p:nvSpPr>
            <p:spPr>
              <a:xfrm rot="-6510132" flipH="1">
                <a:off x="6766450" y="4006795"/>
                <a:ext cx="161656" cy="139836"/>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9" name="Google Shape;329;p41"/>
            <p:cNvSpPr/>
            <p:nvPr/>
          </p:nvSpPr>
          <p:spPr>
            <a:xfrm>
              <a:off x="4829900" y="1784225"/>
              <a:ext cx="141300" cy="1413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41"/>
            <p:cNvSpPr/>
            <p:nvPr/>
          </p:nvSpPr>
          <p:spPr>
            <a:xfrm>
              <a:off x="8788525" y="2613575"/>
              <a:ext cx="189600" cy="1896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1" name="Google Shape;331;p41"/>
          <p:cNvSpPr/>
          <p:nvPr/>
        </p:nvSpPr>
        <p:spPr>
          <a:xfrm rot="-8628331">
            <a:off x="-493777" y="3617392"/>
            <a:ext cx="2591878" cy="2591854"/>
          </a:xfrm>
          <a:prstGeom prst="lightningBol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41"/>
          <p:cNvSpPr/>
          <p:nvPr/>
        </p:nvSpPr>
        <p:spPr>
          <a:xfrm rot="3595944" flipH="1">
            <a:off x="7359195" y="-612379"/>
            <a:ext cx="3139411" cy="3139411"/>
          </a:xfrm>
          <a:prstGeom prst="lightningBol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333"/>
        <p:cNvGrpSpPr/>
        <p:nvPr/>
      </p:nvGrpSpPr>
      <p:grpSpPr>
        <a:xfrm>
          <a:off x="0" y="0"/>
          <a:ext cx="0" cy="0"/>
          <a:chOff x="0" y="0"/>
          <a:chExt cx="0" cy="0"/>
        </a:xfrm>
      </p:grpSpPr>
      <p:grpSp>
        <p:nvGrpSpPr>
          <p:cNvPr id="334" name="Google Shape;334;p42"/>
          <p:cNvGrpSpPr/>
          <p:nvPr/>
        </p:nvGrpSpPr>
        <p:grpSpPr>
          <a:xfrm>
            <a:off x="717425" y="730175"/>
            <a:ext cx="8016856" cy="3964307"/>
            <a:chOff x="717425" y="730175"/>
            <a:chExt cx="8016856" cy="3964307"/>
          </a:xfrm>
        </p:grpSpPr>
        <p:grpSp>
          <p:nvGrpSpPr>
            <p:cNvPr id="335" name="Google Shape;335;p42"/>
            <p:cNvGrpSpPr/>
            <p:nvPr/>
          </p:nvGrpSpPr>
          <p:grpSpPr>
            <a:xfrm rot="-7546048">
              <a:off x="8345722" y="4120268"/>
              <a:ext cx="161701" cy="641985"/>
              <a:chOff x="7004550" y="3676293"/>
              <a:chExt cx="161700" cy="641982"/>
            </a:xfrm>
          </p:grpSpPr>
          <p:sp>
            <p:nvSpPr>
              <p:cNvPr id="336" name="Google Shape;336;p42"/>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42"/>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2"/>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42"/>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0" name="Google Shape;340;p42"/>
            <p:cNvSpPr/>
            <p:nvPr/>
          </p:nvSpPr>
          <p:spPr>
            <a:xfrm>
              <a:off x="6414800" y="10348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2"/>
            <p:cNvSpPr/>
            <p:nvPr/>
          </p:nvSpPr>
          <p:spPr>
            <a:xfrm>
              <a:off x="717425" y="36236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2"/>
            <p:cNvSpPr/>
            <p:nvPr/>
          </p:nvSpPr>
          <p:spPr>
            <a:xfrm>
              <a:off x="7814075" y="27079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42"/>
            <p:cNvSpPr/>
            <p:nvPr/>
          </p:nvSpPr>
          <p:spPr>
            <a:xfrm>
              <a:off x="8264225" y="7301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4" name="Google Shape;344;p42"/>
          <p:cNvSpPr/>
          <p:nvPr/>
        </p:nvSpPr>
        <p:spPr>
          <a:xfrm rot="-1805619">
            <a:off x="-173181" y="-1286635"/>
            <a:ext cx="3812736" cy="3812736"/>
          </a:xfrm>
          <a:prstGeom prst="lightningBol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2">
  <p:cSld name="CUSTOM_8_1_1">
    <p:spTree>
      <p:nvGrpSpPr>
        <p:cNvPr id="1" name="Shape 345"/>
        <p:cNvGrpSpPr/>
        <p:nvPr/>
      </p:nvGrpSpPr>
      <p:grpSpPr>
        <a:xfrm>
          <a:off x="0" y="0"/>
          <a:ext cx="0" cy="0"/>
          <a:chOff x="0" y="0"/>
          <a:chExt cx="0" cy="0"/>
        </a:xfrm>
      </p:grpSpPr>
      <p:grpSp>
        <p:nvGrpSpPr>
          <p:cNvPr id="346" name="Google Shape;346;p43"/>
          <p:cNvGrpSpPr/>
          <p:nvPr/>
        </p:nvGrpSpPr>
        <p:grpSpPr>
          <a:xfrm>
            <a:off x="646775" y="593376"/>
            <a:ext cx="7860143" cy="3984356"/>
            <a:chOff x="646775" y="593376"/>
            <a:chExt cx="7860143" cy="3984356"/>
          </a:xfrm>
        </p:grpSpPr>
        <p:grpSp>
          <p:nvGrpSpPr>
            <p:cNvPr id="347" name="Google Shape;347;p43"/>
            <p:cNvGrpSpPr/>
            <p:nvPr/>
          </p:nvGrpSpPr>
          <p:grpSpPr>
            <a:xfrm flipH="1">
              <a:off x="7805389" y="593376"/>
              <a:ext cx="545147" cy="506901"/>
              <a:chOff x="4818730" y="3307263"/>
              <a:chExt cx="1827512" cy="1699300"/>
            </a:xfrm>
          </p:grpSpPr>
          <p:sp>
            <p:nvSpPr>
              <p:cNvPr id="348" name="Google Shape;348;p43"/>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43"/>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43"/>
              <p:cNvSpPr/>
              <p:nvPr/>
            </p:nvSpPr>
            <p:spPr>
              <a:xfrm rot="-2700000">
                <a:off x="5618569" y="3354448"/>
                <a:ext cx="227830" cy="227830"/>
              </a:xfrm>
              <a:prstGeom prst="plus">
                <a:avLst>
                  <a:gd name="adj" fmla="val 39015"/>
                </a:avLst>
              </a:prstGeom>
              <a:solidFill>
                <a:srgbClr val="FFFFFF">
                  <a:alpha val="36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43"/>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43"/>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3"/>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43"/>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43"/>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3"/>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43"/>
              <p:cNvSpPr/>
              <p:nvPr/>
            </p:nvSpPr>
            <p:spPr>
              <a:xfrm rot="-2700000">
                <a:off x="6371227" y="3698723"/>
                <a:ext cx="227830" cy="227830"/>
              </a:xfrm>
              <a:prstGeom prst="plus">
                <a:avLst>
                  <a:gd name="adj" fmla="val 39015"/>
                </a:avLst>
              </a:prstGeom>
              <a:solidFill>
                <a:srgbClr val="FFFFFF">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43"/>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43"/>
              <p:cNvSpPr/>
              <p:nvPr/>
            </p:nvSpPr>
            <p:spPr>
              <a:xfrm rot="-2700000">
                <a:off x="5242240" y="4042998"/>
                <a:ext cx="227830" cy="227830"/>
              </a:xfrm>
              <a:prstGeom prst="plus">
                <a:avLst>
                  <a:gd name="adj" fmla="val 39015"/>
                </a:avLst>
              </a:prstGeom>
              <a:solidFill>
                <a:srgbClr val="FFFFFF">
                  <a:alpha val="33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43"/>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43"/>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43"/>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3"/>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43"/>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43"/>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43"/>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43"/>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43"/>
              <p:cNvSpPr/>
              <p:nvPr/>
            </p:nvSpPr>
            <p:spPr>
              <a:xfrm rot="-2700000">
                <a:off x="4865915" y="4731548"/>
                <a:ext cx="227830" cy="227830"/>
              </a:xfrm>
              <a:prstGeom prst="plus">
                <a:avLst>
                  <a:gd name="adj" fmla="val 39015"/>
                </a:avLst>
              </a:prstGeom>
              <a:solidFill>
                <a:srgbClr val="FFFFFF">
                  <a:alpha val="48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43"/>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43"/>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43"/>
              <p:cNvSpPr/>
              <p:nvPr/>
            </p:nvSpPr>
            <p:spPr>
              <a:xfrm rot="-2700000">
                <a:off x="5994898" y="4731548"/>
                <a:ext cx="227830" cy="227830"/>
              </a:xfrm>
              <a:prstGeom prst="plus">
                <a:avLst>
                  <a:gd name="adj" fmla="val 39015"/>
                </a:avLst>
              </a:pr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43"/>
              <p:cNvSpPr/>
              <p:nvPr/>
            </p:nvSpPr>
            <p:spPr>
              <a:xfrm rot="-2700000">
                <a:off x="6371227" y="4731548"/>
                <a:ext cx="227830" cy="227830"/>
              </a:xfrm>
              <a:prstGeom prst="plus">
                <a:avLst>
                  <a:gd name="adj" fmla="val 39015"/>
                </a:avLst>
              </a:prstGeom>
              <a:solidFill>
                <a:srgbClr val="FFFFFF">
                  <a:alpha val="330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3" name="Google Shape;373;p43"/>
            <p:cNvGrpSpPr/>
            <p:nvPr/>
          </p:nvGrpSpPr>
          <p:grpSpPr>
            <a:xfrm rot="3253952">
              <a:off x="873633" y="4003518"/>
              <a:ext cx="161701" cy="641985"/>
              <a:chOff x="7004550" y="3676293"/>
              <a:chExt cx="161700" cy="641982"/>
            </a:xfrm>
          </p:grpSpPr>
          <p:sp>
            <p:nvSpPr>
              <p:cNvPr id="374" name="Google Shape;374;p43"/>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43"/>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43"/>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43"/>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8" name="Google Shape;378;p43"/>
            <p:cNvSpPr/>
            <p:nvPr/>
          </p:nvSpPr>
          <p:spPr>
            <a:xfrm flipH="1">
              <a:off x="8365618" y="35017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43"/>
            <p:cNvSpPr/>
            <p:nvPr/>
          </p:nvSpPr>
          <p:spPr>
            <a:xfrm flipH="1">
              <a:off x="3031293" y="1638913"/>
              <a:ext cx="189600" cy="1896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3"/>
            <p:cNvSpPr/>
            <p:nvPr/>
          </p:nvSpPr>
          <p:spPr>
            <a:xfrm flipH="1">
              <a:off x="2138593" y="40985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43"/>
            <p:cNvSpPr/>
            <p:nvPr/>
          </p:nvSpPr>
          <p:spPr>
            <a:xfrm flipH="1">
              <a:off x="6552243" y="37785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2" name="Google Shape;382;p43"/>
          <p:cNvSpPr/>
          <p:nvPr/>
        </p:nvSpPr>
        <p:spPr>
          <a:xfrm rot="-7417684" flipH="1">
            <a:off x="-287063" y="-1324932"/>
            <a:ext cx="3570751" cy="3570751"/>
          </a:xfrm>
          <a:prstGeom prst="lightningBol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43"/>
          <p:cNvSpPr/>
          <p:nvPr/>
        </p:nvSpPr>
        <p:spPr>
          <a:xfrm rot="2700040" flipH="1">
            <a:off x="6166423" y="3141160"/>
            <a:ext cx="3287431" cy="3287470"/>
          </a:xfrm>
          <a:prstGeom prst="lightningBol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3">
  <p:cSld name="CUSTOM_8_1_1_1">
    <p:spTree>
      <p:nvGrpSpPr>
        <p:cNvPr id="1" name="Shape 384"/>
        <p:cNvGrpSpPr/>
        <p:nvPr/>
      </p:nvGrpSpPr>
      <p:grpSpPr>
        <a:xfrm>
          <a:off x="0" y="0"/>
          <a:ext cx="0" cy="0"/>
          <a:chOff x="0" y="0"/>
          <a:chExt cx="0" cy="0"/>
        </a:xfrm>
      </p:grpSpPr>
      <p:sp>
        <p:nvSpPr>
          <p:cNvPr id="385" name="Google Shape;385;p44"/>
          <p:cNvSpPr/>
          <p:nvPr/>
        </p:nvSpPr>
        <p:spPr>
          <a:xfrm rot="-288175" flipH="1">
            <a:off x="282778" y="-1177452"/>
            <a:ext cx="4200506" cy="4200506"/>
          </a:xfrm>
          <a:prstGeom prst="lightningBol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6" name="Google Shape;386;p44"/>
          <p:cNvGrpSpPr/>
          <p:nvPr/>
        </p:nvGrpSpPr>
        <p:grpSpPr>
          <a:xfrm>
            <a:off x="803157" y="718490"/>
            <a:ext cx="7703761" cy="3886987"/>
            <a:chOff x="803157" y="718490"/>
            <a:chExt cx="7703761" cy="3886987"/>
          </a:xfrm>
        </p:grpSpPr>
        <p:grpSp>
          <p:nvGrpSpPr>
            <p:cNvPr id="387" name="Google Shape;387;p44"/>
            <p:cNvGrpSpPr/>
            <p:nvPr/>
          </p:nvGrpSpPr>
          <p:grpSpPr>
            <a:xfrm>
              <a:off x="803157" y="4098576"/>
              <a:ext cx="545147" cy="506901"/>
              <a:chOff x="4818730" y="3307263"/>
              <a:chExt cx="1827512" cy="1699300"/>
            </a:xfrm>
          </p:grpSpPr>
          <p:sp>
            <p:nvSpPr>
              <p:cNvPr id="388" name="Google Shape;388;p44"/>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44"/>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44"/>
              <p:cNvSpPr/>
              <p:nvPr/>
            </p:nvSpPr>
            <p:spPr>
              <a:xfrm rot="-2700000">
                <a:off x="5618569" y="3354448"/>
                <a:ext cx="227830" cy="227830"/>
              </a:xfrm>
              <a:prstGeom prst="plus">
                <a:avLst>
                  <a:gd name="adj" fmla="val 39015"/>
                </a:avLst>
              </a:prstGeom>
              <a:solidFill>
                <a:srgbClr val="FFFFFF">
                  <a:alpha val="36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44"/>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44"/>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4"/>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44"/>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44"/>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44"/>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44"/>
              <p:cNvSpPr/>
              <p:nvPr/>
            </p:nvSpPr>
            <p:spPr>
              <a:xfrm rot="-2700000">
                <a:off x="6371227" y="3698723"/>
                <a:ext cx="227830" cy="227830"/>
              </a:xfrm>
              <a:prstGeom prst="plus">
                <a:avLst>
                  <a:gd name="adj" fmla="val 39015"/>
                </a:avLst>
              </a:prstGeom>
              <a:solidFill>
                <a:srgbClr val="FFFFFF">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44"/>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44"/>
              <p:cNvSpPr/>
              <p:nvPr/>
            </p:nvSpPr>
            <p:spPr>
              <a:xfrm rot="-2700000">
                <a:off x="5242240" y="4042998"/>
                <a:ext cx="227830" cy="227830"/>
              </a:xfrm>
              <a:prstGeom prst="plus">
                <a:avLst>
                  <a:gd name="adj" fmla="val 39015"/>
                </a:avLst>
              </a:prstGeom>
              <a:solidFill>
                <a:srgbClr val="FFFFFF">
                  <a:alpha val="33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44"/>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4"/>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4"/>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4"/>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4"/>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44"/>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44"/>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44"/>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44"/>
              <p:cNvSpPr/>
              <p:nvPr/>
            </p:nvSpPr>
            <p:spPr>
              <a:xfrm rot="-2700000">
                <a:off x="4865915" y="4731548"/>
                <a:ext cx="227830" cy="227830"/>
              </a:xfrm>
              <a:prstGeom prst="plus">
                <a:avLst>
                  <a:gd name="adj" fmla="val 39015"/>
                </a:avLst>
              </a:prstGeom>
              <a:solidFill>
                <a:srgbClr val="FFFFFF">
                  <a:alpha val="48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4"/>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4"/>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44"/>
              <p:cNvSpPr/>
              <p:nvPr/>
            </p:nvSpPr>
            <p:spPr>
              <a:xfrm rot="-2700000">
                <a:off x="5994898" y="4731548"/>
                <a:ext cx="227830" cy="227830"/>
              </a:xfrm>
              <a:prstGeom prst="plus">
                <a:avLst>
                  <a:gd name="adj" fmla="val 39015"/>
                </a:avLst>
              </a:pr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4"/>
              <p:cNvSpPr/>
              <p:nvPr/>
            </p:nvSpPr>
            <p:spPr>
              <a:xfrm rot="-2700000">
                <a:off x="6371227" y="4731548"/>
                <a:ext cx="227830" cy="227830"/>
              </a:xfrm>
              <a:prstGeom prst="plus">
                <a:avLst>
                  <a:gd name="adj" fmla="val 39015"/>
                </a:avLst>
              </a:prstGeom>
              <a:solidFill>
                <a:srgbClr val="FFFFFF">
                  <a:alpha val="330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3" name="Google Shape;413;p44"/>
            <p:cNvGrpSpPr/>
            <p:nvPr/>
          </p:nvGrpSpPr>
          <p:grpSpPr>
            <a:xfrm rot="-7546048">
              <a:off x="8118359" y="650718"/>
              <a:ext cx="161701" cy="641985"/>
              <a:chOff x="7004550" y="3676293"/>
              <a:chExt cx="161700" cy="641982"/>
            </a:xfrm>
          </p:grpSpPr>
          <p:sp>
            <p:nvSpPr>
              <p:cNvPr id="414" name="Google Shape;414;p44"/>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44"/>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44"/>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44"/>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8" name="Google Shape;418;p44"/>
            <p:cNvSpPr/>
            <p:nvPr/>
          </p:nvSpPr>
          <p:spPr>
            <a:xfrm>
              <a:off x="3215825" y="17299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44"/>
            <p:cNvSpPr/>
            <p:nvPr/>
          </p:nvSpPr>
          <p:spPr>
            <a:xfrm>
              <a:off x="2387425" y="36340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44"/>
            <p:cNvSpPr/>
            <p:nvPr/>
          </p:nvSpPr>
          <p:spPr>
            <a:xfrm>
              <a:off x="6950200" y="42572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44"/>
            <p:cNvSpPr/>
            <p:nvPr/>
          </p:nvSpPr>
          <p:spPr>
            <a:xfrm>
              <a:off x="8206925" y="30887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2" name="Google Shape;422;p44"/>
          <p:cNvSpPr/>
          <p:nvPr/>
        </p:nvSpPr>
        <p:spPr>
          <a:xfrm rot="10584227" flipH="1">
            <a:off x="5982502" y="3284721"/>
            <a:ext cx="3068274" cy="3068223"/>
          </a:xfrm>
          <a:prstGeom prst="lightningBol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241454"/>
            </a:gs>
            <a:gs pos="100000">
              <a:srgbClr val="4E2CB3"/>
            </a:gs>
          </a:gsLst>
          <a:lin ang="5400700"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6"/>
              </a:buClr>
              <a:buSzPts val="2800"/>
              <a:buFont typeface="Saira SemiCondensed ExtraBold"/>
              <a:buNone/>
              <a:defRPr sz="2800">
                <a:solidFill>
                  <a:schemeClr val="accent6"/>
                </a:solidFill>
                <a:latin typeface="Saira SemiCondensed ExtraBold"/>
                <a:ea typeface="Saira SemiCondensed ExtraBold"/>
                <a:cs typeface="Saira SemiCondensed ExtraBold"/>
                <a:sym typeface="Saira SemiCondensed ExtraBold"/>
              </a:defRPr>
            </a:lvl1pPr>
            <a:lvl2pPr lvl="1">
              <a:spcBef>
                <a:spcPts val="0"/>
              </a:spcBef>
              <a:spcAft>
                <a:spcPts val="0"/>
              </a:spcAft>
              <a:buClr>
                <a:schemeClr val="accent6"/>
              </a:buClr>
              <a:buSzPts val="2800"/>
              <a:buFont typeface="Saira SemiCondensed ExtraBold"/>
              <a:buNone/>
              <a:defRPr sz="2800">
                <a:solidFill>
                  <a:schemeClr val="accent6"/>
                </a:solidFill>
                <a:latin typeface="Saira SemiCondensed ExtraBold"/>
                <a:ea typeface="Saira SemiCondensed ExtraBold"/>
                <a:cs typeface="Saira SemiCondensed ExtraBold"/>
                <a:sym typeface="Saira SemiCondensed ExtraBold"/>
              </a:defRPr>
            </a:lvl2pPr>
            <a:lvl3pPr lvl="2">
              <a:spcBef>
                <a:spcPts val="0"/>
              </a:spcBef>
              <a:spcAft>
                <a:spcPts val="0"/>
              </a:spcAft>
              <a:buClr>
                <a:schemeClr val="accent6"/>
              </a:buClr>
              <a:buSzPts val="2800"/>
              <a:buFont typeface="Saira SemiCondensed ExtraBold"/>
              <a:buNone/>
              <a:defRPr sz="2800">
                <a:solidFill>
                  <a:schemeClr val="accent6"/>
                </a:solidFill>
                <a:latin typeface="Saira SemiCondensed ExtraBold"/>
                <a:ea typeface="Saira SemiCondensed ExtraBold"/>
                <a:cs typeface="Saira SemiCondensed ExtraBold"/>
                <a:sym typeface="Saira SemiCondensed ExtraBold"/>
              </a:defRPr>
            </a:lvl3pPr>
            <a:lvl4pPr lvl="3">
              <a:spcBef>
                <a:spcPts val="0"/>
              </a:spcBef>
              <a:spcAft>
                <a:spcPts val="0"/>
              </a:spcAft>
              <a:buClr>
                <a:schemeClr val="accent6"/>
              </a:buClr>
              <a:buSzPts val="2800"/>
              <a:buFont typeface="Saira SemiCondensed ExtraBold"/>
              <a:buNone/>
              <a:defRPr sz="2800">
                <a:solidFill>
                  <a:schemeClr val="accent6"/>
                </a:solidFill>
                <a:latin typeface="Saira SemiCondensed ExtraBold"/>
                <a:ea typeface="Saira SemiCondensed ExtraBold"/>
                <a:cs typeface="Saira SemiCondensed ExtraBold"/>
                <a:sym typeface="Saira SemiCondensed ExtraBold"/>
              </a:defRPr>
            </a:lvl4pPr>
            <a:lvl5pPr lvl="4">
              <a:spcBef>
                <a:spcPts val="0"/>
              </a:spcBef>
              <a:spcAft>
                <a:spcPts val="0"/>
              </a:spcAft>
              <a:buClr>
                <a:schemeClr val="accent6"/>
              </a:buClr>
              <a:buSzPts val="2800"/>
              <a:buFont typeface="Saira SemiCondensed ExtraBold"/>
              <a:buNone/>
              <a:defRPr sz="2800">
                <a:solidFill>
                  <a:schemeClr val="accent6"/>
                </a:solidFill>
                <a:latin typeface="Saira SemiCondensed ExtraBold"/>
                <a:ea typeface="Saira SemiCondensed ExtraBold"/>
                <a:cs typeface="Saira SemiCondensed ExtraBold"/>
                <a:sym typeface="Saira SemiCondensed ExtraBold"/>
              </a:defRPr>
            </a:lvl5pPr>
            <a:lvl6pPr lvl="5">
              <a:spcBef>
                <a:spcPts val="0"/>
              </a:spcBef>
              <a:spcAft>
                <a:spcPts val="0"/>
              </a:spcAft>
              <a:buClr>
                <a:schemeClr val="accent6"/>
              </a:buClr>
              <a:buSzPts val="2800"/>
              <a:buFont typeface="Saira SemiCondensed ExtraBold"/>
              <a:buNone/>
              <a:defRPr sz="2800">
                <a:solidFill>
                  <a:schemeClr val="accent6"/>
                </a:solidFill>
                <a:latin typeface="Saira SemiCondensed ExtraBold"/>
                <a:ea typeface="Saira SemiCondensed ExtraBold"/>
                <a:cs typeface="Saira SemiCondensed ExtraBold"/>
                <a:sym typeface="Saira SemiCondensed ExtraBold"/>
              </a:defRPr>
            </a:lvl6pPr>
            <a:lvl7pPr lvl="6">
              <a:spcBef>
                <a:spcPts val="0"/>
              </a:spcBef>
              <a:spcAft>
                <a:spcPts val="0"/>
              </a:spcAft>
              <a:buClr>
                <a:schemeClr val="accent6"/>
              </a:buClr>
              <a:buSzPts val="2800"/>
              <a:buFont typeface="Saira SemiCondensed ExtraBold"/>
              <a:buNone/>
              <a:defRPr sz="2800">
                <a:solidFill>
                  <a:schemeClr val="accent6"/>
                </a:solidFill>
                <a:latin typeface="Saira SemiCondensed ExtraBold"/>
                <a:ea typeface="Saira SemiCondensed ExtraBold"/>
                <a:cs typeface="Saira SemiCondensed ExtraBold"/>
                <a:sym typeface="Saira SemiCondensed ExtraBold"/>
              </a:defRPr>
            </a:lvl7pPr>
            <a:lvl8pPr lvl="7">
              <a:spcBef>
                <a:spcPts val="0"/>
              </a:spcBef>
              <a:spcAft>
                <a:spcPts val="0"/>
              </a:spcAft>
              <a:buClr>
                <a:schemeClr val="accent6"/>
              </a:buClr>
              <a:buSzPts val="2800"/>
              <a:buFont typeface="Saira SemiCondensed ExtraBold"/>
              <a:buNone/>
              <a:defRPr sz="2800">
                <a:solidFill>
                  <a:schemeClr val="accent6"/>
                </a:solidFill>
                <a:latin typeface="Saira SemiCondensed ExtraBold"/>
                <a:ea typeface="Saira SemiCondensed ExtraBold"/>
                <a:cs typeface="Saira SemiCondensed ExtraBold"/>
                <a:sym typeface="Saira SemiCondensed ExtraBold"/>
              </a:defRPr>
            </a:lvl8pPr>
            <a:lvl9pPr lvl="8">
              <a:spcBef>
                <a:spcPts val="0"/>
              </a:spcBef>
              <a:spcAft>
                <a:spcPts val="0"/>
              </a:spcAft>
              <a:buClr>
                <a:schemeClr val="accent6"/>
              </a:buClr>
              <a:buSzPts val="2800"/>
              <a:buFont typeface="Saira SemiCondensed ExtraBold"/>
              <a:buNone/>
              <a:defRPr sz="2800">
                <a:solidFill>
                  <a:schemeClr val="accent6"/>
                </a:solidFill>
                <a:latin typeface="Saira SemiCondensed ExtraBold"/>
                <a:ea typeface="Saira SemiCondensed ExtraBold"/>
                <a:cs typeface="Saira SemiCondensed ExtraBold"/>
                <a:sym typeface="Saira SemiCondensed ExtraBo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accent6"/>
              </a:buClr>
              <a:buSzPts val="1800"/>
              <a:buFont typeface="Sora"/>
              <a:buChar char="●"/>
              <a:defRPr sz="1800">
                <a:solidFill>
                  <a:schemeClr val="accent6"/>
                </a:solidFill>
                <a:latin typeface="Sora"/>
                <a:ea typeface="Sora"/>
                <a:cs typeface="Sora"/>
                <a:sym typeface="Sora"/>
              </a:defRPr>
            </a:lvl1pPr>
            <a:lvl2pPr marL="914400" lvl="1" indent="-317500">
              <a:lnSpc>
                <a:spcPct val="115000"/>
              </a:lnSpc>
              <a:spcBef>
                <a:spcPts val="0"/>
              </a:spcBef>
              <a:spcAft>
                <a:spcPts val="0"/>
              </a:spcAft>
              <a:buClr>
                <a:schemeClr val="accent6"/>
              </a:buClr>
              <a:buSzPts val="1400"/>
              <a:buFont typeface="Sora"/>
              <a:buChar char="○"/>
              <a:defRPr>
                <a:solidFill>
                  <a:schemeClr val="accent6"/>
                </a:solidFill>
                <a:latin typeface="Sora"/>
                <a:ea typeface="Sora"/>
                <a:cs typeface="Sora"/>
                <a:sym typeface="Sora"/>
              </a:defRPr>
            </a:lvl2pPr>
            <a:lvl3pPr marL="1371600" lvl="2" indent="-317500">
              <a:lnSpc>
                <a:spcPct val="115000"/>
              </a:lnSpc>
              <a:spcBef>
                <a:spcPts val="0"/>
              </a:spcBef>
              <a:spcAft>
                <a:spcPts val="0"/>
              </a:spcAft>
              <a:buClr>
                <a:schemeClr val="accent6"/>
              </a:buClr>
              <a:buSzPts val="1400"/>
              <a:buFont typeface="Sora"/>
              <a:buChar char="■"/>
              <a:defRPr>
                <a:solidFill>
                  <a:schemeClr val="accent6"/>
                </a:solidFill>
                <a:latin typeface="Sora"/>
                <a:ea typeface="Sora"/>
                <a:cs typeface="Sora"/>
                <a:sym typeface="Sora"/>
              </a:defRPr>
            </a:lvl3pPr>
            <a:lvl4pPr marL="1828800" lvl="3" indent="-317500">
              <a:lnSpc>
                <a:spcPct val="115000"/>
              </a:lnSpc>
              <a:spcBef>
                <a:spcPts val="0"/>
              </a:spcBef>
              <a:spcAft>
                <a:spcPts val="0"/>
              </a:spcAft>
              <a:buClr>
                <a:schemeClr val="accent6"/>
              </a:buClr>
              <a:buSzPts val="1400"/>
              <a:buFont typeface="Sora"/>
              <a:buChar char="●"/>
              <a:defRPr>
                <a:solidFill>
                  <a:schemeClr val="accent6"/>
                </a:solidFill>
                <a:latin typeface="Sora"/>
                <a:ea typeface="Sora"/>
                <a:cs typeface="Sora"/>
                <a:sym typeface="Sora"/>
              </a:defRPr>
            </a:lvl4pPr>
            <a:lvl5pPr marL="2286000" lvl="4" indent="-317500">
              <a:lnSpc>
                <a:spcPct val="115000"/>
              </a:lnSpc>
              <a:spcBef>
                <a:spcPts val="0"/>
              </a:spcBef>
              <a:spcAft>
                <a:spcPts val="0"/>
              </a:spcAft>
              <a:buClr>
                <a:schemeClr val="accent6"/>
              </a:buClr>
              <a:buSzPts val="1400"/>
              <a:buFont typeface="Sora"/>
              <a:buChar char="○"/>
              <a:defRPr>
                <a:solidFill>
                  <a:schemeClr val="accent6"/>
                </a:solidFill>
                <a:latin typeface="Sora"/>
                <a:ea typeface="Sora"/>
                <a:cs typeface="Sora"/>
                <a:sym typeface="Sora"/>
              </a:defRPr>
            </a:lvl5pPr>
            <a:lvl6pPr marL="2743200" lvl="5" indent="-317500">
              <a:lnSpc>
                <a:spcPct val="115000"/>
              </a:lnSpc>
              <a:spcBef>
                <a:spcPts val="0"/>
              </a:spcBef>
              <a:spcAft>
                <a:spcPts val="0"/>
              </a:spcAft>
              <a:buClr>
                <a:schemeClr val="accent6"/>
              </a:buClr>
              <a:buSzPts val="1400"/>
              <a:buFont typeface="Sora"/>
              <a:buChar char="■"/>
              <a:defRPr>
                <a:solidFill>
                  <a:schemeClr val="accent6"/>
                </a:solidFill>
                <a:latin typeface="Sora"/>
                <a:ea typeface="Sora"/>
                <a:cs typeface="Sora"/>
                <a:sym typeface="Sora"/>
              </a:defRPr>
            </a:lvl6pPr>
            <a:lvl7pPr marL="3200400" lvl="6" indent="-317500">
              <a:lnSpc>
                <a:spcPct val="115000"/>
              </a:lnSpc>
              <a:spcBef>
                <a:spcPts val="0"/>
              </a:spcBef>
              <a:spcAft>
                <a:spcPts val="0"/>
              </a:spcAft>
              <a:buClr>
                <a:schemeClr val="accent6"/>
              </a:buClr>
              <a:buSzPts val="1400"/>
              <a:buFont typeface="Sora"/>
              <a:buChar char="●"/>
              <a:defRPr>
                <a:solidFill>
                  <a:schemeClr val="accent6"/>
                </a:solidFill>
                <a:latin typeface="Sora"/>
                <a:ea typeface="Sora"/>
                <a:cs typeface="Sora"/>
                <a:sym typeface="Sora"/>
              </a:defRPr>
            </a:lvl7pPr>
            <a:lvl8pPr marL="3657600" lvl="7" indent="-317500">
              <a:lnSpc>
                <a:spcPct val="115000"/>
              </a:lnSpc>
              <a:spcBef>
                <a:spcPts val="0"/>
              </a:spcBef>
              <a:spcAft>
                <a:spcPts val="0"/>
              </a:spcAft>
              <a:buClr>
                <a:schemeClr val="accent6"/>
              </a:buClr>
              <a:buSzPts val="1400"/>
              <a:buFont typeface="Sora"/>
              <a:buChar char="○"/>
              <a:defRPr>
                <a:solidFill>
                  <a:schemeClr val="accent6"/>
                </a:solidFill>
                <a:latin typeface="Sora"/>
                <a:ea typeface="Sora"/>
                <a:cs typeface="Sora"/>
                <a:sym typeface="Sora"/>
              </a:defRPr>
            </a:lvl8pPr>
            <a:lvl9pPr marL="4114800" lvl="8" indent="-317500">
              <a:lnSpc>
                <a:spcPct val="115000"/>
              </a:lnSpc>
              <a:spcBef>
                <a:spcPts val="0"/>
              </a:spcBef>
              <a:spcAft>
                <a:spcPts val="0"/>
              </a:spcAft>
              <a:buClr>
                <a:schemeClr val="accent6"/>
              </a:buClr>
              <a:buSzPts val="1400"/>
              <a:buFont typeface="Sora"/>
              <a:buChar char="■"/>
              <a:defRPr>
                <a:solidFill>
                  <a:schemeClr val="accent6"/>
                </a:solidFill>
                <a:latin typeface="Sora"/>
                <a:ea typeface="Sora"/>
                <a:cs typeface="Sora"/>
                <a:sym typeface="Sor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4" r:id="rId4"/>
    <p:sldLayoutId id="2147483657" r:id="rId5"/>
    <p:sldLayoutId id="2147483658" r:id="rId6"/>
    <p:sldLayoutId id="2147483660" r:id="rId7"/>
    <p:sldLayoutId id="2147483667" r:id="rId8"/>
    <p:sldLayoutId id="2147483668" r:id="rId9"/>
    <p:sldLayoutId id="2147483671" r:id="rId10"/>
    <p:sldLayoutId id="2147483672" r:id="rId11"/>
    <p:sldLayoutId id="2147483674" r:id="rId12"/>
    <p:sldLayoutId id="2147483677" r:id="rId13"/>
    <p:sldLayoutId id="2147483679" r:id="rId14"/>
    <p:sldLayoutId id="2147483680" r:id="rId15"/>
    <p:sldLayoutId id="2147483687" r:id="rId16"/>
    <p:sldLayoutId id="2147483688" r:id="rId17"/>
    <p:sldLayoutId id="2147483689" r:id="rId18"/>
    <p:sldLayoutId id="2147483690"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CodeWithHarry" TargetMode="External"/><Relationship Id="rId2" Type="http://schemas.openxmlformats.org/officeDocument/2006/relationships/hyperlink" Target="https://www.edureka.co/blog/snake-game-with-pygame/"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48"/>
          <p:cNvSpPr/>
          <p:nvPr/>
        </p:nvSpPr>
        <p:spPr>
          <a:xfrm>
            <a:off x="4793600" y="4526076"/>
            <a:ext cx="3882084" cy="345719"/>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8"/>
          <p:cNvSpPr txBox="1">
            <a:spLocks noGrp="1"/>
          </p:cNvSpPr>
          <p:nvPr>
            <p:ph type="ctrTitle"/>
          </p:nvPr>
        </p:nvSpPr>
        <p:spPr>
          <a:xfrm>
            <a:off x="1600200" y="438150"/>
            <a:ext cx="5770800" cy="1608300"/>
          </a:xfrm>
          <a:prstGeom prst="rect">
            <a:avLst/>
          </a:prstGeom>
        </p:spPr>
        <p:txBody>
          <a:bodyPr spcFirstLastPara="1" wrap="square" lIns="91425" tIns="91425" rIns="91425" bIns="91425" anchor="t" anchorCtr="0">
            <a:noAutofit/>
          </a:bodyPr>
          <a:lstStyle/>
          <a:p>
            <a:pPr lvl="0"/>
            <a:r>
              <a:rPr lang="en" dirty="0" smtClean="0"/>
              <a:t> </a:t>
            </a:r>
            <a:r>
              <a:rPr lang="en" dirty="0" smtClean="0"/>
              <a:t>   Hungry Snake  </a:t>
            </a:r>
            <a:r>
              <a:rPr lang="en" sz="3500" dirty="0" smtClean="0">
                <a:solidFill>
                  <a:schemeClr val="accent4"/>
                </a:solidFill>
              </a:rPr>
              <a:t/>
            </a:r>
            <a:br>
              <a:rPr lang="en" sz="3500" dirty="0" smtClean="0">
                <a:solidFill>
                  <a:schemeClr val="accent4"/>
                </a:solidFill>
              </a:rPr>
            </a:br>
            <a:r>
              <a:rPr lang="en" sz="3500" dirty="0" smtClean="0">
                <a:solidFill>
                  <a:schemeClr val="accent4"/>
                </a:solidFill>
              </a:rPr>
              <a:t>         An Interesting Game</a:t>
            </a:r>
            <a:endParaRPr>
              <a:solidFill>
                <a:schemeClr val="accent4"/>
              </a:solidFill>
            </a:endParaRPr>
          </a:p>
        </p:txBody>
      </p:sp>
      <p:sp>
        <p:nvSpPr>
          <p:cNvPr id="436" name="Google Shape;436;p48"/>
          <p:cNvSpPr/>
          <p:nvPr/>
        </p:nvSpPr>
        <p:spPr>
          <a:xfrm rot="10800000" flipH="1">
            <a:off x="4561350" y="2633806"/>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49" name="Google Shape;649;p48"/>
          <p:cNvCxnSpPr/>
          <p:nvPr/>
        </p:nvCxnSpPr>
        <p:spPr>
          <a:xfrm>
            <a:off x="-3175" y="2701925"/>
            <a:ext cx="4564500" cy="0"/>
          </a:xfrm>
          <a:prstGeom prst="straightConnector1">
            <a:avLst/>
          </a:prstGeom>
          <a:noFill/>
          <a:ln w="19050" cap="flat" cmpd="sng">
            <a:solidFill>
              <a:schemeClr val="accent1"/>
            </a:solidFill>
            <a:prstDash val="solid"/>
            <a:round/>
            <a:headEnd type="none" w="med" len="med"/>
            <a:tailEnd type="none" w="med" len="med"/>
          </a:ln>
        </p:spPr>
      </p:cxnSp>
      <p:grpSp>
        <p:nvGrpSpPr>
          <p:cNvPr id="650" name="Google Shape;650;p48"/>
          <p:cNvGrpSpPr/>
          <p:nvPr/>
        </p:nvGrpSpPr>
        <p:grpSpPr>
          <a:xfrm>
            <a:off x="513075" y="852100"/>
            <a:ext cx="8082200" cy="3384525"/>
            <a:chOff x="513075" y="852100"/>
            <a:chExt cx="8082200" cy="3384525"/>
          </a:xfrm>
        </p:grpSpPr>
        <p:sp>
          <p:nvSpPr>
            <p:cNvPr id="651" name="Google Shape;651;p48"/>
            <p:cNvSpPr/>
            <p:nvPr/>
          </p:nvSpPr>
          <p:spPr>
            <a:xfrm>
              <a:off x="7189925" y="19037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8"/>
            <p:cNvSpPr/>
            <p:nvPr/>
          </p:nvSpPr>
          <p:spPr>
            <a:xfrm>
              <a:off x="513075" y="17141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8"/>
            <p:cNvSpPr/>
            <p:nvPr/>
          </p:nvSpPr>
          <p:spPr>
            <a:xfrm>
              <a:off x="6709213" y="8521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8"/>
            <p:cNvSpPr/>
            <p:nvPr/>
          </p:nvSpPr>
          <p:spPr>
            <a:xfrm rot="10800000" flipH="1">
              <a:off x="2127125" y="33803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8"/>
            <p:cNvSpPr/>
            <p:nvPr/>
          </p:nvSpPr>
          <p:spPr>
            <a:xfrm rot="10800000" flipH="1">
              <a:off x="3747975" y="40953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48"/>
            <p:cNvSpPr/>
            <p:nvPr/>
          </p:nvSpPr>
          <p:spPr>
            <a:xfrm rot="10800000" flipH="1">
              <a:off x="8453975" y="14473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7" name="Google Shape;657;p48"/>
            <p:cNvGrpSpPr/>
            <p:nvPr/>
          </p:nvGrpSpPr>
          <p:grpSpPr>
            <a:xfrm rot="-7546048">
              <a:off x="3607059" y="3077631"/>
              <a:ext cx="161701" cy="641985"/>
              <a:chOff x="7004550" y="3676293"/>
              <a:chExt cx="161700" cy="641982"/>
            </a:xfrm>
          </p:grpSpPr>
          <p:sp>
            <p:nvSpPr>
              <p:cNvPr id="658" name="Google Shape;658;p48"/>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48"/>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48"/>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8"/>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2" name="Google Shape;662;p48"/>
            <p:cNvGrpSpPr/>
            <p:nvPr/>
          </p:nvGrpSpPr>
          <p:grpSpPr>
            <a:xfrm>
              <a:off x="1135320" y="2873426"/>
              <a:ext cx="545147" cy="506901"/>
              <a:chOff x="4818730" y="3307263"/>
              <a:chExt cx="1827512" cy="1699300"/>
            </a:xfrm>
          </p:grpSpPr>
          <p:sp>
            <p:nvSpPr>
              <p:cNvPr id="663" name="Google Shape;663;p48"/>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48"/>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8"/>
              <p:cNvSpPr/>
              <p:nvPr/>
            </p:nvSpPr>
            <p:spPr>
              <a:xfrm rot="-2700000">
                <a:off x="5618569" y="3354448"/>
                <a:ext cx="227830" cy="227830"/>
              </a:xfrm>
              <a:prstGeom prst="plus">
                <a:avLst>
                  <a:gd name="adj" fmla="val 39015"/>
                </a:avLst>
              </a:prstGeom>
              <a:solidFill>
                <a:srgbClr val="FFFFFF">
                  <a:alpha val="36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48"/>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48"/>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8"/>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48"/>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48"/>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48"/>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48"/>
              <p:cNvSpPr/>
              <p:nvPr/>
            </p:nvSpPr>
            <p:spPr>
              <a:xfrm rot="-2700000">
                <a:off x="6371227" y="3698723"/>
                <a:ext cx="227830" cy="227830"/>
              </a:xfrm>
              <a:prstGeom prst="plus">
                <a:avLst>
                  <a:gd name="adj" fmla="val 39015"/>
                </a:avLst>
              </a:prstGeom>
              <a:solidFill>
                <a:srgbClr val="FFFFFF">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48"/>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8"/>
              <p:cNvSpPr/>
              <p:nvPr/>
            </p:nvSpPr>
            <p:spPr>
              <a:xfrm rot="-2700000">
                <a:off x="5242240" y="4042998"/>
                <a:ext cx="227830" cy="227830"/>
              </a:xfrm>
              <a:prstGeom prst="plus">
                <a:avLst>
                  <a:gd name="adj" fmla="val 39015"/>
                </a:avLst>
              </a:prstGeom>
              <a:solidFill>
                <a:srgbClr val="FFFFFF">
                  <a:alpha val="33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8"/>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8"/>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8"/>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8"/>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8"/>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8"/>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8"/>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8"/>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48"/>
              <p:cNvSpPr/>
              <p:nvPr/>
            </p:nvSpPr>
            <p:spPr>
              <a:xfrm rot="-2700000">
                <a:off x="4865915" y="4731548"/>
                <a:ext cx="227830" cy="227830"/>
              </a:xfrm>
              <a:prstGeom prst="plus">
                <a:avLst>
                  <a:gd name="adj" fmla="val 39015"/>
                </a:avLst>
              </a:prstGeom>
              <a:solidFill>
                <a:srgbClr val="FFFFFF">
                  <a:alpha val="48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8"/>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8"/>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48"/>
              <p:cNvSpPr/>
              <p:nvPr/>
            </p:nvSpPr>
            <p:spPr>
              <a:xfrm rot="-2700000">
                <a:off x="5994898" y="4731548"/>
                <a:ext cx="227830" cy="227830"/>
              </a:xfrm>
              <a:prstGeom prst="plus">
                <a:avLst>
                  <a:gd name="adj" fmla="val 39015"/>
                </a:avLst>
              </a:pr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48"/>
              <p:cNvSpPr/>
              <p:nvPr/>
            </p:nvSpPr>
            <p:spPr>
              <a:xfrm rot="-2700000">
                <a:off x="6371227" y="4731548"/>
                <a:ext cx="227830" cy="227830"/>
              </a:xfrm>
              <a:prstGeom prst="plus">
                <a:avLst>
                  <a:gd name="adj" fmla="val 39015"/>
                </a:avLst>
              </a:prstGeom>
              <a:solidFill>
                <a:srgbClr val="FFFFFF">
                  <a:alpha val="330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57" name="Picture 256" descr="snake-game-gameplay-on-pc.jpg"/>
          <p:cNvPicPr>
            <a:picLocks noChangeAspect="1"/>
          </p:cNvPicPr>
          <p:nvPr/>
        </p:nvPicPr>
        <p:blipFill>
          <a:blip r:embed="rId3"/>
          <a:stretch>
            <a:fillRect/>
          </a:stretch>
        </p:blipFill>
        <p:spPr>
          <a:xfrm>
            <a:off x="4648200" y="2114550"/>
            <a:ext cx="4114800" cy="229743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4"/>
        <p:cNvGrpSpPr/>
        <p:nvPr/>
      </p:nvGrpSpPr>
      <p:grpSpPr>
        <a:xfrm>
          <a:off x="0" y="0"/>
          <a:ext cx="0" cy="0"/>
          <a:chOff x="0" y="0"/>
          <a:chExt cx="0" cy="0"/>
        </a:xfrm>
      </p:grpSpPr>
      <p:grpSp>
        <p:nvGrpSpPr>
          <p:cNvPr id="1386" name="Google Shape;1386;p57"/>
          <p:cNvGrpSpPr/>
          <p:nvPr/>
        </p:nvGrpSpPr>
        <p:grpSpPr>
          <a:xfrm>
            <a:off x="1463200" y="876913"/>
            <a:ext cx="6218718" cy="3788638"/>
            <a:chOff x="1463200" y="876913"/>
            <a:chExt cx="6218718" cy="3788638"/>
          </a:xfrm>
        </p:grpSpPr>
        <p:sp>
          <p:nvSpPr>
            <p:cNvPr id="1387" name="Google Shape;1387;p57"/>
            <p:cNvSpPr/>
            <p:nvPr/>
          </p:nvSpPr>
          <p:spPr>
            <a:xfrm rot="10800000" flipH="1">
              <a:off x="2031500" y="13741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57"/>
            <p:cNvSpPr/>
            <p:nvPr/>
          </p:nvSpPr>
          <p:spPr>
            <a:xfrm>
              <a:off x="1463200" y="39993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57"/>
            <p:cNvSpPr/>
            <p:nvPr/>
          </p:nvSpPr>
          <p:spPr>
            <a:xfrm>
              <a:off x="5825500" y="876913"/>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57"/>
            <p:cNvSpPr/>
            <p:nvPr/>
          </p:nvSpPr>
          <p:spPr>
            <a:xfrm>
              <a:off x="6362550" y="42228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57"/>
            <p:cNvSpPr/>
            <p:nvPr/>
          </p:nvSpPr>
          <p:spPr>
            <a:xfrm>
              <a:off x="3299800" y="44759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2" name="Google Shape;1392;p57"/>
            <p:cNvGrpSpPr/>
            <p:nvPr/>
          </p:nvGrpSpPr>
          <p:grpSpPr>
            <a:xfrm rot="-7546048">
              <a:off x="7293359" y="998743"/>
              <a:ext cx="161701" cy="641985"/>
              <a:chOff x="7004550" y="3676293"/>
              <a:chExt cx="161700" cy="641982"/>
            </a:xfrm>
          </p:grpSpPr>
          <p:sp>
            <p:nvSpPr>
              <p:cNvPr id="1393" name="Google Shape;1393;p57"/>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57"/>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57"/>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57"/>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7" name="Google Shape;1397;p57"/>
            <p:cNvGrpSpPr/>
            <p:nvPr/>
          </p:nvGrpSpPr>
          <p:grpSpPr>
            <a:xfrm>
              <a:off x="1627645" y="3051626"/>
              <a:ext cx="545147" cy="506901"/>
              <a:chOff x="4818730" y="3307263"/>
              <a:chExt cx="1827512" cy="1699300"/>
            </a:xfrm>
          </p:grpSpPr>
          <p:sp>
            <p:nvSpPr>
              <p:cNvPr id="1398" name="Google Shape;1398;p57"/>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57"/>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57"/>
              <p:cNvSpPr/>
              <p:nvPr/>
            </p:nvSpPr>
            <p:spPr>
              <a:xfrm rot="-2700000">
                <a:off x="5618569" y="3354448"/>
                <a:ext cx="227830" cy="227830"/>
              </a:xfrm>
              <a:prstGeom prst="plus">
                <a:avLst>
                  <a:gd name="adj" fmla="val 39015"/>
                </a:avLst>
              </a:prstGeom>
              <a:solidFill>
                <a:srgbClr val="FFFFFF">
                  <a:alpha val="36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57"/>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57"/>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57"/>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57"/>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57"/>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57"/>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57"/>
              <p:cNvSpPr/>
              <p:nvPr/>
            </p:nvSpPr>
            <p:spPr>
              <a:xfrm rot="-2700000">
                <a:off x="6371227" y="3698723"/>
                <a:ext cx="227830" cy="227830"/>
              </a:xfrm>
              <a:prstGeom prst="plus">
                <a:avLst>
                  <a:gd name="adj" fmla="val 39015"/>
                </a:avLst>
              </a:prstGeom>
              <a:solidFill>
                <a:srgbClr val="FFFFFF">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57"/>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57"/>
              <p:cNvSpPr/>
              <p:nvPr/>
            </p:nvSpPr>
            <p:spPr>
              <a:xfrm rot="-2700000">
                <a:off x="5242240" y="4042998"/>
                <a:ext cx="227830" cy="227830"/>
              </a:xfrm>
              <a:prstGeom prst="plus">
                <a:avLst>
                  <a:gd name="adj" fmla="val 39015"/>
                </a:avLst>
              </a:prstGeom>
              <a:solidFill>
                <a:srgbClr val="FFFFFF">
                  <a:alpha val="33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57"/>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57"/>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57"/>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57"/>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57"/>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57"/>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57"/>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57"/>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57"/>
              <p:cNvSpPr/>
              <p:nvPr/>
            </p:nvSpPr>
            <p:spPr>
              <a:xfrm rot="-2700000">
                <a:off x="4865915" y="4731548"/>
                <a:ext cx="227830" cy="227830"/>
              </a:xfrm>
              <a:prstGeom prst="plus">
                <a:avLst>
                  <a:gd name="adj" fmla="val 39015"/>
                </a:avLst>
              </a:prstGeom>
              <a:solidFill>
                <a:srgbClr val="FFFFFF">
                  <a:alpha val="48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57"/>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57"/>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57"/>
              <p:cNvSpPr/>
              <p:nvPr/>
            </p:nvSpPr>
            <p:spPr>
              <a:xfrm rot="-2700000">
                <a:off x="5994898" y="4731548"/>
                <a:ext cx="227830" cy="227830"/>
              </a:xfrm>
              <a:prstGeom prst="plus">
                <a:avLst>
                  <a:gd name="adj" fmla="val 39015"/>
                </a:avLst>
              </a:pr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57"/>
              <p:cNvSpPr/>
              <p:nvPr/>
            </p:nvSpPr>
            <p:spPr>
              <a:xfrm rot="-2700000">
                <a:off x="6371227" y="4731548"/>
                <a:ext cx="227830" cy="227830"/>
              </a:xfrm>
              <a:prstGeom prst="plus">
                <a:avLst>
                  <a:gd name="adj" fmla="val 39015"/>
                </a:avLst>
              </a:prstGeom>
              <a:solidFill>
                <a:srgbClr val="FFFFFF">
                  <a:alpha val="330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0" name="Picture 39" descr="logo">
            <a:extLst>
              <a:ext uri="{FF2B5EF4-FFF2-40B4-BE49-F238E27FC236}">
                <a16:creationId xmlns:a16="http://schemas.microsoft.com/office/drawing/2014/main" xmlns="" id="{64908EE9-8F1B-8F34-91FE-3C1FC3C73B26}"/>
              </a:ext>
            </a:extLst>
          </p:cNvPr>
          <p:cNvPicPr>
            <a:picLocks/>
          </p:cNvPicPr>
          <p:nvPr/>
        </p:nvPicPr>
        <p:blipFill>
          <a:blip r:embed="rId3" cstate="print"/>
          <a:srcRect/>
          <a:stretch/>
        </p:blipFill>
        <p:spPr>
          <a:xfrm>
            <a:off x="4201512" y="105305"/>
            <a:ext cx="740976" cy="732031"/>
          </a:xfrm>
          <a:prstGeom prst="rect">
            <a:avLst/>
          </a:prstGeom>
          <a:ln>
            <a:noFill/>
          </a:ln>
        </p:spPr>
      </p:pic>
      <p:sp>
        <p:nvSpPr>
          <p:cNvPr id="41" name="Rectangle 40"/>
          <p:cNvSpPr/>
          <p:nvPr/>
        </p:nvSpPr>
        <p:spPr>
          <a:xfrm>
            <a:off x="2362200" y="1047750"/>
            <a:ext cx="4572000" cy="892552"/>
          </a:xfrm>
          <a:prstGeom prst="rect">
            <a:avLst/>
          </a:prstGeom>
        </p:spPr>
        <p:txBody>
          <a:bodyPr>
            <a:spAutoFit/>
          </a:bodyPr>
          <a:lstStyle/>
          <a:p>
            <a:pPr marR="55245" algn="ctr"/>
            <a:r>
              <a:rPr lang="en-US" sz="1200" b="1" dirty="0" smtClean="0">
                <a:solidFill>
                  <a:srgbClr val="FFFF00"/>
                </a:solidFill>
                <a:latin typeface="Times New Roman" panose="02020603050405020304" pitchFamily="18" charset="0"/>
                <a:ea typeface="Sylfaen" panose="010A0502050306030303" pitchFamily="18" charset="0"/>
                <a:cs typeface="Sylfaen" panose="010A0502050306030303" pitchFamily="18" charset="0"/>
              </a:rPr>
              <a:t>DEPARTMENT OF COMPUTER SCIENCE AND ENGINEERING</a:t>
            </a:r>
            <a:endParaRPr lang="en-IN" sz="1000" dirty="0" smtClean="0">
              <a:solidFill>
                <a:srgbClr val="FFFF00"/>
              </a:solidFill>
              <a:latin typeface="Sylfaen" panose="010A0502050306030303" pitchFamily="18" charset="0"/>
              <a:ea typeface="Sylfaen" panose="010A0502050306030303" pitchFamily="18" charset="0"/>
              <a:cs typeface="Sylfaen" panose="010A0502050306030303" pitchFamily="18" charset="0"/>
            </a:endParaRPr>
          </a:p>
          <a:p>
            <a:pPr marR="48260" algn="ctr"/>
            <a:r>
              <a:rPr lang="en-US" b="1" dirty="0" smtClean="0">
                <a:solidFill>
                  <a:srgbClr val="00B0F0"/>
                </a:solidFill>
                <a:latin typeface="Times New Roman" panose="02020603050405020304" pitchFamily="18" charset="0"/>
                <a:ea typeface="Sylfaen" panose="010A0502050306030303" pitchFamily="18" charset="0"/>
                <a:cs typeface="Sylfaen" panose="010A0502050306030303" pitchFamily="18" charset="0"/>
              </a:rPr>
              <a:t>AJAY BINAY INSTITUTE OF TECHNOLOGY, CUTTACK</a:t>
            </a:r>
            <a:endParaRPr lang="en-IN" sz="1050" dirty="0">
              <a:solidFill>
                <a:srgbClr val="00B0F0"/>
              </a:solidFill>
              <a:latin typeface="Sylfaen" panose="010A0502050306030303" pitchFamily="18" charset="0"/>
              <a:ea typeface="Sylfaen" panose="010A0502050306030303" pitchFamily="18" charset="0"/>
              <a:cs typeface="Sylfaen" panose="010A0502050306030303" pitchFamily="18" charset="0"/>
            </a:endParaRPr>
          </a:p>
        </p:txBody>
      </p:sp>
      <p:sp>
        <p:nvSpPr>
          <p:cNvPr id="42" name="Rectangle 41"/>
          <p:cNvSpPr/>
          <p:nvPr/>
        </p:nvSpPr>
        <p:spPr>
          <a:xfrm>
            <a:off x="2590800" y="2266950"/>
            <a:ext cx="4572000" cy="1284967"/>
          </a:xfrm>
          <a:prstGeom prst="rect">
            <a:avLst/>
          </a:prstGeom>
        </p:spPr>
        <p:txBody>
          <a:bodyPr>
            <a:spAutoFit/>
          </a:bodyPr>
          <a:lstStyle/>
          <a:p>
            <a:pPr marR="53975" algn="just">
              <a:spcAft>
                <a:spcPts val="945"/>
              </a:spcAft>
            </a:pPr>
            <a:r>
              <a:rPr lang="en-US" b="1" dirty="0" smtClean="0">
                <a:solidFill>
                  <a:srgbClr val="92D050"/>
                </a:solidFill>
                <a:latin typeface="Times New Roman" panose="02020603050405020304" pitchFamily="18" charset="0"/>
                <a:ea typeface="Sylfaen" panose="010A0502050306030303" pitchFamily="18" charset="0"/>
                <a:cs typeface="Sylfaen" panose="010A0502050306030303" pitchFamily="18" charset="0"/>
              </a:rPr>
              <a:t>Team </a:t>
            </a:r>
            <a:r>
              <a:rPr lang="en-US" b="1" dirty="0" smtClean="0">
                <a:solidFill>
                  <a:srgbClr val="92D050"/>
                </a:solidFill>
                <a:latin typeface="Times New Roman" panose="02020603050405020304" pitchFamily="18" charset="0"/>
                <a:ea typeface="Sylfaen" panose="010A0502050306030303" pitchFamily="18" charset="0"/>
                <a:cs typeface="Sylfaen" panose="010A0502050306030303" pitchFamily="18" charset="0"/>
              </a:rPr>
              <a:t>13 </a:t>
            </a:r>
            <a:r>
              <a:rPr lang="en-US" b="1" dirty="0" smtClean="0">
                <a:solidFill>
                  <a:srgbClr val="92D050"/>
                </a:solidFill>
                <a:latin typeface="Times New Roman" panose="02020603050405020304" pitchFamily="18" charset="0"/>
                <a:ea typeface="Sylfaen" panose="010A0502050306030303" pitchFamily="18" charset="0"/>
                <a:cs typeface="Sylfaen" panose="010A0502050306030303" pitchFamily="18" charset="0"/>
              </a:rPr>
              <a:t>Members:-</a:t>
            </a:r>
          </a:p>
          <a:p>
            <a:r>
              <a:rPr lang="en-US" b="1" dirty="0" smtClean="0">
                <a:solidFill>
                  <a:srgbClr val="92D050"/>
                </a:solidFill>
              </a:rPr>
              <a:t>1901206077  	</a:t>
            </a:r>
            <a:r>
              <a:rPr lang="en-US" b="1" dirty="0" smtClean="0">
                <a:solidFill>
                  <a:srgbClr val="92D050"/>
                </a:solidFill>
              </a:rPr>
              <a:t>Sarthak </a:t>
            </a:r>
            <a:r>
              <a:rPr lang="en-US" b="1" dirty="0" err="1" smtClean="0">
                <a:solidFill>
                  <a:srgbClr val="92D050"/>
                </a:solidFill>
              </a:rPr>
              <a:t>kumar</a:t>
            </a:r>
            <a:r>
              <a:rPr lang="en-US" b="1" dirty="0" smtClean="0">
                <a:solidFill>
                  <a:srgbClr val="92D050"/>
                </a:solidFill>
              </a:rPr>
              <a:t> </a:t>
            </a:r>
            <a:r>
              <a:rPr lang="en-US" b="1" dirty="0" err="1" smtClean="0">
                <a:solidFill>
                  <a:srgbClr val="92D050"/>
                </a:solidFill>
              </a:rPr>
              <a:t>Mishra</a:t>
            </a:r>
            <a:r>
              <a:rPr lang="en-US" b="1" dirty="0" smtClean="0">
                <a:solidFill>
                  <a:srgbClr val="92D050"/>
                </a:solidFill>
              </a:rPr>
              <a:t> </a:t>
            </a:r>
            <a:r>
              <a:rPr lang="en-US" b="1" dirty="0" smtClean="0">
                <a:solidFill>
                  <a:srgbClr val="92D050"/>
                </a:solidFill>
              </a:rPr>
              <a:t>1901206076 </a:t>
            </a:r>
            <a:r>
              <a:rPr lang="en-US" b="1" dirty="0" smtClean="0">
                <a:solidFill>
                  <a:srgbClr val="92D050"/>
                </a:solidFill>
              </a:rPr>
              <a:t>	</a:t>
            </a:r>
            <a:r>
              <a:rPr lang="en-US" b="1" dirty="0" err="1" smtClean="0">
                <a:solidFill>
                  <a:srgbClr val="92D050"/>
                </a:solidFill>
              </a:rPr>
              <a:t>Sandeep</a:t>
            </a:r>
            <a:r>
              <a:rPr lang="en-US" b="1" dirty="0" smtClean="0">
                <a:solidFill>
                  <a:srgbClr val="92D050"/>
                </a:solidFill>
              </a:rPr>
              <a:t> </a:t>
            </a:r>
            <a:r>
              <a:rPr lang="en-US" b="1" dirty="0" smtClean="0">
                <a:solidFill>
                  <a:srgbClr val="92D050"/>
                </a:solidFill>
              </a:rPr>
              <a:t>Barik</a:t>
            </a:r>
            <a:endParaRPr lang="en-US" dirty="0" smtClean="0">
              <a:solidFill>
                <a:srgbClr val="92D050"/>
              </a:solidFill>
            </a:endParaRPr>
          </a:p>
          <a:p>
            <a:r>
              <a:rPr lang="en-US" b="1" dirty="0" smtClean="0">
                <a:solidFill>
                  <a:srgbClr val="92D050"/>
                </a:solidFill>
              </a:rPr>
              <a:t>1901206050                </a:t>
            </a:r>
            <a:r>
              <a:rPr lang="en-US" b="1" dirty="0" smtClean="0">
                <a:solidFill>
                  <a:srgbClr val="92D050"/>
                </a:solidFill>
              </a:rPr>
              <a:t>  </a:t>
            </a:r>
            <a:r>
              <a:rPr lang="en-US" b="1" dirty="0" err="1" smtClean="0">
                <a:solidFill>
                  <a:srgbClr val="92D050"/>
                </a:solidFill>
              </a:rPr>
              <a:t>Debasish</a:t>
            </a:r>
            <a:r>
              <a:rPr lang="en-US" b="1" dirty="0" smtClean="0">
                <a:solidFill>
                  <a:srgbClr val="92D050"/>
                </a:solidFill>
              </a:rPr>
              <a:t> </a:t>
            </a:r>
            <a:r>
              <a:rPr lang="en-US" b="1" dirty="0" err="1" smtClean="0">
                <a:solidFill>
                  <a:srgbClr val="92D050"/>
                </a:solidFill>
              </a:rPr>
              <a:t>sahoo</a:t>
            </a:r>
            <a:endParaRPr lang="en-US" dirty="0" smtClean="0">
              <a:solidFill>
                <a:srgbClr val="92D050"/>
              </a:solidFill>
            </a:endParaRPr>
          </a:p>
          <a:p>
            <a:r>
              <a:rPr lang="en-US" b="1" dirty="0" smtClean="0">
                <a:solidFill>
                  <a:srgbClr val="92D050"/>
                </a:solidFill>
              </a:rPr>
              <a:t>1901206095              </a:t>
            </a:r>
            <a:r>
              <a:rPr lang="en-US" b="1" dirty="0" smtClean="0">
                <a:solidFill>
                  <a:srgbClr val="92D050"/>
                </a:solidFill>
              </a:rPr>
              <a:t>	</a:t>
            </a:r>
            <a:r>
              <a:rPr lang="en-US" b="1" dirty="0" err="1" smtClean="0">
                <a:solidFill>
                  <a:srgbClr val="92D050"/>
                </a:solidFill>
              </a:rPr>
              <a:t>Suraj</a:t>
            </a:r>
            <a:r>
              <a:rPr lang="en-US" b="1" dirty="0" smtClean="0">
                <a:solidFill>
                  <a:srgbClr val="92D050"/>
                </a:solidFill>
              </a:rPr>
              <a:t> </a:t>
            </a:r>
            <a:r>
              <a:rPr lang="en-US" b="1" dirty="0" smtClean="0">
                <a:solidFill>
                  <a:srgbClr val="92D050"/>
                </a:solidFill>
              </a:rPr>
              <a:t>khuntia</a:t>
            </a:r>
            <a:endParaRPr lang="en-US" dirty="0">
              <a:solidFill>
                <a:srgbClr val="92D050"/>
              </a:solidFill>
            </a:endParaRPr>
          </a:p>
        </p:txBody>
      </p:sp>
      <p:sp>
        <p:nvSpPr>
          <p:cNvPr id="43" name="TextBox 42">
            <a:extLst>
              <a:ext uri="{FF2B5EF4-FFF2-40B4-BE49-F238E27FC236}">
                <a16:creationId xmlns:a16="http://schemas.microsoft.com/office/drawing/2014/main" xmlns="" id="{E08A9415-75AA-9CDB-F1C4-9A13110E2D28}"/>
              </a:ext>
            </a:extLst>
          </p:cNvPr>
          <p:cNvSpPr txBox="1"/>
          <p:nvPr/>
        </p:nvSpPr>
        <p:spPr>
          <a:xfrm>
            <a:off x="3657600" y="4400550"/>
            <a:ext cx="5189034" cy="307777"/>
          </a:xfrm>
          <a:prstGeom prst="rect">
            <a:avLst/>
          </a:prstGeom>
          <a:noFill/>
        </p:spPr>
        <p:txBody>
          <a:bodyPr wrap="square">
            <a:spAutoFit/>
          </a:bodyPr>
          <a:lstStyle/>
          <a:p>
            <a:r>
              <a:rPr lang="en-US" sz="1400" b="1" dirty="0">
                <a:effectLst/>
                <a:latin typeface="Sylfaen" panose="010A0502050306030303" pitchFamily="18" charset="0"/>
                <a:ea typeface="Sylfaen" panose="010A0502050306030303" pitchFamily="18" charset="0"/>
                <a:cs typeface="Sylfaen" panose="010A0502050306030303" pitchFamily="18" charset="0"/>
              </a:rPr>
              <a:t>Supervisor/Guide      </a:t>
            </a:r>
            <a:r>
              <a:rPr lang="en-US" sz="1400" b="1" dirty="0" err="1" smtClean="0">
                <a:effectLst/>
                <a:latin typeface="Sylfaen" panose="010A0502050306030303" pitchFamily="18" charset="0"/>
                <a:ea typeface="Sylfaen" panose="010A0502050306030303" pitchFamily="18" charset="0"/>
                <a:cs typeface="Sylfaen" panose="010A0502050306030303" pitchFamily="18" charset="0"/>
              </a:rPr>
              <a:t>Er</a:t>
            </a:r>
            <a:r>
              <a:rPr lang="en-US" sz="1400" b="1" dirty="0" smtClean="0">
                <a:effectLst/>
                <a:latin typeface="Sylfaen" panose="010A0502050306030303" pitchFamily="18" charset="0"/>
                <a:ea typeface="Sylfaen" panose="010A0502050306030303" pitchFamily="18" charset="0"/>
                <a:cs typeface="Sylfaen" panose="010A0502050306030303" pitchFamily="18" charset="0"/>
              </a:rPr>
              <a:t>. </a:t>
            </a:r>
            <a:r>
              <a:rPr lang="en-US" sz="1400" b="1" dirty="0" err="1" smtClean="0">
                <a:effectLst/>
                <a:latin typeface="Sylfaen" panose="010A0502050306030303" pitchFamily="18" charset="0"/>
                <a:ea typeface="Sylfaen" panose="010A0502050306030303" pitchFamily="18" charset="0"/>
                <a:cs typeface="Sylfaen" panose="010A0502050306030303" pitchFamily="18" charset="0"/>
              </a:rPr>
              <a:t>Chinmayee</a:t>
            </a:r>
            <a:r>
              <a:rPr lang="en-US" sz="1400" b="1" dirty="0" smtClean="0">
                <a:effectLst/>
                <a:latin typeface="Sylfaen" panose="010A0502050306030303" pitchFamily="18" charset="0"/>
                <a:ea typeface="Sylfaen" panose="010A0502050306030303" pitchFamily="18" charset="0"/>
                <a:cs typeface="Sylfaen" panose="010A0502050306030303" pitchFamily="18" charset="0"/>
              </a:rPr>
              <a:t> Rout</a:t>
            </a:r>
            <a:endParaRPr lang="en-IN" sz="1400" dirty="0">
              <a:effectLst/>
              <a:latin typeface="Sylfaen" panose="010A0502050306030303" pitchFamily="18" charset="0"/>
              <a:ea typeface="Sylfaen" panose="010A0502050306030303" pitchFamily="18" charset="0"/>
              <a:cs typeface="Sylfaen" panose="010A0502050306030303"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49"/>
          <p:cNvSpPr txBox="1">
            <a:spLocks noGrp="1"/>
          </p:cNvSpPr>
          <p:nvPr>
            <p:ph type="title"/>
          </p:nvPr>
        </p:nvSpPr>
        <p:spPr>
          <a:xfrm>
            <a:off x="717425" y="388925"/>
            <a:ext cx="7709100" cy="58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Contents</a:t>
            </a:r>
            <a:endParaRPr/>
          </a:p>
        </p:txBody>
      </p:sp>
      <p:sp>
        <p:nvSpPr>
          <p:cNvPr id="693" name="Google Shape;693;p49"/>
          <p:cNvSpPr txBox="1">
            <a:spLocks noGrp="1"/>
          </p:cNvSpPr>
          <p:nvPr>
            <p:ph type="body" idx="1"/>
          </p:nvPr>
        </p:nvSpPr>
        <p:spPr>
          <a:xfrm>
            <a:off x="717425" y="1233417"/>
            <a:ext cx="7709100" cy="3416400"/>
          </a:xfrm>
          <a:prstGeom prst="rect">
            <a:avLst/>
          </a:prstGeom>
        </p:spPr>
        <p:txBody>
          <a:bodyPr spcFirstLastPara="1" wrap="square" lIns="91425" tIns="91425" rIns="91425" bIns="91425" anchor="t" anchorCtr="0">
            <a:noAutofit/>
          </a:bodyPr>
          <a:lstStyle/>
          <a:p>
            <a:pPr marL="0" indent="0">
              <a:buClr>
                <a:schemeClr val="dk1"/>
              </a:buClr>
              <a:buNone/>
            </a:pPr>
            <a:r>
              <a:rPr lang="en-US" dirty="0" smtClean="0">
                <a:solidFill>
                  <a:srgbClr val="FFFF00"/>
                </a:solidFill>
              </a:rPr>
              <a:t>INTRODUCTION</a:t>
            </a:r>
          </a:p>
          <a:p>
            <a:pPr marL="0" indent="0">
              <a:buClr>
                <a:schemeClr val="dk1"/>
              </a:buClr>
              <a:buNone/>
            </a:pPr>
            <a:r>
              <a:rPr lang="en-US" dirty="0" smtClean="0">
                <a:solidFill>
                  <a:srgbClr val="FFFF00"/>
                </a:solidFill>
              </a:rPr>
              <a:t>HISTORY</a:t>
            </a:r>
          </a:p>
          <a:p>
            <a:pPr marL="0" indent="0">
              <a:buClr>
                <a:schemeClr val="dk1"/>
              </a:buClr>
              <a:buNone/>
            </a:pPr>
            <a:r>
              <a:rPr lang="en-US" dirty="0" smtClean="0">
                <a:solidFill>
                  <a:srgbClr val="FFFF00"/>
                </a:solidFill>
              </a:rPr>
              <a:t>WHY THIS GAME?</a:t>
            </a:r>
          </a:p>
          <a:p>
            <a:pPr marL="0" indent="0">
              <a:buClr>
                <a:schemeClr val="dk1"/>
              </a:buClr>
              <a:buNone/>
            </a:pPr>
            <a:r>
              <a:rPr lang="en-US" dirty="0" smtClean="0">
                <a:solidFill>
                  <a:srgbClr val="FFFF00"/>
                </a:solidFill>
              </a:rPr>
              <a:t>TECHNOLOGY AND SOFTWARES USED</a:t>
            </a:r>
          </a:p>
          <a:p>
            <a:pPr marL="0" indent="0">
              <a:buClr>
                <a:schemeClr val="dk1"/>
              </a:buClr>
              <a:buNone/>
            </a:pPr>
            <a:r>
              <a:rPr lang="en-US" dirty="0" smtClean="0">
                <a:solidFill>
                  <a:srgbClr val="FFFF00"/>
                </a:solidFill>
              </a:rPr>
              <a:t>GAME LOGIC</a:t>
            </a:r>
          </a:p>
          <a:p>
            <a:pPr marL="0" indent="0">
              <a:buClr>
                <a:schemeClr val="dk1"/>
              </a:buClr>
              <a:buNone/>
            </a:pPr>
            <a:r>
              <a:rPr lang="en-US" dirty="0" smtClean="0">
                <a:solidFill>
                  <a:srgbClr val="FFFF00"/>
                </a:solidFill>
              </a:rPr>
              <a:t>SOURCE CODE AND GAMEPLAY</a:t>
            </a:r>
          </a:p>
          <a:p>
            <a:pPr marL="0" indent="0">
              <a:buClr>
                <a:schemeClr val="dk1"/>
              </a:buClr>
              <a:buNone/>
            </a:pPr>
            <a:r>
              <a:rPr lang="en-US" dirty="0" smtClean="0">
                <a:solidFill>
                  <a:srgbClr val="FFFF00"/>
                </a:solidFill>
              </a:rPr>
              <a:t>CONCLUSION</a:t>
            </a:r>
          </a:p>
          <a:p>
            <a:pPr marL="0" lvl="0" indent="0" algn="l" rtl="0">
              <a:spcBef>
                <a:spcPts val="0"/>
              </a:spcBef>
              <a:spcAft>
                <a:spcPts val="0"/>
              </a:spcAft>
              <a:buClr>
                <a:schemeClr val="dk1"/>
              </a:buClr>
              <a:buSzPts val="1100"/>
              <a:buFont typeface="Arial"/>
              <a:buNone/>
            </a:pPr>
            <a:endParaRPr/>
          </a:p>
        </p:txBody>
      </p:sp>
      <p:grpSp>
        <p:nvGrpSpPr>
          <p:cNvPr id="694" name="Google Shape;694;p49"/>
          <p:cNvGrpSpPr/>
          <p:nvPr/>
        </p:nvGrpSpPr>
        <p:grpSpPr>
          <a:xfrm>
            <a:off x="516195" y="1233425"/>
            <a:ext cx="8218086" cy="3526925"/>
            <a:chOff x="516195" y="1233425"/>
            <a:chExt cx="8218086" cy="3526925"/>
          </a:xfrm>
        </p:grpSpPr>
        <p:grpSp>
          <p:nvGrpSpPr>
            <p:cNvPr id="695" name="Google Shape;695;p49"/>
            <p:cNvGrpSpPr/>
            <p:nvPr/>
          </p:nvGrpSpPr>
          <p:grpSpPr>
            <a:xfrm>
              <a:off x="516195" y="3488626"/>
              <a:ext cx="545147" cy="506901"/>
              <a:chOff x="4818730" y="3307263"/>
              <a:chExt cx="1827512" cy="1699300"/>
            </a:xfrm>
          </p:grpSpPr>
          <p:sp>
            <p:nvSpPr>
              <p:cNvPr id="696" name="Google Shape;696;p49"/>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49"/>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49"/>
              <p:cNvSpPr/>
              <p:nvPr/>
            </p:nvSpPr>
            <p:spPr>
              <a:xfrm rot="-2700000">
                <a:off x="5618569" y="3354448"/>
                <a:ext cx="227830" cy="227830"/>
              </a:xfrm>
              <a:prstGeom prst="plus">
                <a:avLst>
                  <a:gd name="adj" fmla="val 39015"/>
                </a:avLst>
              </a:prstGeom>
              <a:solidFill>
                <a:srgbClr val="FFFFFF">
                  <a:alpha val="36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49"/>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9"/>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9"/>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9"/>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9"/>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9"/>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9"/>
              <p:cNvSpPr/>
              <p:nvPr/>
            </p:nvSpPr>
            <p:spPr>
              <a:xfrm rot="-2700000">
                <a:off x="6371227" y="3698723"/>
                <a:ext cx="227830" cy="227830"/>
              </a:xfrm>
              <a:prstGeom prst="plus">
                <a:avLst>
                  <a:gd name="adj" fmla="val 39015"/>
                </a:avLst>
              </a:prstGeom>
              <a:solidFill>
                <a:srgbClr val="FFFFFF">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9"/>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49"/>
              <p:cNvSpPr/>
              <p:nvPr/>
            </p:nvSpPr>
            <p:spPr>
              <a:xfrm rot="-2700000">
                <a:off x="5242240" y="4042998"/>
                <a:ext cx="227830" cy="227830"/>
              </a:xfrm>
              <a:prstGeom prst="plus">
                <a:avLst>
                  <a:gd name="adj" fmla="val 39015"/>
                </a:avLst>
              </a:prstGeom>
              <a:solidFill>
                <a:srgbClr val="FFFFFF">
                  <a:alpha val="33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9"/>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9"/>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9"/>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9"/>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9"/>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9"/>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9"/>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9"/>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9"/>
              <p:cNvSpPr/>
              <p:nvPr/>
            </p:nvSpPr>
            <p:spPr>
              <a:xfrm rot="-2700000">
                <a:off x="4865915" y="4731548"/>
                <a:ext cx="227830" cy="227830"/>
              </a:xfrm>
              <a:prstGeom prst="plus">
                <a:avLst>
                  <a:gd name="adj" fmla="val 39015"/>
                </a:avLst>
              </a:prstGeom>
              <a:solidFill>
                <a:srgbClr val="FFFFFF">
                  <a:alpha val="48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9"/>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9"/>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49"/>
              <p:cNvSpPr/>
              <p:nvPr/>
            </p:nvSpPr>
            <p:spPr>
              <a:xfrm rot="-2700000">
                <a:off x="5994898" y="4731548"/>
                <a:ext cx="227830" cy="227830"/>
              </a:xfrm>
              <a:prstGeom prst="plus">
                <a:avLst>
                  <a:gd name="adj" fmla="val 39015"/>
                </a:avLst>
              </a:pr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9"/>
              <p:cNvSpPr/>
              <p:nvPr/>
            </p:nvSpPr>
            <p:spPr>
              <a:xfrm rot="-2700000">
                <a:off x="6371227" y="4731548"/>
                <a:ext cx="227830" cy="227830"/>
              </a:xfrm>
              <a:prstGeom prst="plus">
                <a:avLst>
                  <a:gd name="adj" fmla="val 39015"/>
                </a:avLst>
              </a:prstGeom>
              <a:solidFill>
                <a:srgbClr val="FFFFFF">
                  <a:alpha val="330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1" name="Google Shape;721;p49"/>
            <p:cNvGrpSpPr/>
            <p:nvPr/>
          </p:nvGrpSpPr>
          <p:grpSpPr>
            <a:xfrm rot="-7546048">
              <a:off x="8345722" y="4120268"/>
              <a:ext cx="161701" cy="641985"/>
              <a:chOff x="7004550" y="3676293"/>
              <a:chExt cx="161700" cy="641982"/>
            </a:xfrm>
          </p:grpSpPr>
          <p:sp>
            <p:nvSpPr>
              <p:cNvPr id="722" name="Google Shape;722;p49"/>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49"/>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9"/>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49"/>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6" name="Google Shape;726;p49"/>
            <p:cNvSpPr/>
            <p:nvPr/>
          </p:nvSpPr>
          <p:spPr>
            <a:xfrm>
              <a:off x="5760100" y="12334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49"/>
            <p:cNvSpPr/>
            <p:nvPr/>
          </p:nvSpPr>
          <p:spPr>
            <a:xfrm>
              <a:off x="6509650" y="45707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49"/>
            <p:cNvSpPr/>
            <p:nvPr/>
          </p:nvSpPr>
          <p:spPr>
            <a:xfrm>
              <a:off x="7871225" y="26857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p53"/>
          <p:cNvSpPr txBox="1">
            <a:spLocks noGrp="1"/>
          </p:cNvSpPr>
          <p:nvPr>
            <p:ph type="title"/>
          </p:nvPr>
        </p:nvSpPr>
        <p:spPr>
          <a:xfrm>
            <a:off x="228600" y="1809750"/>
            <a:ext cx="5715000" cy="129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US" sz="6600" dirty="0" smtClean="0"/>
              <a:t>INTRODUCTION</a:t>
            </a:r>
            <a:endParaRPr sz="6600"/>
          </a:p>
        </p:txBody>
      </p:sp>
      <p:grpSp>
        <p:nvGrpSpPr>
          <p:cNvPr id="891" name="Google Shape;891;p53"/>
          <p:cNvGrpSpPr/>
          <p:nvPr/>
        </p:nvGrpSpPr>
        <p:grpSpPr>
          <a:xfrm>
            <a:off x="5606100" y="1047750"/>
            <a:ext cx="3537900" cy="3681776"/>
            <a:chOff x="5032847" y="888966"/>
            <a:chExt cx="3537900" cy="3681776"/>
          </a:xfrm>
        </p:grpSpPr>
        <p:sp>
          <p:nvSpPr>
            <p:cNvPr id="892" name="Google Shape;892;p53"/>
            <p:cNvSpPr/>
            <p:nvPr/>
          </p:nvSpPr>
          <p:spPr>
            <a:xfrm>
              <a:off x="5032847" y="4047000"/>
              <a:ext cx="3537900" cy="523742"/>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3" name="Google Shape;893;p53"/>
            <p:cNvGrpSpPr/>
            <p:nvPr/>
          </p:nvGrpSpPr>
          <p:grpSpPr>
            <a:xfrm>
              <a:off x="5117540" y="888966"/>
              <a:ext cx="3368830" cy="3591052"/>
              <a:chOff x="5126869" y="785625"/>
              <a:chExt cx="3583481" cy="3819862"/>
            </a:xfrm>
          </p:grpSpPr>
          <p:sp>
            <p:nvSpPr>
              <p:cNvPr id="894" name="Google Shape;894;p53"/>
              <p:cNvSpPr/>
              <p:nvPr/>
            </p:nvSpPr>
            <p:spPr>
              <a:xfrm>
                <a:off x="6132477" y="3262844"/>
                <a:ext cx="824631" cy="198568"/>
              </a:xfrm>
              <a:custGeom>
                <a:avLst/>
                <a:gdLst/>
                <a:ahLst/>
                <a:cxnLst/>
                <a:rect l="l" t="t" r="r" b="b"/>
                <a:pathLst>
                  <a:path w="45142" h="10870" extrusionOk="0">
                    <a:moveTo>
                      <a:pt x="18375" y="1"/>
                    </a:moveTo>
                    <a:lnTo>
                      <a:pt x="0" y="2330"/>
                    </a:lnTo>
                    <a:lnTo>
                      <a:pt x="22552" y="10870"/>
                    </a:lnTo>
                    <a:lnTo>
                      <a:pt x="45141" y="7690"/>
                    </a:lnTo>
                    <a:lnTo>
                      <a:pt x="1837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53"/>
              <p:cNvSpPr/>
              <p:nvPr/>
            </p:nvSpPr>
            <p:spPr>
              <a:xfrm>
                <a:off x="6544446" y="3403321"/>
                <a:ext cx="414015" cy="882722"/>
              </a:xfrm>
              <a:custGeom>
                <a:avLst/>
                <a:gdLst/>
                <a:ahLst/>
                <a:cxnLst/>
                <a:rect l="l" t="t" r="r" b="b"/>
                <a:pathLst>
                  <a:path w="22664" h="48322" extrusionOk="0">
                    <a:moveTo>
                      <a:pt x="22589" y="0"/>
                    </a:moveTo>
                    <a:lnTo>
                      <a:pt x="0" y="3180"/>
                    </a:lnTo>
                    <a:lnTo>
                      <a:pt x="74" y="48321"/>
                    </a:lnTo>
                    <a:lnTo>
                      <a:pt x="22663" y="43404"/>
                    </a:lnTo>
                    <a:lnTo>
                      <a:pt x="225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53"/>
              <p:cNvSpPr/>
              <p:nvPr/>
            </p:nvSpPr>
            <p:spPr>
              <a:xfrm>
                <a:off x="6132477" y="3305389"/>
                <a:ext cx="413339" cy="980654"/>
              </a:xfrm>
              <a:custGeom>
                <a:avLst/>
                <a:gdLst/>
                <a:ahLst/>
                <a:cxnLst/>
                <a:rect l="l" t="t" r="r" b="b"/>
                <a:pathLst>
                  <a:path w="22627" h="53683" extrusionOk="0">
                    <a:moveTo>
                      <a:pt x="0" y="1"/>
                    </a:moveTo>
                    <a:lnTo>
                      <a:pt x="74" y="42036"/>
                    </a:lnTo>
                    <a:lnTo>
                      <a:pt x="22626" y="53682"/>
                    </a:lnTo>
                    <a:lnTo>
                      <a:pt x="22552" y="8541"/>
                    </a:lnTo>
                    <a:lnTo>
                      <a:pt x="0" y="1"/>
                    </a:lnTo>
                    <a:close/>
                  </a:path>
                </a:pathLst>
              </a:custGeom>
              <a:solidFill>
                <a:srgbClr val="2C0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53"/>
              <p:cNvSpPr/>
              <p:nvPr/>
            </p:nvSpPr>
            <p:spPr>
              <a:xfrm>
                <a:off x="6132477" y="3305389"/>
                <a:ext cx="413339" cy="980654"/>
              </a:xfrm>
              <a:custGeom>
                <a:avLst/>
                <a:gdLst/>
                <a:ahLst/>
                <a:cxnLst/>
                <a:rect l="l" t="t" r="r" b="b"/>
                <a:pathLst>
                  <a:path w="22627" h="53683" extrusionOk="0">
                    <a:moveTo>
                      <a:pt x="0" y="1"/>
                    </a:moveTo>
                    <a:lnTo>
                      <a:pt x="74" y="42036"/>
                    </a:lnTo>
                    <a:lnTo>
                      <a:pt x="22626" y="53682"/>
                    </a:lnTo>
                    <a:lnTo>
                      <a:pt x="22552" y="8541"/>
                    </a:lnTo>
                    <a:lnTo>
                      <a:pt x="0"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53"/>
              <p:cNvSpPr/>
              <p:nvPr/>
            </p:nvSpPr>
            <p:spPr>
              <a:xfrm>
                <a:off x="6552556" y="3464773"/>
                <a:ext cx="391710" cy="191827"/>
              </a:xfrm>
              <a:custGeom>
                <a:avLst/>
                <a:gdLst/>
                <a:ahLst/>
                <a:cxnLst/>
                <a:rect l="l" t="t" r="r" b="b"/>
                <a:pathLst>
                  <a:path w="21443" h="10501" extrusionOk="0">
                    <a:moveTo>
                      <a:pt x="21443" y="1"/>
                    </a:moveTo>
                    <a:lnTo>
                      <a:pt x="11720" y="4179"/>
                    </a:lnTo>
                    <a:lnTo>
                      <a:pt x="0" y="1591"/>
                    </a:lnTo>
                    <a:lnTo>
                      <a:pt x="0" y="7580"/>
                    </a:lnTo>
                    <a:lnTo>
                      <a:pt x="12385" y="10501"/>
                    </a:lnTo>
                    <a:lnTo>
                      <a:pt x="21443" y="6027"/>
                    </a:lnTo>
                    <a:lnTo>
                      <a:pt x="2144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53"/>
              <p:cNvSpPr/>
              <p:nvPr/>
            </p:nvSpPr>
            <p:spPr>
              <a:xfrm>
                <a:off x="6552556" y="3622147"/>
                <a:ext cx="392386" cy="191133"/>
              </a:xfrm>
              <a:custGeom>
                <a:avLst/>
                <a:gdLst/>
                <a:ahLst/>
                <a:cxnLst/>
                <a:rect l="l" t="t" r="r" b="b"/>
                <a:pathLst>
                  <a:path w="21480" h="10463" extrusionOk="0">
                    <a:moveTo>
                      <a:pt x="21480" y="0"/>
                    </a:moveTo>
                    <a:lnTo>
                      <a:pt x="11757" y="4141"/>
                    </a:lnTo>
                    <a:lnTo>
                      <a:pt x="0" y="1590"/>
                    </a:lnTo>
                    <a:lnTo>
                      <a:pt x="0" y="7542"/>
                    </a:lnTo>
                    <a:lnTo>
                      <a:pt x="12385" y="10463"/>
                    </a:lnTo>
                    <a:lnTo>
                      <a:pt x="21480" y="5989"/>
                    </a:lnTo>
                    <a:lnTo>
                      <a:pt x="214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53"/>
              <p:cNvSpPr/>
              <p:nvPr/>
            </p:nvSpPr>
            <p:spPr>
              <a:xfrm>
                <a:off x="6552556" y="3793679"/>
                <a:ext cx="392386" cy="191827"/>
              </a:xfrm>
              <a:custGeom>
                <a:avLst/>
                <a:gdLst/>
                <a:ahLst/>
                <a:cxnLst/>
                <a:rect l="l" t="t" r="r" b="b"/>
                <a:pathLst>
                  <a:path w="21480" h="10501" extrusionOk="0">
                    <a:moveTo>
                      <a:pt x="21480" y="1"/>
                    </a:moveTo>
                    <a:lnTo>
                      <a:pt x="11757" y="4141"/>
                    </a:lnTo>
                    <a:lnTo>
                      <a:pt x="0" y="1590"/>
                    </a:lnTo>
                    <a:lnTo>
                      <a:pt x="0" y="1590"/>
                    </a:lnTo>
                    <a:lnTo>
                      <a:pt x="37" y="7580"/>
                    </a:lnTo>
                    <a:lnTo>
                      <a:pt x="12422" y="10500"/>
                    </a:lnTo>
                    <a:lnTo>
                      <a:pt x="21480" y="5990"/>
                    </a:lnTo>
                    <a:lnTo>
                      <a:pt x="214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53"/>
              <p:cNvSpPr/>
              <p:nvPr/>
            </p:nvSpPr>
            <p:spPr>
              <a:xfrm>
                <a:off x="6553232" y="3969266"/>
                <a:ext cx="392386" cy="191827"/>
              </a:xfrm>
              <a:custGeom>
                <a:avLst/>
                <a:gdLst/>
                <a:ahLst/>
                <a:cxnLst/>
                <a:rect l="l" t="t" r="r" b="b"/>
                <a:pathLst>
                  <a:path w="21480" h="10501" extrusionOk="0">
                    <a:moveTo>
                      <a:pt x="21480" y="1"/>
                    </a:moveTo>
                    <a:lnTo>
                      <a:pt x="11720" y="4142"/>
                    </a:lnTo>
                    <a:lnTo>
                      <a:pt x="0" y="1591"/>
                    </a:lnTo>
                    <a:lnTo>
                      <a:pt x="0" y="7580"/>
                    </a:lnTo>
                    <a:lnTo>
                      <a:pt x="12385" y="10501"/>
                    </a:lnTo>
                    <a:lnTo>
                      <a:pt x="21480" y="6027"/>
                    </a:lnTo>
                    <a:lnTo>
                      <a:pt x="214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53"/>
              <p:cNvSpPr/>
              <p:nvPr/>
            </p:nvSpPr>
            <p:spPr>
              <a:xfrm>
                <a:off x="6577528" y="3603222"/>
                <a:ext cx="359322" cy="78368"/>
              </a:xfrm>
              <a:custGeom>
                <a:avLst/>
                <a:gdLst/>
                <a:ahLst/>
                <a:cxnLst/>
                <a:rect l="l" t="t" r="r" b="b"/>
                <a:pathLst>
                  <a:path w="19670" h="4290" fill="none" extrusionOk="0">
                    <a:moveTo>
                      <a:pt x="1" y="1849"/>
                    </a:moveTo>
                    <a:lnTo>
                      <a:pt x="10612" y="4289"/>
                    </a:lnTo>
                    <a:lnTo>
                      <a:pt x="19669" y="1"/>
                    </a:lnTo>
                  </a:path>
                </a:pathLst>
              </a:custGeom>
              <a:noFill/>
              <a:ln w="277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53"/>
              <p:cNvSpPr/>
              <p:nvPr/>
            </p:nvSpPr>
            <p:spPr>
              <a:xfrm>
                <a:off x="6584287" y="3768013"/>
                <a:ext cx="358646" cy="78368"/>
              </a:xfrm>
              <a:custGeom>
                <a:avLst/>
                <a:gdLst/>
                <a:ahLst/>
                <a:cxnLst/>
                <a:rect l="l" t="t" r="r" b="b"/>
                <a:pathLst>
                  <a:path w="19633" h="4290" fill="none" extrusionOk="0">
                    <a:moveTo>
                      <a:pt x="1" y="1849"/>
                    </a:moveTo>
                    <a:lnTo>
                      <a:pt x="10574" y="4289"/>
                    </a:lnTo>
                    <a:lnTo>
                      <a:pt x="19632" y="1"/>
                    </a:lnTo>
                  </a:path>
                </a:pathLst>
              </a:custGeom>
              <a:noFill/>
              <a:ln w="277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53"/>
              <p:cNvSpPr/>
              <p:nvPr/>
            </p:nvSpPr>
            <p:spPr>
              <a:xfrm>
                <a:off x="6578204" y="3939563"/>
                <a:ext cx="359322" cy="78349"/>
              </a:xfrm>
              <a:custGeom>
                <a:avLst/>
                <a:gdLst/>
                <a:ahLst/>
                <a:cxnLst/>
                <a:rect l="l" t="t" r="r" b="b"/>
                <a:pathLst>
                  <a:path w="19670" h="4289" fill="none" extrusionOk="0">
                    <a:moveTo>
                      <a:pt x="1" y="1886"/>
                    </a:moveTo>
                    <a:lnTo>
                      <a:pt x="10575" y="4289"/>
                    </a:lnTo>
                    <a:lnTo>
                      <a:pt x="19669" y="0"/>
                    </a:lnTo>
                  </a:path>
                </a:pathLst>
              </a:custGeom>
              <a:noFill/>
              <a:ln w="277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53"/>
              <p:cNvSpPr/>
              <p:nvPr/>
            </p:nvSpPr>
            <p:spPr>
              <a:xfrm>
                <a:off x="6740967" y="3464097"/>
                <a:ext cx="56757" cy="48117"/>
              </a:xfrm>
              <a:custGeom>
                <a:avLst/>
                <a:gdLst/>
                <a:ahLst/>
                <a:cxnLst/>
                <a:rect l="l" t="t" r="r" b="b"/>
                <a:pathLst>
                  <a:path w="3107" h="2634" extrusionOk="0">
                    <a:moveTo>
                      <a:pt x="1775" y="1"/>
                    </a:moveTo>
                    <a:cubicBezTo>
                      <a:pt x="592" y="1"/>
                      <a:pt x="1" y="1406"/>
                      <a:pt x="851" y="2256"/>
                    </a:cubicBezTo>
                    <a:cubicBezTo>
                      <a:pt x="1112" y="2517"/>
                      <a:pt x="1437" y="2633"/>
                      <a:pt x="1759" y="2633"/>
                    </a:cubicBezTo>
                    <a:cubicBezTo>
                      <a:pt x="2441" y="2633"/>
                      <a:pt x="3106" y="2110"/>
                      <a:pt x="3106" y="1332"/>
                    </a:cubicBezTo>
                    <a:cubicBezTo>
                      <a:pt x="3106" y="592"/>
                      <a:pt x="2515" y="1"/>
                      <a:pt x="17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53"/>
              <p:cNvSpPr/>
              <p:nvPr/>
            </p:nvSpPr>
            <p:spPr>
              <a:xfrm>
                <a:off x="6696395" y="3472208"/>
                <a:ext cx="24332" cy="20752"/>
              </a:xfrm>
              <a:custGeom>
                <a:avLst/>
                <a:gdLst/>
                <a:ahLst/>
                <a:cxnLst/>
                <a:rect l="l" t="t" r="r" b="b"/>
                <a:pathLst>
                  <a:path w="1332" h="1136" extrusionOk="0">
                    <a:moveTo>
                      <a:pt x="740" y="1"/>
                    </a:moveTo>
                    <a:cubicBezTo>
                      <a:pt x="223" y="1"/>
                      <a:pt x="1" y="592"/>
                      <a:pt x="334" y="962"/>
                    </a:cubicBezTo>
                    <a:cubicBezTo>
                      <a:pt x="454" y="1082"/>
                      <a:pt x="601" y="1136"/>
                      <a:pt x="746" y="1136"/>
                    </a:cubicBezTo>
                    <a:cubicBezTo>
                      <a:pt x="1046" y="1136"/>
                      <a:pt x="1332" y="904"/>
                      <a:pt x="1332" y="555"/>
                    </a:cubicBezTo>
                    <a:cubicBezTo>
                      <a:pt x="1295" y="259"/>
                      <a:pt x="1073" y="1"/>
                      <a:pt x="74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53"/>
              <p:cNvSpPr/>
              <p:nvPr/>
            </p:nvSpPr>
            <p:spPr>
              <a:xfrm>
                <a:off x="6813234" y="3462745"/>
                <a:ext cx="22305" cy="19163"/>
              </a:xfrm>
              <a:custGeom>
                <a:avLst/>
                <a:gdLst/>
                <a:ahLst/>
                <a:cxnLst/>
                <a:rect l="l" t="t" r="r" b="b"/>
                <a:pathLst>
                  <a:path w="1221" h="1049" extrusionOk="0">
                    <a:moveTo>
                      <a:pt x="703" y="1"/>
                    </a:moveTo>
                    <a:cubicBezTo>
                      <a:pt x="223" y="1"/>
                      <a:pt x="1" y="592"/>
                      <a:pt x="333" y="888"/>
                    </a:cubicBezTo>
                    <a:cubicBezTo>
                      <a:pt x="444" y="999"/>
                      <a:pt x="580" y="1048"/>
                      <a:pt x="711" y="1048"/>
                    </a:cubicBezTo>
                    <a:cubicBezTo>
                      <a:pt x="974" y="1048"/>
                      <a:pt x="1221" y="851"/>
                      <a:pt x="1221" y="555"/>
                    </a:cubicBezTo>
                    <a:cubicBezTo>
                      <a:pt x="1221" y="260"/>
                      <a:pt x="999" y="1"/>
                      <a:pt x="7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53"/>
              <p:cNvSpPr/>
              <p:nvPr/>
            </p:nvSpPr>
            <p:spPr>
              <a:xfrm>
                <a:off x="6046035" y="3027138"/>
                <a:ext cx="91191" cy="1172445"/>
              </a:xfrm>
              <a:custGeom>
                <a:avLst/>
                <a:gdLst/>
                <a:ahLst/>
                <a:cxnLst/>
                <a:rect l="l" t="t" r="r" b="b"/>
                <a:pathLst>
                  <a:path w="4992" h="64182" extrusionOk="0">
                    <a:moveTo>
                      <a:pt x="370" y="1"/>
                    </a:moveTo>
                    <a:lnTo>
                      <a:pt x="0" y="61631"/>
                    </a:lnTo>
                    <a:cubicBezTo>
                      <a:pt x="0" y="61631"/>
                      <a:pt x="0" y="64182"/>
                      <a:pt x="2329" y="64182"/>
                    </a:cubicBezTo>
                    <a:cubicBezTo>
                      <a:pt x="3845" y="64182"/>
                      <a:pt x="4621" y="62296"/>
                      <a:pt x="4621" y="62296"/>
                    </a:cubicBezTo>
                    <a:lnTo>
                      <a:pt x="4991" y="1701"/>
                    </a:lnTo>
                    <a:lnTo>
                      <a:pt x="370"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53"/>
              <p:cNvSpPr/>
              <p:nvPr/>
            </p:nvSpPr>
            <p:spPr>
              <a:xfrm>
                <a:off x="6591722" y="3228409"/>
                <a:ext cx="91191" cy="1172445"/>
              </a:xfrm>
              <a:custGeom>
                <a:avLst/>
                <a:gdLst/>
                <a:ahLst/>
                <a:cxnLst/>
                <a:rect l="l" t="t" r="r" b="b"/>
                <a:pathLst>
                  <a:path w="4992" h="64182" extrusionOk="0">
                    <a:moveTo>
                      <a:pt x="370" y="0"/>
                    </a:moveTo>
                    <a:lnTo>
                      <a:pt x="0" y="61630"/>
                    </a:lnTo>
                    <a:cubicBezTo>
                      <a:pt x="0" y="61630"/>
                      <a:pt x="0" y="64181"/>
                      <a:pt x="2329" y="64181"/>
                    </a:cubicBezTo>
                    <a:cubicBezTo>
                      <a:pt x="3845" y="64181"/>
                      <a:pt x="4622" y="62296"/>
                      <a:pt x="4622" y="62296"/>
                    </a:cubicBezTo>
                    <a:lnTo>
                      <a:pt x="4991" y="1701"/>
                    </a:lnTo>
                    <a:lnTo>
                      <a:pt x="3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53"/>
              <p:cNvSpPr/>
              <p:nvPr/>
            </p:nvSpPr>
            <p:spPr>
              <a:xfrm>
                <a:off x="7842479" y="2709722"/>
                <a:ext cx="85802" cy="1131270"/>
              </a:xfrm>
              <a:custGeom>
                <a:avLst/>
                <a:gdLst/>
                <a:ahLst/>
                <a:cxnLst/>
                <a:rect l="l" t="t" r="r" b="b"/>
                <a:pathLst>
                  <a:path w="4697" h="61928" extrusionOk="0">
                    <a:moveTo>
                      <a:pt x="371" y="1"/>
                    </a:moveTo>
                    <a:lnTo>
                      <a:pt x="38" y="59486"/>
                    </a:lnTo>
                    <a:cubicBezTo>
                      <a:pt x="38" y="59486"/>
                      <a:pt x="1" y="61927"/>
                      <a:pt x="2182" y="61927"/>
                    </a:cubicBezTo>
                    <a:cubicBezTo>
                      <a:pt x="2196" y="61927"/>
                      <a:pt x="2211" y="61927"/>
                      <a:pt x="2225" y="61927"/>
                    </a:cubicBezTo>
                    <a:cubicBezTo>
                      <a:pt x="3639" y="61927"/>
                      <a:pt x="4363" y="60115"/>
                      <a:pt x="4363" y="60115"/>
                    </a:cubicBezTo>
                    <a:lnTo>
                      <a:pt x="4696" y="1627"/>
                    </a:lnTo>
                    <a:lnTo>
                      <a:pt x="371"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53"/>
              <p:cNvSpPr/>
              <p:nvPr/>
            </p:nvSpPr>
            <p:spPr>
              <a:xfrm>
                <a:off x="6007527" y="2709722"/>
                <a:ext cx="2563022" cy="506540"/>
              </a:xfrm>
              <a:custGeom>
                <a:avLst/>
                <a:gdLst/>
                <a:ahLst/>
                <a:cxnLst/>
                <a:rect l="l" t="t" r="r" b="b"/>
                <a:pathLst>
                  <a:path w="140305" h="27729" extrusionOk="0">
                    <a:moveTo>
                      <a:pt x="102335" y="1"/>
                    </a:moveTo>
                    <a:lnTo>
                      <a:pt x="1" y="14937"/>
                    </a:lnTo>
                    <a:lnTo>
                      <a:pt x="34679" y="27729"/>
                    </a:lnTo>
                    <a:lnTo>
                      <a:pt x="140304" y="6101"/>
                    </a:lnTo>
                    <a:lnTo>
                      <a:pt x="102335" y="1"/>
                    </a:lnTo>
                    <a:close/>
                  </a:path>
                </a:pathLst>
              </a:custGeom>
              <a:solidFill>
                <a:srgbClr val="400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53"/>
              <p:cNvSpPr/>
              <p:nvPr/>
            </p:nvSpPr>
            <p:spPr>
              <a:xfrm>
                <a:off x="6006176" y="2982565"/>
                <a:ext cx="634869" cy="330276"/>
              </a:xfrm>
              <a:custGeom>
                <a:avLst/>
                <a:gdLst/>
                <a:ahLst/>
                <a:cxnLst/>
                <a:rect l="l" t="t" r="r" b="b"/>
                <a:pathLst>
                  <a:path w="34754" h="18080" extrusionOk="0">
                    <a:moveTo>
                      <a:pt x="75" y="1"/>
                    </a:moveTo>
                    <a:lnTo>
                      <a:pt x="1" y="3328"/>
                    </a:lnTo>
                    <a:lnTo>
                      <a:pt x="34642" y="18079"/>
                    </a:lnTo>
                    <a:lnTo>
                      <a:pt x="34753" y="12793"/>
                    </a:lnTo>
                    <a:lnTo>
                      <a:pt x="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53"/>
              <p:cNvSpPr/>
              <p:nvPr/>
            </p:nvSpPr>
            <p:spPr>
              <a:xfrm>
                <a:off x="6638998" y="2821154"/>
                <a:ext cx="1931551" cy="491688"/>
              </a:xfrm>
              <a:custGeom>
                <a:avLst/>
                <a:gdLst/>
                <a:ahLst/>
                <a:cxnLst/>
                <a:rect l="l" t="t" r="r" b="b"/>
                <a:pathLst>
                  <a:path w="105737" h="26916" extrusionOk="0">
                    <a:moveTo>
                      <a:pt x="105736" y="1"/>
                    </a:moveTo>
                    <a:lnTo>
                      <a:pt x="111" y="21629"/>
                    </a:lnTo>
                    <a:lnTo>
                      <a:pt x="0" y="26915"/>
                    </a:lnTo>
                    <a:lnTo>
                      <a:pt x="105699" y="3883"/>
                    </a:lnTo>
                    <a:lnTo>
                      <a:pt x="1057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53"/>
              <p:cNvSpPr/>
              <p:nvPr/>
            </p:nvSpPr>
            <p:spPr>
              <a:xfrm>
                <a:off x="6007527" y="2982565"/>
                <a:ext cx="633517" cy="269500"/>
              </a:xfrm>
              <a:custGeom>
                <a:avLst/>
                <a:gdLst/>
                <a:ahLst/>
                <a:cxnLst/>
                <a:rect l="l" t="t" r="r" b="b"/>
                <a:pathLst>
                  <a:path w="34680" h="14753" extrusionOk="0">
                    <a:moveTo>
                      <a:pt x="1" y="1"/>
                    </a:moveTo>
                    <a:lnTo>
                      <a:pt x="1" y="851"/>
                    </a:lnTo>
                    <a:lnTo>
                      <a:pt x="34642" y="14752"/>
                    </a:lnTo>
                    <a:lnTo>
                      <a:pt x="34679" y="12793"/>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53"/>
              <p:cNvSpPr/>
              <p:nvPr/>
            </p:nvSpPr>
            <p:spPr>
              <a:xfrm>
                <a:off x="6640350" y="2821154"/>
                <a:ext cx="1930199" cy="430912"/>
              </a:xfrm>
              <a:custGeom>
                <a:avLst/>
                <a:gdLst/>
                <a:ahLst/>
                <a:cxnLst/>
                <a:rect l="l" t="t" r="r" b="b"/>
                <a:pathLst>
                  <a:path w="105663" h="23589" extrusionOk="0">
                    <a:moveTo>
                      <a:pt x="105662" y="1"/>
                    </a:moveTo>
                    <a:lnTo>
                      <a:pt x="37" y="21629"/>
                    </a:lnTo>
                    <a:lnTo>
                      <a:pt x="0" y="23588"/>
                    </a:lnTo>
                    <a:lnTo>
                      <a:pt x="105662" y="925"/>
                    </a:lnTo>
                    <a:lnTo>
                      <a:pt x="1056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53"/>
              <p:cNvSpPr/>
              <p:nvPr/>
            </p:nvSpPr>
            <p:spPr>
              <a:xfrm>
                <a:off x="6007527" y="2709722"/>
                <a:ext cx="2563697" cy="428190"/>
              </a:xfrm>
              <a:custGeom>
                <a:avLst/>
                <a:gdLst/>
                <a:ahLst/>
                <a:cxnLst/>
                <a:rect l="l" t="t" r="r" b="b"/>
                <a:pathLst>
                  <a:path w="140342" h="23440" extrusionOk="0">
                    <a:moveTo>
                      <a:pt x="102335" y="1"/>
                    </a:moveTo>
                    <a:lnTo>
                      <a:pt x="1" y="14937"/>
                    </a:lnTo>
                    <a:lnTo>
                      <a:pt x="23107" y="23440"/>
                    </a:lnTo>
                    <a:cubicBezTo>
                      <a:pt x="22959" y="23329"/>
                      <a:pt x="22812" y="23144"/>
                      <a:pt x="22701" y="22996"/>
                    </a:cubicBezTo>
                    <a:cubicBezTo>
                      <a:pt x="20224" y="19743"/>
                      <a:pt x="24143" y="17303"/>
                      <a:pt x="26878" y="16416"/>
                    </a:cubicBezTo>
                    <a:cubicBezTo>
                      <a:pt x="28764" y="15824"/>
                      <a:pt x="30686" y="15491"/>
                      <a:pt x="32609" y="15085"/>
                    </a:cubicBezTo>
                    <a:cubicBezTo>
                      <a:pt x="35862" y="14382"/>
                      <a:pt x="39153" y="13791"/>
                      <a:pt x="42443" y="13310"/>
                    </a:cubicBezTo>
                    <a:cubicBezTo>
                      <a:pt x="49726" y="12238"/>
                      <a:pt x="57083" y="11572"/>
                      <a:pt x="64367" y="10463"/>
                    </a:cubicBezTo>
                    <a:cubicBezTo>
                      <a:pt x="78933" y="8319"/>
                      <a:pt x="93056" y="3328"/>
                      <a:pt x="107918" y="3291"/>
                    </a:cubicBezTo>
                    <a:cubicBezTo>
                      <a:pt x="113981" y="3291"/>
                      <a:pt x="120007" y="4585"/>
                      <a:pt x="125516" y="7099"/>
                    </a:cubicBezTo>
                    <a:cubicBezTo>
                      <a:pt x="126514" y="7543"/>
                      <a:pt x="127512" y="8023"/>
                      <a:pt x="128511" y="8541"/>
                    </a:cubicBezTo>
                    <a:lnTo>
                      <a:pt x="140341" y="6101"/>
                    </a:lnTo>
                    <a:lnTo>
                      <a:pt x="102335"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53"/>
              <p:cNvSpPr/>
              <p:nvPr/>
            </p:nvSpPr>
            <p:spPr>
              <a:xfrm>
                <a:off x="6582259" y="2738091"/>
                <a:ext cx="736838" cy="237076"/>
              </a:xfrm>
              <a:custGeom>
                <a:avLst/>
                <a:gdLst/>
                <a:ahLst/>
                <a:cxnLst/>
                <a:rect l="l" t="t" r="r" b="b"/>
                <a:pathLst>
                  <a:path w="40336" h="12978" extrusionOk="0">
                    <a:moveTo>
                      <a:pt x="31315" y="0"/>
                    </a:moveTo>
                    <a:lnTo>
                      <a:pt x="38" y="4363"/>
                    </a:lnTo>
                    <a:lnTo>
                      <a:pt x="1" y="12977"/>
                    </a:lnTo>
                    <a:lnTo>
                      <a:pt x="40336" y="6396"/>
                    </a:lnTo>
                    <a:lnTo>
                      <a:pt x="31315" y="0"/>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53"/>
              <p:cNvSpPr/>
              <p:nvPr/>
            </p:nvSpPr>
            <p:spPr>
              <a:xfrm>
                <a:off x="6582259" y="2940020"/>
                <a:ext cx="532881" cy="210734"/>
              </a:xfrm>
              <a:custGeom>
                <a:avLst/>
                <a:gdLst/>
                <a:ahLst/>
                <a:cxnLst/>
                <a:rect l="l" t="t" r="r" b="b"/>
                <a:pathLst>
                  <a:path w="29171" h="11536" extrusionOk="0">
                    <a:moveTo>
                      <a:pt x="11757" y="1"/>
                    </a:moveTo>
                    <a:lnTo>
                      <a:pt x="1" y="1664"/>
                    </a:lnTo>
                    <a:lnTo>
                      <a:pt x="14308" y="11535"/>
                    </a:lnTo>
                    <a:lnTo>
                      <a:pt x="29171" y="8430"/>
                    </a:lnTo>
                    <a:lnTo>
                      <a:pt x="11757"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53"/>
              <p:cNvSpPr/>
              <p:nvPr/>
            </p:nvSpPr>
            <p:spPr>
              <a:xfrm>
                <a:off x="6575519" y="2667853"/>
                <a:ext cx="1391253" cy="482901"/>
              </a:xfrm>
              <a:custGeom>
                <a:avLst/>
                <a:gdLst/>
                <a:ahLst/>
                <a:cxnLst/>
                <a:rect l="l" t="t" r="r" b="b"/>
                <a:pathLst>
                  <a:path w="76160" h="26435" extrusionOk="0">
                    <a:moveTo>
                      <a:pt x="59560" y="0"/>
                    </a:moveTo>
                    <a:lnTo>
                      <a:pt x="407" y="7727"/>
                    </a:lnTo>
                    <a:lnTo>
                      <a:pt x="0" y="9391"/>
                    </a:lnTo>
                    <a:lnTo>
                      <a:pt x="14677" y="26434"/>
                    </a:lnTo>
                    <a:lnTo>
                      <a:pt x="76123" y="13680"/>
                    </a:lnTo>
                    <a:lnTo>
                      <a:pt x="76160" y="12275"/>
                    </a:lnTo>
                    <a:lnTo>
                      <a:pt x="59560" y="0"/>
                    </a:lnTo>
                    <a:close/>
                  </a:path>
                </a:pathLst>
              </a:custGeom>
              <a:solidFill>
                <a:srgbClr val="3FC1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53"/>
              <p:cNvSpPr/>
              <p:nvPr/>
            </p:nvSpPr>
            <p:spPr>
              <a:xfrm>
                <a:off x="6582935" y="2652326"/>
                <a:ext cx="1383836" cy="467356"/>
              </a:xfrm>
              <a:custGeom>
                <a:avLst/>
                <a:gdLst/>
                <a:ahLst/>
                <a:cxnLst/>
                <a:rect l="l" t="t" r="r" b="b"/>
                <a:pathLst>
                  <a:path w="75754" h="25584" extrusionOk="0">
                    <a:moveTo>
                      <a:pt x="59708" y="0"/>
                    </a:moveTo>
                    <a:lnTo>
                      <a:pt x="1" y="8577"/>
                    </a:lnTo>
                    <a:lnTo>
                      <a:pt x="14715" y="25584"/>
                    </a:lnTo>
                    <a:lnTo>
                      <a:pt x="75754" y="13125"/>
                    </a:lnTo>
                    <a:lnTo>
                      <a:pt x="5970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53"/>
              <p:cNvSpPr/>
              <p:nvPr/>
            </p:nvSpPr>
            <p:spPr>
              <a:xfrm>
                <a:off x="6646415" y="2816423"/>
                <a:ext cx="415366" cy="264093"/>
              </a:xfrm>
              <a:custGeom>
                <a:avLst/>
                <a:gdLst/>
                <a:ahLst/>
                <a:cxnLst/>
                <a:rect l="l" t="t" r="r" b="b"/>
                <a:pathLst>
                  <a:path w="22738" h="14457" fill="none" extrusionOk="0">
                    <a:moveTo>
                      <a:pt x="1" y="1"/>
                    </a:moveTo>
                    <a:lnTo>
                      <a:pt x="11758" y="13865"/>
                    </a:lnTo>
                    <a:lnTo>
                      <a:pt x="15455" y="14456"/>
                    </a:lnTo>
                    <a:lnTo>
                      <a:pt x="22738" y="13126"/>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53"/>
              <p:cNvSpPr/>
              <p:nvPr/>
            </p:nvSpPr>
            <p:spPr>
              <a:xfrm>
                <a:off x="6705181" y="2802247"/>
                <a:ext cx="15546" cy="49322"/>
              </a:xfrm>
              <a:custGeom>
                <a:avLst/>
                <a:gdLst/>
                <a:ahLst/>
                <a:cxnLst/>
                <a:rect l="l" t="t" r="r" b="b"/>
                <a:pathLst>
                  <a:path w="851" h="2700" fill="none" extrusionOk="0">
                    <a:moveTo>
                      <a:pt x="851" y="1"/>
                    </a:moveTo>
                    <a:lnTo>
                      <a:pt x="0" y="2699"/>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53"/>
              <p:cNvSpPr/>
              <p:nvPr/>
            </p:nvSpPr>
            <p:spPr>
              <a:xfrm>
                <a:off x="6722736" y="2807654"/>
                <a:ext cx="15546" cy="49322"/>
              </a:xfrm>
              <a:custGeom>
                <a:avLst/>
                <a:gdLst/>
                <a:ahLst/>
                <a:cxnLst/>
                <a:rect l="l" t="t" r="r" b="b"/>
                <a:pathLst>
                  <a:path w="851" h="2700" fill="none" extrusionOk="0">
                    <a:moveTo>
                      <a:pt x="851" y="0"/>
                    </a:moveTo>
                    <a:lnTo>
                      <a:pt x="1" y="2699"/>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53"/>
              <p:cNvSpPr/>
              <p:nvPr/>
            </p:nvSpPr>
            <p:spPr>
              <a:xfrm>
                <a:off x="7825600" y="2836024"/>
                <a:ext cx="16222" cy="49304"/>
              </a:xfrm>
              <a:custGeom>
                <a:avLst/>
                <a:gdLst/>
                <a:ahLst/>
                <a:cxnLst/>
                <a:rect l="l" t="t" r="r" b="b"/>
                <a:pathLst>
                  <a:path w="888" h="2699" fill="none" extrusionOk="0">
                    <a:moveTo>
                      <a:pt x="888" y="0"/>
                    </a:moveTo>
                    <a:lnTo>
                      <a:pt x="1" y="2699"/>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53"/>
              <p:cNvSpPr/>
              <p:nvPr/>
            </p:nvSpPr>
            <p:spPr>
              <a:xfrm>
                <a:off x="7843155" y="2840737"/>
                <a:ext cx="16240" cy="49322"/>
              </a:xfrm>
              <a:custGeom>
                <a:avLst/>
                <a:gdLst/>
                <a:ahLst/>
                <a:cxnLst/>
                <a:rect l="l" t="t" r="r" b="b"/>
                <a:pathLst>
                  <a:path w="889" h="2700" fill="none" extrusionOk="0">
                    <a:moveTo>
                      <a:pt x="888" y="1"/>
                    </a:moveTo>
                    <a:lnTo>
                      <a:pt x="1" y="2700"/>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53"/>
              <p:cNvSpPr/>
              <p:nvPr/>
            </p:nvSpPr>
            <p:spPr>
              <a:xfrm>
                <a:off x="7598681" y="2673260"/>
                <a:ext cx="295824" cy="184392"/>
              </a:xfrm>
              <a:custGeom>
                <a:avLst/>
                <a:gdLst/>
                <a:ahLst/>
                <a:cxnLst/>
                <a:rect l="l" t="t" r="r" b="b"/>
                <a:pathLst>
                  <a:path w="16194" h="10094" fill="none" extrusionOk="0">
                    <a:moveTo>
                      <a:pt x="1" y="444"/>
                    </a:moveTo>
                    <a:lnTo>
                      <a:pt x="2404" y="0"/>
                    </a:lnTo>
                    <a:lnTo>
                      <a:pt x="4511" y="592"/>
                    </a:lnTo>
                    <a:lnTo>
                      <a:pt x="16194" y="10093"/>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53"/>
              <p:cNvSpPr/>
              <p:nvPr/>
            </p:nvSpPr>
            <p:spPr>
              <a:xfrm>
                <a:off x="7480491" y="2675288"/>
                <a:ext cx="148606" cy="76998"/>
              </a:xfrm>
              <a:custGeom>
                <a:avLst/>
                <a:gdLst/>
                <a:ahLst/>
                <a:cxnLst/>
                <a:rect l="l" t="t" r="r" b="b"/>
                <a:pathLst>
                  <a:path w="8135" h="4215" fill="none" extrusionOk="0">
                    <a:moveTo>
                      <a:pt x="925" y="0"/>
                    </a:moveTo>
                    <a:cubicBezTo>
                      <a:pt x="629" y="629"/>
                      <a:pt x="1" y="1220"/>
                      <a:pt x="1295" y="1553"/>
                    </a:cubicBezTo>
                    <a:cubicBezTo>
                      <a:pt x="2219" y="1775"/>
                      <a:pt x="3402" y="1553"/>
                      <a:pt x="4400" y="1553"/>
                    </a:cubicBezTo>
                    <a:cubicBezTo>
                      <a:pt x="5472" y="1516"/>
                      <a:pt x="5953" y="1812"/>
                      <a:pt x="6249" y="2477"/>
                    </a:cubicBezTo>
                    <a:cubicBezTo>
                      <a:pt x="6508" y="3032"/>
                      <a:pt x="6803" y="4215"/>
                      <a:pt x="8134" y="4030"/>
                    </a:cubicBez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53"/>
              <p:cNvSpPr/>
              <p:nvPr/>
            </p:nvSpPr>
            <p:spPr>
              <a:xfrm>
                <a:off x="7576395" y="2734237"/>
                <a:ext cx="197892" cy="131983"/>
              </a:xfrm>
              <a:custGeom>
                <a:avLst/>
                <a:gdLst/>
                <a:ahLst/>
                <a:cxnLst/>
                <a:rect l="l" t="t" r="r" b="b"/>
                <a:pathLst>
                  <a:path w="10833" h="7225" extrusionOk="0">
                    <a:moveTo>
                      <a:pt x="4689" y="1"/>
                    </a:moveTo>
                    <a:cubicBezTo>
                      <a:pt x="3957" y="1"/>
                      <a:pt x="3291" y="272"/>
                      <a:pt x="2108" y="803"/>
                    </a:cubicBezTo>
                    <a:cubicBezTo>
                      <a:pt x="1" y="1764"/>
                      <a:pt x="814" y="3724"/>
                      <a:pt x="1442" y="4352"/>
                    </a:cubicBezTo>
                    <a:cubicBezTo>
                      <a:pt x="1602" y="4497"/>
                      <a:pt x="1636" y="4528"/>
                      <a:pt x="1686" y="4528"/>
                    </a:cubicBezTo>
                    <a:cubicBezTo>
                      <a:pt x="1724" y="4528"/>
                      <a:pt x="1770" y="4511"/>
                      <a:pt x="1886" y="4511"/>
                    </a:cubicBezTo>
                    <a:cubicBezTo>
                      <a:pt x="2008" y="4511"/>
                      <a:pt x="2206" y="4530"/>
                      <a:pt x="2551" y="4611"/>
                    </a:cubicBezTo>
                    <a:cubicBezTo>
                      <a:pt x="3661" y="4833"/>
                      <a:pt x="3845" y="5239"/>
                      <a:pt x="4622" y="6275"/>
                    </a:cubicBezTo>
                    <a:cubicBezTo>
                      <a:pt x="5091" y="6878"/>
                      <a:pt x="6047" y="7225"/>
                      <a:pt x="7114" y="7225"/>
                    </a:cubicBezTo>
                    <a:cubicBezTo>
                      <a:pt x="7812" y="7225"/>
                      <a:pt x="8556" y="7077"/>
                      <a:pt x="9243" y="6755"/>
                    </a:cubicBezTo>
                    <a:cubicBezTo>
                      <a:pt x="10500" y="6164"/>
                      <a:pt x="10833" y="4944"/>
                      <a:pt x="10833" y="3945"/>
                    </a:cubicBezTo>
                    <a:cubicBezTo>
                      <a:pt x="10796" y="2910"/>
                      <a:pt x="9428" y="1505"/>
                      <a:pt x="6914" y="544"/>
                    </a:cubicBezTo>
                    <a:cubicBezTo>
                      <a:pt x="5920" y="180"/>
                      <a:pt x="5283" y="1"/>
                      <a:pt x="46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53"/>
              <p:cNvSpPr/>
              <p:nvPr/>
            </p:nvSpPr>
            <p:spPr>
              <a:xfrm>
                <a:off x="7614209" y="2736941"/>
                <a:ext cx="107413" cy="62694"/>
              </a:xfrm>
              <a:custGeom>
                <a:avLst/>
                <a:gdLst/>
                <a:ahLst/>
                <a:cxnLst/>
                <a:rect l="l" t="t" r="r" b="b"/>
                <a:pathLst>
                  <a:path w="5880" h="3432" extrusionOk="0">
                    <a:moveTo>
                      <a:pt x="1496" y="1"/>
                    </a:moveTo>
                    <a:cubicBezTo>
                      <a:pt x="1254" y="1"/>
                      <a:pt x="1008" y="59"/>
                      <a:pt x="777" y="174"/>
                    </a:cubicBezTo>
                    <a:cubicBezTo>
                      <a:pt x="629" y="211"/>
                      <a:pt x="1" y="544"/>
                      <a:pt x="38" y="618"/>
                    </a:cubicBezTo>
                    <a:cubicBezTo>
                      <a:pt x="518" y="1394"/>
                      <a:pt x="3254" y="3021"/>
                      <a:pt x="3254" y="3021"/>
                    </a:cubicBezTo>
                    <a:cubicBezTo>
                      <a:pt x="3654" y="3305"/>
                      <a:pt x="4095" y="3431"/>
                      <a:pt x="4499" y="3431"/>
                    </a:cubicBezTo>
                    <a:cubicBezTo>
                      <a:pt x="5253" y="3431"/>
                      <a:pt x="5879" y="2992"/>
                      <a:pt x="5879" y="2319"/>
                    </a:cubicBezTo>
                    <a:cubicBezTo>
                      <a:pt x="5879" y="1334"/>
                      <a:pt x="2429" y="63"/>
                      <a:pt x="1942" y="63"/>
                    </a:cubicBezTo>
                    <a:cubicBezTo>
                      <a:pt x="1935" y="63"/>
                      <a:pt x="1929" y="63"/>
                      <a:pt x="1923" y="63"/>
                    </a:cubicBezTo>
                    <a:cubicBezTo>
                      <a:pt x="1785" y="22"/>
                      <a:pt x="1641" y="1"/>
                      <a:pt x="14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53"/>
              <p:cNvSpPr/>
              <p:nvPr/>
            </p:nvSpPr>
            <p:spPr>
              <a:xfrm>
                <a:off x="7591922" y="2772197"/>
                <a:ext cx="181013" cy="97603"/>
              </a:xfrm>
              <a:custGeom>
                <a:avLst/>
                <a:gdLst/>
                <a:ahLst/>
                <a:cxnLst/>
                <a:rect l="l" t="t" r="r" b="b"/>
                <a:pathLst>
                  <a:path w="9909" h="5343" extrusionOk="0">
                    <a:moveTo>
                      <a:pt x="812" y="1"/>
                    </a:moveTo>
                    <a:cubicBezTo>
                      <a:pt x="641" y="1"/>
                      <a:pt x="488" y="69"/>
                      <a:pt x="371" y="241"/>
                    </a:cubicBezTo>
                    <a:cubicBezTo>
                      <a:pt x="1" y="943"/>
                      <a:pt x="112" y="1793"/>
                      <a:pt x="666" y="2385"/>
                    </a:cubicBezTo>
                    <a:cubicBezTo>
                      <a:pt x="999" y="2718"/>
                      <a:pt x="1997" y="3013"/>
                      <a:pt x="2441" y="3272"/>
                    </a:cubicBezTo>
                    <a:cubicBezTo>
                      <a:pt x="3069" y="3605"/>
                      <a:pt x="3402" y="4307"/>
                      <a:pt x="4031" y="4714"/>
                    </a:cubicBezTo>
                    <a:cubicBezTo>
                      <a:pt x="4696" y="5121"/>
                      <a:pt x="5436" y="5306"/>
                      <a:pt x="6212" y="5343"/>
                    </a:cubicBezTo>
                    <a:cubicBezTo>
                      <a:pt x="7136" y="5343"/>
                      <a:pt x="9613" y="4751"/>
                      <a:pt x="9909" y="2755"/>
                    </a:cubicBezTo>
                    <a:lnTo>
                      <a:pt x="9909" y="2755"/>
                    </a:lnTo>
                    <a:cubicBezTo>
                      <a:pt x="9027" y="3931"/>
                      <a:pt x="8116" y="4327"/>
                      <a:pt x="7253" y="4327"/>
                    </a:cubicBezTo>
                    <a:cubicBezTo>
                      <a:pt x="7139" y="4327"/>
                      <a:pt x="7026" y="4320"/>
                      <a:pt x="6914" y="4307"/>
                    </a:cubicBezTo>
                    <a:cubicBezTo>
                      <a:pt x="4881" y="4123"/>
                      <a:pt x="3772" y="1978"/>
                      <a:pt x="2330" y="869"/>
                    </a:cubicBezTo>
                    <a:cubicBezTo>
                      <a:pt x="2023" y="646"/>
                      <a:pt x="1336" y="1"/>
                      <a:pt x="8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53"/>
              <p:cNvSpPr/>
              <p:nvPr/>
            </p:nvSpPr>
            <p:spPr>
              <a:xfrm>
                <a:off x="7635143" y="2741380"/>
                <a:ext cx="39878" cy="20624"/>
              </a:xfrm>
              <a:custGeom>
                <a:avLst/>
                <a:gdLst/>
                <a:ahLst/>
                <a:cxnLst/>
                <a:rect l="l" t="t" r="r" b="b"/>
                <a:pathLst>
                  <a:path w="2183" h="1129" extrusionOk="0">
                    <a:moveTo>
                      <a:pt x="453" y="0"/>
                    </a:moveTo>
                    <a:cubicBezTo>
                      <a:pt x="229" y="0"/>
                      <a:pt x="68" y="172"/>
                      <a:pt x="1" y="375"/>
                    </a:cubicBezTo>
                    <a:cubicBezTo>
                      <a:pt x="519" y="671"/>
                      <a:pt x="999" y="929"/>
                      <a:pt x="1554" y="1114"/>
                    </a:cubicBezTo>
                    <a:cubicBezTo>
                      <a:pt x="1652" y="1114"/>
                      <a:pt x="1729" y="1129"/>
                      <a:pt x="1797" y="1129"/>
                    </a:cubicBezTo>
                    <a:cubicBezTo>
                      <a:pt x="1881" y="1129"/>
                      <a:pt x="1952" y="1106"/>
                      <a:pt x="2034" y="1003"/>
                    </a:cubicBezTo>
                    <a:cubicBezTo>
                      <a:pt x="2182" y="856"/>
                      <a:pt x="2034" y="671"/>
                      <a:pt x="1739" y="449"/>
                    </a:cubicBezTo>
                    <a:cubicBezTo>
                      <a:pt x="1406" y="190"/>
                      <a:pt x="962" y="5"/>
                      <a:pt x="519" y="5"/>
                    </a:cubicBezTo>
                    <a:cubicBezTo>
                      <a:pt x="496" y="2"/>
                      <a:pt x="474" y="0"/>
                      <a:pt x="4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53"/>
              <p:cNvSpPr/>
              <p:nvPr/>
            </p:nvSpPr>
            <p:spPr>
              <a:xfrm>
                <a:off x="7385262" y="2794136"/>
                <a:ext cx="54729" cy="29739"/>
              </a:xfrm>
              <a:custGeom>
                <a:avLst/>
                <a:gdLst/>
                <a:ahLst/>
                <a:cxnLst/>
                <a:rect l="l" t="t" r="r" b="b"/>
                <a:pathLst>
                  <a:path w="2996" h="1628" extrusionOk="0">
                    <a:moveTo>
                      <a:pt x="1812" y="1"/>
                    </a:moveTo>
                    <a:lnTo>
                      <a:pt x="1" y="297"/>
                    </a:lnTo>
                    <a:lnTo>
                      <a:pt x="1221" y="1628"/>
                    </a:lnTo>
                    <a:lnTo>
                      <a:pt x="2995" y="1295"/>
                    </a:lnTo>
                    <a:lnTo>
                      <a:pt x="181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53"/>
              <p:cNvSpPr/>
              <p:nvPr/>
            </p:nvSpPr>
            <p:spPr>
              <a:xfrm>
                <a:off x="7364328" y="2770498"/>
                <a:ext cx="48646" cy="22981"/>
              </a:xfrm>
              <a:custGeom>
                <a:avLst/>
                <a:gdLst/>
                <a:ahLst/>
                <a:cxnLst/>
                <a:rect l="l" t="t" r="r" b="b"/>
                <a:pathLst>
                  <a:path w="2663" h="1258" extrusionOk="0">
                    <a:moveTo>
                      <a:pt x="1812" y="1"/>
                    </a:moveTo>
                    <a:lnTo>
                      <a:pt x="1" y="297"/>
                    </a:lnTo>
                    <a:lnTo>
                      <a:pt x="851" y="1258"/>
                    </a:lnTo>
                    <a:lnTo>
                      <a:pt x="2663" y="962"/>
                    </a:lnTo>
                    <a:lnTo>
                      <a:pt x="18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53"/>
              <p:cNvSpPr/>
              <p:nvPr/>
            </p:nvSpPr>
            <p:spPr>
              <a:xfrm>
                <a:off x="7118502" y="2811034"/>
                <a:ext cx="46619" cy="24332"/>
              </a:xfrm>
              <a:custGeom>
                <a:avLst/>
                <a:gdLst/>
                <a:ahLst/>
                <a:cxnLst/>
                <a:rect l="l" t="t" r="r" b="b"/>
                <a:pathLst>
                  <a:path w="2552" h="1332" extrusionOk="0">
                    <a:moveTo>
                      <a:pt x="1590" y="0"/>
                    </a:moveTo>
                    <a:lnTo>
                      <a:pt x="0" y="222"/>
                    </a:lnTo>
                    <a:lnTo>
                      <a:pt x="999" y="1331"/>
                    </a:lnTo>
                    <a:lnTo>
                      <a:pt x="2551" y="1072"/>
                    </a:lnTo>
                    <a:lnTo>
                      <a:pt x="159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53"/>
              <p:cNvSpPr/>
              <p:nvPr/>
            </p:nvSpPr>
            <p:spPr>
              <a:xfrm>
                <a:off x="7425122" y="2787395"/>
                <a:ext cx="52683" cy="29045"/>
              </a:xfrm>
              <a:custGeom>
                <a:avLst/>
                <a:gdLst/>
                <a:ahLst/>
                <a:cxnLst/>
                <a:rect l="l" t="t" r="r" b="b"/>
                <a:pathLst>
                  <a:path w="2884" h="1590" extrusionOk="0">
                    <a:moveTo>
                      <a:pt x="1738" y="0"/>
                    </a:moveTo>
                    <a:lnTo>
                      <a:pt x="0" y="296"/>
                    </a:lnTo>
                    <a:lnTo>
                      <a:pt x="1183" y="1590"/>
                    </a:lnTo>
                    <a:lnTo>
                      <a:pt x="2884" y="1257"/>
                    </a:lnTo>
                    <a:lnTo>
                      <a:pt x="173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53"/>
              <p:cNvSpPr/>
              <p:nvPr/>
            </p:nvSpPr>
            <p:spPr>
              <a:xfrm>
                <a:off x="7404169" y="2764433"/>
                <a:ext cx="47295" cy="22305"/>
              </a:xfrm>
              <a:custGeom>
                <a:avLst/>
                <a:gdLst/>
                <a:ahLst/>
                <a:cxnLst/>
                <a:rect l="l" t="t" r="r" b="b"/>
                <a:pathLst>
                  <a:path w="2589" h="1221" extrusionOk="0">
                    <a:moveTo>
                      <a:pt x="1739" y="0"/>
                    </a:moveTo>
                    <a:lnTo>
                      <a:pt x="1" y="296"/>
                    </a:lnTo>
                    <a:lnTo>
                      <a:pt x="851" y="1220"/>
                    </a:lnTo>
                    <a:lnTo>
                      <a:pt x="2589" y="924"/>
                    </a:lnTo>
                    <a:lnTo>
                      <a:pt x="173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53"/>
              <p:cNvSpPr/>
              <p:nvPr/>
            </p:nvSpPr>
            <p:spPr>
              <a:xfrm>
                <a:off x="7290710" y="2783340"/>
                <a:ext cx="45267" cy="22981"/>
              </a:xfrm>
              <a:custGeom>
                <a:avLst/>
                <a:gdLst/>
                <a:ahLst/>
                <a:cxnLst/>
                <a:rect l="l" t="t" r="r" b="b"/>
                <a:pathLst>
                  <a:path w="2478" h="1258" extrusionOk="0">
                    <a:moveTo>
                      <a:pt x="1591" y="0"/>
                    </a:moveTo>
                    <a:lnTo>
                      <a:pt x="1" y="222"/>
                    </a:lnTo>
                    <a:lnTo>
                      <a:pt x="925" y="1257"/>
                    </a:lnTo>
                    <a:lnTo>
                      <a:pt x="2478" y="962"/>
                    </a:lnTo>
                    <a:lnTo>
                      <a:pt x="15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53"/>
              <p:cNvSpPr/>
              <p:nvPr/>
            </p:nvSpPr>
            <p:spPr>
              <a:xfrm>
                <a:off x="7153612" y="2803599"/>
                <a:ext cx="54729" cy="25684"/>
              </a:xfrm>
              <a:custGeom>
                <a:avLst/>
                <a:gdLst/>
                <a:ahLst/>
                <a:cxnLst/>
                <a:rect l="l" t="t" r="r" b="b"/>
                <a:pathLst>
                  <a:path w="2996" h="1406" extrusionOk="0">
                    <a:moveTo>
                      <a:pt x="2034" y="0"/>
                    </a:moveTo>
                    <a:lnTo>
                      <a:pt x="1" y="333"/>
                    </a:lnTo>
                    <a:lnTo>
                      <a:pt x="999" y="1405"/>
                    </a:lnTo>
                    <a:lnTo>
                      <a:pt x="2996" y="1073"/>
                    </a:lnTo>
                    <a:lnTo>
                      <a:pt x="20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53"/>
              <p:cNvSpPr/>
              <p:nvPr/>
            </p:nvSpPr>
            <p:spPr>
              <a:xfrm>
                <a:off x="7197509" y="2795488"/>
                <a:ext cx="62164" cy="26360"/>
              </a:xfrm>
              <a:custGeom>
                <a:avLst/>
                <a:gdLst/>
                <a:ahLst/>
                <a:cxnLst/>
                <a:rect l="l" t="t" r="r" b="b"/>
                <a:pathLst>
                  <a:path w="3403" h="1443" extrusionOk="0">
                    <a:moveTo>
                      <a:pt x="2478" y="1"/>
                    </a:moveTo>
                    <a:lnTo>
                      <a:pt x="1" y="408"/>
                    </a:lnTo>
                    <a:lnTo>
                      <a:pt x="962" y="1443"/>
                    </a:lnTo>
                    <a:lnTo>
                      <a:pt x="3402" y="1036"/>
                    </a:lnTo>
                    <a:lnTo>
                      <a:pt x="247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53"/>
              <p:cNvSpPr/>
              <p:nvPr/>
            </p:nvSpPr>
            <p:spPr>
              <a:xfrm>
                <a:off x="7249516" y="2788747"/>
                <a:ext cx="51350" cy="24332"/>
              </a:xfrm>
              <a:custGeom>
                <a:avLst/>
                <a:gdLst/>
                <a:ahLst/>
                <a:cxnLst/>
                <a:rect l="l" t="t" r="r" b="b"/>
                <a:pathLst>
                  <a:path w="2811" h="1332" extrusionOk="0">
                    <a:moveTo>
                      <a:pt x="1886" y="0"/>
                    </a:moveTo>
                    <a:lnTo>
                      <a:pt x="1" y="296"/>
                    </a:lnTo>
                    <a:lnTo>
                      <a:pt x="925" y="1331"/>
                    </a:lnTo>
                    <a:lnTo>
                      <a:pt x="2810" y="998"/>
                    </a:lnTo>
                    <a:lnTo>
                      <a:pt x="188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53"/>
              <p:cNvSpPr/>
              <p:nvPr/>
            </p:nvSpPr>
            <p:spPr>
              <a:xfrm>
                <a:off x="7326514" y="2777257"/>
                <a:ext cx="46619" cy="22981"/>
              </a:xfrm>
              <a:custGeom>
                <a:avLst/>
                <a:gdLst/>
                <a:ahLst/>
                <a:cxnLst/>
                <a:rect l="l" t="t" r="r" b="b"/>
                <a:pathLst>
                  <a:path w="2552" h="1258" extrusionOk="0">
                    <a:moveTo>
                      <a:pt x="1701" y="1"/>
                    </a:moveTo>
                    <a:lnTo>
                      <a:pt x="0" y="259"/>
                    </a:lnTo>
                    <a:lnTo>
                      <a:pt x="888" y="1258"/>
                    </a:lnTo>
                    <a:lnTo>
                      <a:pt x="2551" y="962"/>
                    </a:lnTo>
                    <a:lnTo>
                      <a:pt x="170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53"/>
              <p:cNvSpPr/>
              <p:nvPr/>
            </p:nvSpPr>
            <p:spPr>
              <a:xfrm>
                <a:off x="7142816" y="2836699"/>
                <a:ext cx="53378" cy="33101"/>
              </a:xfrm>
              <a:custGeom>
                <a:avLst/>
                <a:gdLst/>
                <a:ahLst/>
                <a:cxnLst/>
                <a:rect l="l" t="t" r="r" b="b"/>
                <a:pathLst>
                  <a:path w="2922" h="1812" extrusionOk="0">
                    <a:moveTo>
                      <a:pt x="1553" y="0"/>
                    </a:moveTo>
                    <a:lnTo>
                      <a:pt x="0" y="296"/>
                    </a:lnTo>
                    <a:lnTo>
                      <a:pt x="1368" y="1812"/>
                    </a:lnTo>
                    <a:lnTo>
                      <a:pt x="2921" y="1516"/>
                    </a:lnTo>
                    <a:lnTo>
                      <a:pt x="155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53"/>
              <p:cNvSpPr/>
              <p:nvPr/>
            </p:nvSpPr>
            <p:spPr>
              <a:xfrm>
                <a:off x="7100271" y="2842764"/>
                <a:ext cx="61470" cy="34471"/>
              </a:xfrm>
              <a:custGeom>
                <a:avLst/>
                <a:gdLst/>
                <a:ahLst/>
                <a:cxnLst/>
                <a:rect l="l" t="t" r="r" b="b"/>
                <a:pathLst>
                  <a:path w="3365" h="1887" extrusionOk="0">
                    <a:moveTo>
                      <a:pt x="1997" y="1"/>
                    </a:moveTo>
                    <a:lnTo>
                      <a:pt x="0" y="371"/>
                    </a:lnTo>
                    <a:lnTo>
                      <a:pt x="1405" y="1886"/>
                    </a:lnTo>
                    <a:lnTo>
                      <a:pt x="3365" y="1517"/>
                    </a:lnTo>
                    <a:lnTo>
                      <a:pt x="19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53"/>
              <p:cNvSpPr/>
              <p:nvPr/>
            </p:nvSpPr>
            <p:spPr>
              <a:xfrm>
                <a:off x="7015163" y="2856958"/>
                <a:ext cx="67553" cy="36480"/>
              </a:xfrm>
              <a:custGeom>
                <a:avLst/>
                <a:gdLst/>
                <a:ahLst/>
                <a:cxnLst/>
                <a:rect l="l" t="t" r="r" b="b"/>
                <a:pathLst>
                  <a:path w="3698" h="1997" extrusionOk="0">
                    <a:moveTo>
                      <a:pt x="2256" y="0"/>
                    </a:moveTo>
                    <a:lnTo>
                      <a:pt x="1" y="407"/>
                    </a:lnTo>
                    <a:lnTo>
                      <a:pt x="1480" y="1997"/>
                    </a:lnTo>
                    <a:lnTo>
                      <a:pt x="3698" y="1590"/>
                    </a:lnTo>
                    <a:lnTo>
                      <a:pt x="22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53"/>
              <p:cNvSpPr/>
              <p:nvPr/>
            </p:nvSpPr>
            <p:spPr>
              <a:xfrm>
                <a:off x="7348124" y="2800895"/>
                <a:ext cx="52702" cy="29739"/>
              </a:xfrm>
              <a:custGeom>
                <a:avLst/>
                <a:gdLst/>
                <a:ahLst/>
                <a:cxnLst/>
                <a:rect l="l" t="t" r="r" b="b"/>
                <a:pathLst>
                  <a:path w="2885" h="1628" extrusionOk="0">
                    <a:moveTo>
                      <a:pt x="1701" y="1"/>
                    </a:moveTo>
                    <a:lnTo>
                      <a:pt x="0" y="296"/>
                    </a:lnTo>
                    <a:lnTo>
                      <a:pt x="1220" y="1627"/>
                    </a:lnTo>
                    <a:lnTo>
                      <a:pt x="2884" y="1332"/>
                    </a:lnTo>
                    <a:lnTo>
                      <a:pt x="170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53"/>
              <p:cNvSpPr/>
              <p:nvPr/>
            </p:nvSpPr>
            <p:spPr>
              <a:xfrm>
                <a:off x="7063115" y="2850199"/>
                <a:ext cx="56757" cy="34453"/>
              </a:xfrm>
              <a:custGeom>
                <a:avLst/>
                <a:gdLst/>
                <a:ahLst/>
                <a:cxnLst/>
                <a:rect l="l" t="t" r="r" b="b"/>
                <a:pathLst>
                  <a:path w="3107" h="1886" extrusionOk="0">
                    <a:moveTo>
                      <a:pt x="1665" y="0"/>
                    </a:moveTo>
                    <a:lnTo>
                      <a:pt x="1" y="296"/>
                    </a:lnTo>
                    <a:lnTo>
                      <a:pt x="1406" y="1886"/>
                    </a:lnTo>
                    <a:lnTo>
                      <a:pt x="3106" y="1553"/>
                    </a:lnTo>
                    <a:lnTo>
                      <a:pt x="166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53"/>
              <p:cNvSpPr/>
              <p:nvPr/>
            </p:nvSpPr>
            <p:spPr>
              <a:xfrm>
                <a:off x="7312996" y="2806978"/>
                <a:ext cx="51350" cy="30415"/>
              </a:xfrm>
              <a:custGeom>
                <a:avLst/>
                <a:gdLst/>
                <a:ahLst/>
                <a:cxnLst/>
                <a:rect l="l" t="t" r="r" b="b"/>
                <a:pathLst>
                  <a:path w="2811" h="1665" extrusionOk="0">
                    <a:moveTo>
                      <a:pt x="1554" y="0"/>
                    </a:moveTo>
                    <a:lnTo>
                      <a:pt x="1" y="296"/>
                    </a:lnTo>
                    <a:lnTo>
                      <a:pt x="1258" y="1664"/>
                    </a:lnTo>
                    <a:lnTo>
                      <a:pt x="2811" y="1368"/>
                    </a:lnTo>
                    <a:lnTo>
                      <a:pt x="155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53"/>
              <p:cNvSpPr/>
              <p:nvPr/>
            </p:nvSpPr>
            <p:spPr>
              <a:xfrm>
                <a:off x="7271803" y="2813737"/>
                <a:ext cx="57433" cy="31073"/>
              </a:xfrm>
              <a:custGeom>
                <a:avLst/>
                <a:gdLst/>
                <a:ahLst/>
                <a:cxnLst/>
                <a:rect l="l" t="t" r="r" b="b"/>
                <a:pathLst>
                  <a:path w="3144" h="1701" extrusionOk="0">
                    <a:moveTo>
                      <a:pt x="1886" y="0"/>
                    </a:moveTo>
                    <a:lnTo>
                      <a:pt x="1" y="296"/>
                    </a:lnTo>
                    <a:lnTo>
                      <a:pt x="1295" y="1701"/>
                    </a:lnTo>
                    <a:lnTo>
                      <a:pt x="3143" y="1368"/>
                    </a:lnTo>
                    <a:lnTo>
                      <a:pt x="188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53"/>
              <p:cNvSpPr/>
              <p:nvPr/>
            </p:nvSpPr>
            <p:spPr>
              <a:xfrm>
                <a:off x="7177250" y="2829265"/>
                <a:ext cx="61488" cy="33777"/>
              </a:xfrm>
              <a:custGeom>
                <a:avLst/>
                <a:gdLst/>
                <a:ahLst/>
                <a:cxnLst/>
                <a:rect l="l" t="t" r="r" b="b"/>
                <a:pathLst>
                  <a:path w="3366" h="1849" extrusionOk="0">
                    <a:moveTo>
                      <a:pt x="2034" y="0"/>
                    </a:moveTo>
                    <a:lnTo>
                      <a:pt x="1" y="370"/>
                    </a:lnTo>
                    <a:lnTo>
                      <a:pt x="1369" y="1849"/>
                    </a:lnTo>
                    <a:lnTo>
                      <a:pt x="3365" y="1479"/>
                    </a:lnTo>
                    <a:lnTo>
                      <a:pt x="20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53"/>
              <p:cNvSpPr/>
              <p:nvPr/>
            </p:nvSpPr>
            <p:spPr>
              <a:xfrm>
                <a:off x="7220471" y="2820478"/>
                <a:ext cx="68905" cy="34471"/>
              </a:xfrm>
              <a:custGeom>
                <a:avLst/>
                <a:gdLst/>
                <a:ahLst/>
                <a:cxnLst/>
                <a:rect l="l" t="t" r="r" b="b"/>
                <a:pathLst>
                  <a:path w="3772" h="1887" extrusionOk="0">
                    <a:moveTo>
                      <a:pt x="2478" y="1"/>
                    </a:moveTo>
                    <a:lnTo>
                      <a:pt x="1" y="444"/>
                    </a:lnTo>
                    <a:lnTo>
                      <a:pt x="1332" y="1886"/>
                    </a:lnTo>
                    <a:lnTo>
                      <a:pt x="3772" y="1406"/>
                    </a:lnTo>
                    <a:lnTo>
                      <a:pt x="247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53"/>
              <p:cNvSpPr/>
              <p:nvPr/>
            </p:nvSpPr>
            <p:spPr>
              <a:xfrm>
                <a:off x="7415659" y="2826561"/>
                <a:ext cx="52702" cy="28388"/>
              </a:xfrm>
              <a:custGeom>
                <a:avLst/>
                <a:gdLst/>
                <a:ahLst/>
                <a:cxnLst/>
                <a:rect l="l" t="t" r="r" b="b"/>
                <a:pathLst>
                  <a:path w="2885" h="1554" extrusionOk="0">
                    <a:moveTo>
                      <a:pt x="1812" y="0"/>
                    </a:moveTo>
                    <a:lnTo>
                      <a:pt x="0" y="333"/>
                    </a:lnTo>
                    <a:lnTo>
                      <a:pt x="1073" y="1553"/>
                    </a:lnTo>
                    <a:lnTo>
                      <a:pt x="2884" y="1184"/>
                    </a:lnTo>
                    <a:lnTo>
                      <a:pt x="181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53"/>
              <p:cNvSpPr/>
              <p:nvPr/>
            </p:nvSpPr>
            <p:spPr>
              <a:xfrm>
                <a:off x="7492657" y="2815071"/>
                <a:ext cx="40536" cy="24332"/>
              </a:xfrm>
              <a:custGeom>
                <a:avLst/>
                <a:gdLst/>
                <a:ahLst/>
                <a:cxnLst/>
                <a:rect l="l" t="t" r="r" b="b"/>
                <a:pathLst>
                  <a:path w="2219" h="1332" extrusionOk="0">
                    <a:moveTo>
                      <a:pt x="1109" y="1"/>
                    </a:moveTo>
                    <a:lnTo>
                      <a:pt x="0" y="186"/>
                    </a:lnTo>
                    <a:lnTo>
                      <a:pt x="1035" y="1332"/>
                    </a:lnTo>
                    <a:lnTo>
                      <a:pt x="2218" y="1073"/>
                    </a:lnTo>
                    <a:lnTo>
                      <a:pt x="110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53"/>
              <p:cNvSpPr/>
              <p:nvPr/>
            </p:nvSpPr>
            <p:spPr>
              <a:xfrm>
                <a:off x="7454825" y="2819802"/>
                <a:ext cx="50674" cy="27036"/>
              </a:xfrm>
              <a:custGeom>
                <a:avLst/>
                <a:gdLst/>
                <a:ahLst/>
                <a:cxnLst/>
                <a:rect l="l" t="t" r="r" b="b"/>
                <a:pathLst>
                  <a:path w="2774" h="1480" extrusionOk="0">
                    <a:moveTo>
                      <a:pt x="1738" y="1"/>
                    </a:moveTo>
                    <a:lnTo>
                      <a:pt x="1" y="334"/>
                    </a:lnTo>
                    <a:lnTo>
                      <a:pt x="1036" y="1480"/>
                    </a:lnTo>
                    <a:lnTo>
                      <a:pt x="2774" y="1110"/>
                    </a:lnTo>
                    <a:lnTo>
                      <a:pt x="173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53"/>
              <p:cNvSpPr/>
              <p:nvPr/>
            </p:nvSpPr>
            <p:spPr>
              <a:xfrm>
                <a:off x="7378521" y="2833996"/>
                <a:ext cx="51332" cy="28369"/>
              </a:xfrm>
              <a:custGeom>
                <a:avLst/>
                <a:gdLst/>
                <a:ahLst/>
                <a:cxnLst/>
                <a:rect l="l" t="t" r="r" b="b"/>
                <a:pathLst>
                  <a:path w="2810" h="1553" extrusionOk="0">
                    <a:moveTo>
                      <a:pt x="1701" y="0"/>
                    </a:moveTo>
                    <a:lnTo>
                      <a:pt x="0" y="333"/>
                    </a:lnTo>
                    <a:lnTo>
                      <a:pt x="1109" y="1553"/>
                    </a:lnTo>
                    <a:lnTo>
                      <a:pt x="2810" y="1220"/>
                    </a:lnTo>
                    <a:lnTo>
                      <a:pt x="17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53"/>
              <p:cNvSpPr/>
              <p:nvPr/>
            </p:nvSpPr>
            <p:spPr>
              <a:xfrm>
                <a:off x="7463611" y="2780636"/>
                <a:ext cx="54054" cy="28388"/>
              </a:xfrm>
              <a:custGeom>
                <a:avLst/>
                <a:gdLst/>
                <a:ahLst/>
                <a:cxnLst/>
                <a:rect l="l" t="t" r="r" b="b"/>
                <a:pathLst>
                  <a:path w="2959" h="1554" extrusionOk="0">
                    <a:moveTo>
                      <a:pt x="1701" y="0"/>
                    </a:moveTo>
                    <a:lnTo>
                      <a:pt x="0" y="296"/>
                    </a:lnTo>
                    <a:lnTo>
                      <a:pt x="1146" y="1553"/>
                    </a:lnTo>
                    <a:lnTo>
                      <a:pt x="2958" y="1221"/>
                    </a:lnTo>
                    <a:lnTo>
                      <a:pt x="17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53"/>
              <p:cNvSpPr/>
              <p:nvPr/>
            </p:nvSpPr>
            <p:spPr>
              <a:xfrm>
                <a:off x="6917925" y="2873837"/>
                <a:ext cx="68905" cy="37832"/>
              </a:xfrm>
              <a:custGeom>
                <a:avLst/>
                <a:gdLst/>
                <a:ahLst/>
                <a:cxnLst/>
                <a:rect l="l" t="t" r="r" b="b"/>
                <a:pathLst>
                  <a:path w="3772" h="2071" extrusionOk="0">
                    <a:moveTo>
                      <a:pt x="2292" y="0"/>
                    </a:moveTo>
                    <a:lnTo>
                      <a:pt x="0" y="407"/>
                    </a:lnTo>
                    <a:lnTo>
                      <a:pt x="1516" y="2071"/>
                    </a:lnTo>
                    <a:lnTo>
                      <a:pt x="3771" y="1664"/>
                    </a:lnTo>
                    <a:lnTo>
                      <a:pt x="22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53"/>
              <p:cNvSpPr/>
              <p:nvPr/>
            </p:nvSpPr>
            <p:spPr>
              <a:xfrm>
                <a:off x="6953711" y="2910975"/>
                <a:ext cx="66877" cy="37850"/>
              </a:xfrm>
              <a:custGeom>
                <a:avLst/>
                <a:gdLst/>
                <a:ahLst/>
                <a:cxnLst/>
                <a:rect l="l" t="t" r="r" b="b"/>
                <a:pathLst>
                  <a:path w="3661" h="2072" extrusionOk="0">
                    <a:moveTo>
                      <a:pt x="2182" y="1"/>
                    </a:moveTo>
                    <a:lnTo>
                      <a:pt x="1" y="408"/>
                    </a:lnTo>
                    <a:lnTo>
                      <a:pt x="1627" y="2071"/>
                    </a:lnTo>
                    <a:lnTo>
                      <a:pt x="3661" y="1628"/>
                    </a:lnTo>
                    <a:lnTo>
                      <a:pt x="218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53"/>
              <p:cNvSpPr/>
              <p:nvPr/>
            </p:nvSpPr>
            <p:spPr>
              <a:xfrm>
                <a:off x="7344069" y="2840737"/>
                <a:ext cx="49322" cy="29064"/>
              </a:xfrm>
              <a:custGeom>
                <a:avLst/>
                <a:gdLst/>
                <a:ahLst/>
                <a:cxnLst/>
                <a:rect l="l" t="t" r="r" b="b"/>
                <a:pathLst>
                  <a:path w="2700" h="1591" extrusionOk="0">
                    <a:moveTo>
                      <a:pt x="1553" y="1"/>
                    </a:moveTo>
                    <a:lnTo>
                      <a:pt x="1" y="297"/>
                    </a:lnTo>
                    <a:lnTo>
                      <a:pt x="1147" y="1591"/>
                    </a:lnTo>
                    <a:lnTo>
                      <a:pt x="2699" y="1258"/>
                    </a:lnTo>
                    <a:lnTo>
                      <a:pt x="1553" y="1"/>
                    </a:lnTo>
                    <a:close/>
                  </a:path>
                </a:pathLst>
              </a:custGeom>
              <a:solidFill>
                <a:srgbClr val="FFA2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53"/>
              <p:cNvSpPr/>
              <p:nvPr/>
            </p:nvSpPr>
            <p:spPr>
              <a:xfrm>
                <a:off x="6892259" y="2844792"/>
                <a:ext cx="60794" cy="28388"/>
              </a:xfrm>
              <a:custGeom>
                <a:avLst/>
                <a:gdLst/>
                <a:ahLst/>
                <a:cxnLst/>
                <a:rect l="l" t="t" r="r" b="b"/>
                <a:pathLst>
                  <a:path w="3328" h="1554" extrusionOk="0">
                    <a:moveTo>
                      <a:pt x="2255" y="1"/>
                    </a:moveTo>
                    <a:lnTo>
                      <a:pt x="0" y="370"/>
                    </a:lnTo>
                    <a:lnTo>
                      <a:pt x="1220" y="1553"/>
                    </a:lnTo>
                    <a:lnTo>
                      <a:pt x="3328" y="1221"/>
                    </a:lnTo>
                    <a:lnTo>
                      <a:pt x="22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53"/>
              <p:cNvSpPr/>
              <p:nvPr/>
            </p:nvSpPr>
            <p:spPr>
              <a:xfrm>
                <a:off x="7442677" y="2759026"/>
                <a:ext cx="46619" cy="20953"/>
              </a:xfrm>
              <a:custGeom>
                <a:avLst/>
                <a:gdLst/>
                <a:ahLst/>
                <a:cxnLst/>
                <a:rect l="l" t="t" r="r" b="b"/>
                <a:pathLst>
                  <a:path w="2552" h="1147" extrusionOk="0">
                    <a:moveTo>
                      <a:pt x="1516" y="0"/>
                    </a:moveTo>
                    <a:lnTo>
                      <a:pt x="0" y="222"/>
                    </a:lnTo>
                    <a:lnTo>
                      <a:pt x="851" y="1147"/>
                    </a:lnTo>
                    <a:lnTo>
                      <a:pt x="2551" y="851"/>
                    </a:lnTo>
                    <a:lnTo>
                      <a:pt x="15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53"/>
              <p:cNvSpPr/>
              <p:nvPr/>
            </p:nvSpPr>
            <p:spPr>
              <a:xfrm>
                <a:off x="6940211" y="2837375"/>
                <a:ext cx="62146" cy="28369"/>
              </a:xfrm>
              <a:custGeom>
                <a:avLst/>
                <a:gdLst/>
                <a:ahLst/>
                <a:cxnLst/>
                <a:rect l="l" t="t" r="r" b="b"/>
                <a:pathLst>
                  <a:path w="3402" h="1553" extrusionOk="0">
                    <a:moveTo>
                      <a:pt x="2329" y="0"/>
                    </a:moveTo>
                    <a:lnTo>
                      <a:pt x="0" y="370"/>
                    </a:lnTo>
                    <a:lnTo>
                      <a:pt x="1072" y="1553"/>
                    </a:lnTo>
                    <a:lnTo>
                      <a:pt x="3401" y="1146"/>
                    </a:lnTo>
                    <a:lnTo>
                      <a:pt x="23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53"/>
              <p:cNvSpPr/>
              <p:nvPr/>
            </p:nvSpPr>
            <p:spPr>
              <a:xfrm>
                <a:off x="6990173" y="2829265"/>
                <a:ext cx="60137" cy="27712"/>
              </a:xfrm>
              <a:custGeom>
                <a:avLst/>
                <a:gdLst/>
                <a:ahLst/>
                <a:cxnLst/>
                <a:rect l="l" t="t" r="r" b="b"/>
                <a:pathLst>
                  <a:path w="3292" h="1517" extrusionOk="0">
                    <a:moveTo>
                      <a:pt x="2256" y="0"/>
                    </a:moveTo>
                    <a:lnTo>
                      <a:pt x="1" y="370"/>
                    </a:lnTo>
                    <a:lnTo>
                      <a:pt x="1036" y="1516"/>
                    </a:lnTo>
                    <a:lnTo>
                      <a:pt x="3291" y="1146"/>
                    </a:lnTo>
                    <a:lnTo>
                      <a:pt x="22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53"/>
              <p:cNvSpPr/>
              <p:nvPr/>
            </p:nvSpPr>
            <p:spPr>
              <a:xfrm>
                <a:off x="6965877" y="2865051"/>
                <a:ext cx="69581" cy="37850"/>
              </a:xfrm>
              <a:custGeom>
                <a:avLst/>
                <a:gdLst/>
                <a:ahLst/>
                <a:cxnLst/>
                <a:rect l="l" t="t" r="r" b="b"/>
                <a:pathLst>
                  <a:path w="3809" h="2072" extrusionOk="0">
                    <a:moveTo>
                      <a:pt x="2329" y="1"/>
                    </a:moveTo>
                    <a:lnTo>
                      <a:pt x="0" y="408"/>
                    </a:lnTo>
                    <a:lnTo>
                      <a:pt x="1516" y="2071"/>
                    </a:lnTo>
                    <a:lnTo>
                      <a:pt x="3808" y="1628"/>
                    </a:lnTo>
                    <a:lnTo>
                      <a:pt x="23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53"/>
              <p:cNvSpPr/>
              <p:nvPr/>
            </p:nvSpPr>
            <p:spPr>
              <a:xfrm>
                <a:off x="7075281" y="2816423"/>
                <a:ext cx="55387" cy="26360"/>
              </a:xfrm>
              <a:custGeom>
                <a:avLst/>
                <a:gdLst/>
                <a:ahLst/>
                <a:cxnLst/>
                <a:rect l="l" t="t" r="r" b="b"/>
                <a:pathLst>
                  <a:path w="3032" h="1443" extrusionOk="0">
                    <a:moveTo>
                      <a:pt x="2034" y="1"/>
                    </a:moveTo>
                    <a:lnTo>
                      <a:pt x="0" y="334"/>
                    </a:lnTo>
                    <a:lnTo>
                      <a:pt x="1035" y="1443"/>
                    </a:lnTo>
                    <a:lnTo>
                      <a:pt x="3032" y="1110"/>
                    </a:lnTo>
                    <a:lnTo>
                      <a:pt x="203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53"/>
              <p:cNvSpPr/>
              <p:nvPr/>
            </p:nvSpPr>
            <p:spPr>
              <a:xfrm>
                <a:off x="7038125" y="2823182"/>
                <a:ext cx="49322" cy="25684"/>
              </a:xfrm>
              <a:custGeom>
                <a:avLst/>
                <a:gdLst/>
                <a:ahLst/>
                <a:cxnLst/>
                <a:rect l="l" t="t" r="r" b="b"/>
                <a:pathLst>
                  <a:path w="2700" h="1406" extrusionOk="0">
                    <a:moveTo>
                      <a:pt x="1702" y="1"/>
                    </a:moveTo>
                    <a:lnTo>
                      <a:pt x="1" y="296"/>
                    </a:lnTo>
                    <a:lnTo>
                      <a:pt x="1036" y="1406"/>
                    </a:lnTo>
                    <a:lnTo>
                      <a:pt x="2700" y="1110"/>
                    </a:lnTo>
                    <a:lnTo>
                      <a:pt x="17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53"/>
              <p:cNvSpPr/>
              <p:nvPr/>
            </p:nvSpPr>
            <p:spPr>
              <a:xfrm>
                <a:off x="6999635" y="2901531"/>
                <a:ext cx="68905" cy="37832"/>
              </a:xfrm>
              <a:custGeom>
                <a:avLst/>
                <a:gdLst/>
                <a:ahLst/>
                <a:cxnLst/>
                <a:rect l="l" t="t" r="r" b="b"/>
                <a:pathLst>
                  <a:path w="3772" h="2071" extrusionOk="0">
                    <a:moveTo>
                      <a:pt x="2330" y="0"/>
                    </a:moveTo>
                    <a:lnTo>
                      <a:pt x="1" y="444"/>
                    </a:lnTo>
                    <a:lnTo>
                      <a:pt x="1479" y="2071"/>
                    </a:lnTo>
                    <a:lnTo>
                      <a:pt x="3772" y="1590"/>
                    </a:lnTo>
                    <a:lnTo>
                      <a:pt x="233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53"/>
              <p:cNvSpPr/>
              <p:nvPr/>
            </p:nvSpPr>
            <p:spPr>
              <a:xfrm>
                <a:off x="7302876" y="2847496"/>
                <a:ext cx="56063" cy="30415"/>
              </a:xfrm>
              <a:custGeom>
                <a:avLst/>
                <a:gdLst/>
                <a:ahLst/>
                <a:cxnLst/>
                <a:rect l="l" t="t" r="r" b="b"/>
                <a:pathLst>
                  <a:path w="3069" h="1665" extrusionOk="0">
                    <a:moveTo>
                      <a:pt x="1886" y="1"/>
                    </a:moveTo>
                    <a:lnTo>
                      <a:pt x="0" y="333"/>
                    </a:lnTo>
                    <a:lnTo>
                      <a:pt x="1220" y="1664"/>
                    </a:lnTo>
                    <a:lnTo>
                      <a:pt x="3069" y="1258"/>
                    </a:lnTo>
                    <a:lnTo>
                      <a:pt x="18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53"/>
              <p:cNvSpPr/>
              <p:nvPr/>
            </p:nvSpPr>
            <p:spPr>
              <a:xfrm>
                <a:off x="7095540" y="2854930"/>
                <a:ext cx="223558" cy="64850"/>
              </a:xfrm>
              <a:custGeom>
                <a:avLst/>
                <a:gdLst/>
                <a:ahLst/>
                <a:cxnLst/>
                <a:rect l="l" t="t" r="r" b="b"/>
                <a:pathLst>
                  <a:path w="12238" h="3550" extrusionOk="0">
                    <a:moveTo>
                      <a:pt x="11018" y="0"/>
                    </a:moveTo>
                    <a:lnTo>
                      <a:pt x="0" y="2034"/>
                    </a:lnTo>
                    <a:lnTo>
                      <a:pt x="1405" y="3549"/>
                    </a:lnTo>
                    <a:lnTo>
                      <a:pt x="12238" y="1331"/>
                    </a:lnTo>
                    <a:lnTo>
                      <a:pt x="110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53"/>
              <p:cNvSpPr/>
              <p:nvPr/>
            </p:nvSpPr>
            <p:spPr>
              <a:xfrm>
                <a:off x="7048263" y="2893420"/>
                <a:ext cx="66877" cy="36498"/>
              </a:xfrm>
              <a:custGeom>
                <a:avLst/>
                <a:gdLst/>
                <a:ahLst/>
                <a:cxnLst/>
                <a:rect l="l" t="t" r="r" b="b"/>
                <a:pathLst>
                  <a:path w="3661" h="1998" extrusionOk="0">
                    <a:moveTo>
                      <a:pt x="2256" y="1"/>
                    </a:moveTo>
                    <a:lnTo>
                      <a:pt x="0" y="407"/>
                    </a:lnTo>
                    <a:lnTo>
                      <a:pt x="1442" y="1997"/>
                    </a:lnTo>
                    <a:lnTo>
                      <a:pt x="3661" y="1516"/>
                    </a:lnTo>
                    <a:lnTo>
                      <a:pt x="22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53"/>
              <p:cNvSpPr/>
              <p:nvPr/>
            </p:nvSpPr>
            <p:spPr>
              <a:xfrm>
                <a:off x="7344069" y="2840737"/>
                <a:ext cx="49322" cy="29064"/>
              </a:xfrm>
              <a:custGeom>
                <a:avLst/>
                <a:gdLst/>
                <a:ahLst/>
                <a:cxnLst/>
                <a:rect l="l" t="t" r="r" b="b"/>
                <a:pathLst>
                  <a:path w="2700" h="1591" extrusionOk="0">
                    <a:moveTo>
                      <a:pt x="1553" y="1"/>
                    </a:moveTo>
                    <a:lnTo>
                      <a:pt x="1" y="297"/>
                    </a:lnTo>
                    <a:lnTo>
                      <a:pt x="1147" y="1591"/>
                    </a:lnTo>
                    <a:lnTo>
                      <a:pt x="2699" y="1258"/>
                    </a:lnTo>
                    <a:lnTo>
                      <a:pt x="155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53"/>
              <p:cNvSpPr/>
              <p:nvPr/>
            </p:nvSpPr>
            <p:spPr>
              <a:xfrm>
                <a:off x="7912042" y="1891082"/>
                <a:ext cx="224252" cy="381024"/>
              </a:xfrm>
              <a:custGeom>
                <a:avLst/>
                <a:gdLst/>
                <a:ahLst/>
                <a:cxnLst/>
                <a:rect l="l" t="t" r="r" b="b"/>
                <a:pathLst>
                  <a:path w="12276" h="20858" extrusionOk="0">
                    <a:moveTo>
                      <a:pt x="5806" y="1829"/>
                    </a:moveTo>
                    <a:cubicBezTo>
                      <a:pt x="6297" y="1829"/>
                      <a:pt x="6877" y="1932"/>
                      <a:pt x="7580" y="2113"/>
                    </a:cubicBezTo>
                    <a:lnTo>
                      <a:pt x="7321" y="3075"/>
                    </a:lnTo>
                    <a:lnTo>
                      <a:pt x="6508" y="2853"/>
                    </a:lnTo>
                    <a:cubicBezTo>
                      <a:pt x="6338" y="2794"/>
                      <a:pt x="6163" y="2766"/>
                      <a:pt x="5991" y="2766"/>
                    </a:cubicBezTo>
                    <a:cubicBezTo>
                      <a:pt x="5301" y="2766"/>
                      <a:pt x="4644" y="3215"/>
                      <a:pt x="4437" y="3925"/>
                    </a:cubicBezTo>
                    <a:lnTo>
                      <a:pt x="3291" y="7696"/>
                    </a:lnTo>
                    <a:cubicBezTo>
                      <a:pt x="2996" y="7696"/>
                      <a:pt x="2700" y="7844"/>
                      <a:pt x="2515" y="8029"/>
                    </a:cubicBezTo>
                    <a:lnTo>
                      <a:pt x="1960" y="7881"/>
                    </a:lnTo>
                    <a:cubicBezTo>
                      <a:pt x="3313" y="3381"/>
                      <a:pt x="3894" y="1829"/>
                      <a:pt x="5806" y="1829"/>
                    </a:cubicBezTo>
                    <a:close/>
                    <a:moveTo>
                      <a:pt x="9022" y="2557"/>
                    </a:moveTo>
                    <a:cubicBezTo>
                      <a:pt x="12201" y="3666"/>
                      <a:pt x="12164" y="4775"/>
                      <a:pt x="10464" y="10395"/>
                    </a:cubicBezTo>
                    <a:lnTo>
                      <a:pt x="9946" y="10247"/>
                    </a:lnTo>
                    <a:cubicBezTo>
                      <a:pt x="9872" y="9914"/>
                      <a:pt x="9650" y="9618"/>
                      <a:pt x="9318" y="9471"/>
                    </a:cubicBezTo>
                    <a:lnTo>
                      <a:pt x="9391" y="9360"/>
                    </a:lnTo>
                    <a:lnTo>
                      <a:pt x="10464" y="5737"/>
                    </a:lnTo>
                    <a:cubicBezTo>
                      <a:pt x="10759" y="4886"/>
                      <a:pt x="10279" y="3962"/>
                      <a:pt x="9428" y="3740"/>
                    </a:cubicBezTo>
                    <a:lnTo>
                      <a:pt x="8726" y="3518"/>
                    </a:lnTo>
                    <a:lnTo>
                      <a:pt x="9022" y="2557"/>
                    </a:lnTo>
                    <a:close/>
                    <a:moveTo>
                      <a:pt x="7915" y="0"/>
                    </a:moveTo>
                    <a:cubicBezTo>
                      <a:pt x="7823" y="0"/>
                      <a:pt x="7761" y="129"/>
                      <a:pt x="7728" y="228"/>
                    </a:cubicBezTo>
                    <a:lnTo>
                      <a:pt x="7654" y="413"/>
                    </a:lnTo>
                    <a:cubicBezTo>
                      <a:pt x="7617" y="524"/>
                      <a:pt x="7654" y="561"/>
                      <a:pt x="7765" y="598"/>
                    </a:cubicBezTo>
                    <a:lnTo>
                      <a:pt x="8024" y="672"/>
                    </a:lnTo>
                    <a:lnTo>
                      <a:pt x="7728" y="1670"/>
                    </a:lnTo>
                    <a:cubicBezTo>
                      <a:pt x="7038" y="1497"/>
                      <a:pt x="6421" y="1391"/>
                      <a:pt x="5869" y="1391"/>
                    </a:cubicBezTo>
                    <a:cubicBezTo>
                      <a:pt x="5119" y="1391"/>
                      <a:pt x="4489" y="1587"/>
                      <a:pt x="3957" y="2076"/>
                    </a:cubicBezTo>
                    <a:cubicBezTo>
                      <a:pt x="3069" y="2964"/>
                      <a:pt x="2404" y="4738"/>
                      <a:pt x="1554" y="7548"/>
                    </a:cubicBezTo>
                    <a:cubicBezTo>
                      <a:pt x="1517" y="7548"/>
                      <a:pt x="1480" y="7511"/>
                      <a:pt x="1443" y="7511"/>
                    </a:cubicBezTo>
                    <a:lnTo>
                      <a:pt x="1184" y="7437"/>
                    </a:lnTo>
                    <a:cubicBezTo>
                      <a:pt x="1136" y="7418"/>
                      <a:pt x="1084" y="7409"/>
                      <a:pt x="1030" y="7409"/>
                    </a:cubicBezTo>
                    <a:cubicBezTo>
                      <a:pt x="878" y="7409"/>
                      <a:pt x="721" y="7485"/>
                      <a:pt x="666" y="7622"/>
                    </a:cubicBezTo>
                    <a:lnTo>
                      <a:pt x="371" y="8583"/>
                    </a:lnTo>
                    <a:cubicBezTo>
                      <a:pt x="334" y="8731"/>
                      <a:pt x="518" y="8990"/>
                      <a:pt x="703" y="9027"/>
                    </a:cubicBezTo>
                    <a:lnTo>
                      <a:pt x="962" y="9101"/>
                    </a:lnTo>
                    <a:cubicBezTo>
                      <a:pt x="995" y="9114"/>
                      <a:pt x="1028" y="9120"/>
                      <a:pt x="1060" y="9120"/>
                    </a:cubicBezTo>
                    <a:cubicBezTo>
                      <a:pt x="1210" y="9120"/>
                      <a:pt x="1351" y="8988"/>
                      <a:pt x="1443" y="8805"/>
                    </a:cubicBezTo>
                    <a:lnTo>
                      <a:pt x="2219" y="9027"/>
                    </a:lnTo>
                    <a:cubicBezTo>
                      <a:pt x="2108" y="9323"/>
                      <a:pt x="2219" y="9618"/>
                      <a:pt x="2441" y="9803"/>
                    </a:cubicBezTo>
                    <a:lnTo>
                      <a:pt x="2182" y="10691"/>
                    </a:lnTo>
                    <a:lnTo>
                      <a:pt x="1923" y="11578"/>
                    </a:lnTo>
                    <a:lnTo>
                      <a:pt x="1702" y="12280"/>
                    </a:lnTo>
                    <a:lnTo>
                      <a:pt x="1443" y="13168"/>
                    </a:lnTo>
                    <a:lnTo>
                      <a:pt x="1258" y="13870"/>
                    </a:lnTo>
                    <a:lnTo>
                      <a:pt x="962" y="14757"/>
                    </a:lnTo>
                    <a:lnTo>
                      <a:pt x="777" y="15423"/>
                    </a:lnTo>
                    <a:lnTo>
                      <a:pt x="518" y="16347"/>
                    </a:lnTo>
                    <a:lnTo>
                      <a:pt x="260" y="17160"/>
                    </a:lnTo>
                    <a:cubicBezTo>
                      <a:pt x="1" y="18122"/>
                      <a:pt x="334" y="19157"/>
                      <a:pt x="1110" y="19785"/>
                    </a:cubicBezTo>
                    <a:lnTo>
                      <a:pt x="1849" y="20155"/>
                    </a:lnTo>
                    <a:cubicBezTo>
                      <a:pt x="1886" y="20155"/>
                      <a:pt x="1960" y="20155"/>
                      <a:pt x="1997" y="20192"/>
                    </a:cubicBezTo>
                    <a:lnTo>
                      <a:pt x="2552" y="20340"/>
                    </a:lnTo>
                    <a:lnTo>
                      <a:pt x="3291" y="20599"/>
                    </a:lnTo>
                    <a:lnTo>
                      <a:pt x="3809" y="20747"/>
                    </a:lnTo>
                    <a:cubicBezTo>
                      <a:pt x="3846" y="20747"/>
                      <a:pt x="3883" y="20784"/>
                      <a:pt x="3957" y="20784"/>
                    </a:cubicBezTo>
                    <a:lnTo>
                      <a:pt x="4770" y="20858"/>
                    </a:lnTo>
                    <a:cubicBezTo>
                      <a:pt x="5768" y="20784"/>
                      <a:pt x="6619" y="20081"/>
                      <a:pt x="6914" y="19120"/>
                    </a:cubicBezTo>
                    <a:lnTo>
                      <a:pt x="7173" y="18307"/>
                    </a:lnTo>
                    <a:lnTo>
                      <a:pt x="7432" y="17419"/>
                    </a:lnTo>
                    <a:lnTo>
                      <a:pt x="7654" y="16754"/>
                    </a:lnTo>
                    <a:lnTo>
                      <a:pt x="7876" y="15830"/>
                    </a:lnTo>
                    <a:lnTo>
                      <a:pt x="8097" y="15164"/>
                    </a:lnTo>
                    <a:lnTo>
                      <a:pt x="8356" y="14277"/>
                    </a:lnTo>
                    <a:lnTo>
                      <a:pt x="8578" y="13574"/>
                    </a:lnTo>
                    <a:lnTo>
                      <a:pt x="8837" y="12687"/>
                    </a:lnTo>
                    <a:lnTo>
                      <a:pt x="9096" y="11763"/>
                    </a:lnTo>
                    <a:cubicBezTo>
                      <a:pt x="9354" y="11726"/>
                      <a:pt x="9465" y="11652"/>
                      <a:pt x="9613" y="11245"/>
                    </a:cubicBezTo>
                    <a:lnTo>
                      <a:pt x="10390" y="11504"/>
                    </a:lnTo>
                    <a:cubicBezTo>
                      <a:pt x="10353" y="11689"/>
                      <a:pt x="10427" y="11948"/>
                      <a:pt x="10611" y="11985"/>
                    </a:cubicBezTo>
                    <a:lnTo>
                      <a:pt x="10870" y="12059"/>
                    </a:lnTo>
                    <a:cubicBezTo>
                      <a:pt x="10904" y="12072"/>
                      <a:pt x="10937" y="12078"/>
                      <a:pt x="10969" y="12078"/>
                    </a:cubicBezTo>
                    <a:cubicBezTo>
                      <a:pt x="11117" y="12078"/>
                      <a:pt x="11247" y="11951"/>
                      <a:pt x="11277" y="11800"/>
                    </a:cubicBezTo>
                    <a:lnTo>
                      <a:pt x="11573" y="10838"/>
                    </a:lnTo>
                    <a:cubicBezTo>
                      <a:pt x="11647" y="10691"/>
                      <a:pt x="11536" y="10506"/>
                      <a:pt x="11351" y="10469"/>
                    </a:cubicBezTo>
                    <a:lnTo>
                      <a:pt x="11092" y="10358"/>
                    </a:lnTo>
                    <a:lnTo>
                      <a:pt x="10981" y="10358"/>
                    </a:lnTo>
                    <a:cubicBezTo>
                      <a:pt x="11832" y="7585"/>
                      <a:pt x="12275" y="5737"/>
                      <a:pt x="11979" y="4480"/>
                    </a:cubicBezTo>
                    <a:cubicBezTo>
                      <a:pt x="11684" y="3223"/>
                      <a:pt x="10722" y="2631"/>
                      <a:pt x="9133" y="2113"/>
                    </a:cubicBezTo>
                    <a:lnTo>
                      <a:pt x="9428" y="1115"/>
                    </a:lnTo>
                    <a:lnTo>
                      <a:pt x="9650" y="1189"/>
                    </a:lnTo>
                    <a:cubicBezTo>
                      <a:pt x="9761" y="1189"/>
                      <a:pt x="9872" y="1189"/>
                      <a:pt x="9872" y="1078"/>
                    </a:cubicBezTo>
                    <a:lnTo>
                      <a:pt x="9946" y="893"/>
                    </a:lnTo>
                    <a:cubicBezTo>
                      <a:pt x="9983" y="782"/>
                      <a:pt x="9946" y="598"/>
                      <a:pt x="9835" y="561"/>
                    </a:cubicBezTo>
                    <a:lnTo>
                      <a:pt x="7950" y="6"/>
                    </a:lnTo>
                    <a:cubicBezTo>
                      <a:pt x="7938" y="2"/>
                      <a:pt x="7926" y="0"/>
                      <a:pt x="7915" y="0"/>
                    </a:cubicBezTo>
                    <a:close/>
                  </a:path>
                </a:pathLst>
              </a:custGeom>
              <a:solidFill>
                <a:srgbClr val="400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53"/>
              <p:cNvSpPr/>
              <p:nvPr/>
            </p:nvSpPr>
            <p:spPr>
              <a:xfrm>
                <a:off x="7951226" y="2030883"/>
                <a:ext cx="145208" cy="74257"/>
              </a:xfrm>
              <a:custGeom>
                <a:avLst/>
                <a:gdLst/>
                <a:ahLst/>
                <a:cxnLst/>
                <a:rect l="l" t="t" r="r" b="b"/>
                <a:pathLst>
                  <a:path w="7949" h="4065" extrusionOk="0">
                    <a:moveTo>
                      <a:pt x="887" y="1411"/>
                    </a:moveTo>
                    <a:lnTo>
                      <a:pt x="6803" y="3185"/>
                    </a:lnTo>
                    <a:cubicBezTo>
                      <a:pt x="6978" y="3291"/>
                      <a:pt x="6921" y="3595"/>
                      <a:pt x="6694" y="3595"/>
                    </a:cubicBezTo>
                    <a:cubicBezTo>
                      <a:pt x="6681" y="3595"/>
                      <a:pt x="6668" y="3594"/>
                      <a:pt x="6655" y="3592"/>
                    </a:cubicBezTo>
                    <a:lnTo>
                      <a:pt x="740" y="1818"/>
                    </a:lnTo>
                    <a:cubicBezTo>
                      <a:pt x="666" y="1781"/>
                      <a:pt x="592" y="1670"/>
                      <a:pt x="629" y="1559"/>
                    </a:cubicBezTo>
                    <a:cubicBezTo>
                      <a:pt x="666" y="1485"/>
                      <a:pt x="777" y="1411"/>
                      <a:pt x="887" y="1411"/>
                    </a:cubicBezTo>
                    <a:close/>
                    <a:moveTo>
                      <a:pt x="1076" y="1"/>
                    </a:moveTo>
                    <a:cubicBezTo>
                      <a:pt x="728" y="1"/>
                      <a:pt x="422" y="233"/>
                      <a:pt x="333" y="561"/>
                    </a:cubicBezTo>
                    <a:lnTo>
                      <a:pt x="111" y="1263"/>
                    </a:lnTo>
                    <a:cubicBezTo>
                      <a:pt x="0" y="1670"/>
                      <a:pt x="222" y="2113"/>
                      <a:pt x="666" y="2224"/>
                    </a:cubicBezTo>
                    <a:lnTo>
                      <a:pt x="6618" y="4036"/>
                    </a:lnTo>
                    <a:cubicBezTo>
                      <a:pt x="6688" y="4055"/>
                      <a:pt x="6760" y="4064"/>
                      <a:pt x="6831" y="4064"/>
                    </a:cubicBezTo>
                    <a:cubicBezTo>
                      <a:pt x="7168" y="4064"/>
                      <a:pt x="7487" y="3854"/>
                      <a:pt x="7579" y="3518"/>
                    </a:cubicBezTo>
                    <a:lnTo>
                      <a:pt x="7801" y="2779"/>
                    </a:lnTo>
                    <a:cubicBezTo>
                      <a:pt x="7949" y="2372"/>
                      <a:pt x="7690" y="1928"/>
                      <a:pt x="7283" y="1818"/>
                    </a:cubicBezTo>
                    <a:lnTo>
                      <a:pt x="1331" y="43"/>
                    </a:lnTo>
                    <a:cubicBezTo>
                      <a:pt x="1245" y="14"/>
                      <a:pt x="1159" y="1"/>
                      <a:pt x="10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53"/>
              <p:cNvSpPr/>
              <p:nvPr/>
            </p:nvSpPr>
            <p:spPr>
              <a:xfrm>
                <a:off x="7971484" y="1942268"/>
                <a:ext cx="137116" cy="119798"/>
              </a:xfrm>
              <a:custGeom>
                <a:avLst/>
                <a:gdLst/>
                <a:ahLst/>
                <a:cxnLst/>
                <a:rect l="l" t="t" r="r" b="b"/>
                <a:pathLst>
                  <a:path w="7506" h="6558" extrusionOk="0">
                    <a:moveTo>
                      <a:pt x="4622" y="1123"/>
                    </a:moveTo>
                    <a:lnTo>
                      <a:pt x="4843" y="1197"/>
                    </a:lnTo>
                    <a:cubicBezTo>
                      <a:pt x="5620" y="1382"/>
                      <a:pt x="6100" y="2121"/>
                      <a:pt x="5916" y="2898"/>
                    </a:cubicBezTo>
                    <a:lnTo>
                      <a:pt x="4991" y="5929"/>
                    </a:lnTo>
                    <a:lnTo>
                      <a:pt x="3956" y="5670"/>
                    </a:lnTo>
                    <a:lnTo>
                      <a:pt x="4880" y="2528"/>
                    </a:lnTo>
                    <a:cubicBezTo>
                      <a:pt x="5065" y="2047"/>
                      <a:pt x="4954" y="1493"/>
                      <a:pt x="4622" y="1123"/>
                    </a:cubicBezTo>
                    <a:close/>
                    <a:moveTo>
                      <a:pt x="2737" y="1"/>
                    </a:moveTo>
                    <a:cubicBezTo>
                      <a:pt x="2047" y="1"/>
                      <a:pt x="1390" y="450"/>
                      <a:pt x="1183" y="1160"/>
                    </a:cubicBezTo>
                    <a:lnTo>
                      <a:pt x="0" y="5079"/>
                    </a:lnTo>
                    <a:lnTo>
                      <a:pt x="6137" y="6558"/>
                    </a:lnTo>
                    <a:lnTo>
                      <a:pt x="7210" y="2971"/>
                    </a:lnTo>
                    <a:cubicBezTo>
                      <a:pt x="7505" y="2121"/>
                      <a:pt x="7025" y="1197"/>
                      <a:pt x="6174" y="938"/>
                    </a:cubicBezTo>
                    <a:lnTo>
                      <a:pt x="3254" y="88"/>
                    </a:lnTo>
                    <a:cubicBezTo>
                      <a:pt x="3084" y="29"/>
                      <a:pt x="2909" y="1"/>
                      <a:pt x="27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53"/>
              <p:cNvSpPr/>
              <p:nvPr/>
            </p:nvSpPr>
            <p:spPr>
              <a:xfrm>
                <a:off x="8045103" y="1899960"/>
                <a:ext cx="40536" cy="55405"/>
              </a:xfrm>
              <a:custGeom>
                <a:avLst/>
                <a:gdLst/>
                <a:ahLst/>
                <a:cxnLst/>
                <a:rect l="l" t="t" r="r" b="b"/>
                <a:pathLst>
                  <a:path w="2219" h="3033" extrusionOk="0">
                    <a:moveTo>
                      <a:pt x="813" y="1"/>
                    </a:moveTo>
                    <a:lnTo>
                      <a:pt x="0" y="2626"/>
                    </a:lnTo>
                    <a:lnTo>
                      <a:pt x="1442" y="3032"/>
                    </a:lnTo>
                    <a:lnTo>
                      <a:pt x="2218" y="407"/>
                    </a:lnTo>
                    <a:lnTo>
                      <a:pt x="813"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53"/>
              <p:cNvSpPr/>
              <p:nvPr/>
            </p:nvSpPr>
            <p:spPr>
              <a:xfrm>
                <a:off x="8085620" y="2077575"/>
                <a:ext cx="27712" cy="25008"/>
              </a:xfrm>
              <a:custGeom>
                <a:avLst/>
                <a:gdLst/>
                <a:ahLst/>
                <a:cxnLst/>
                <a:rect l="l" t="t" r="r" b="b"/>
                <a:pathLst>
                  <a:path w="1517" h="1369" extrusionOk="0">
                    <a:moveTo>
                      <a:pt x="296" y="1"/>
                    </a:moveTo>
                    <a:lnTo>
                      <a:pt x="0" y="999"/>
                    </a:lnTo>
                    <a:lnTo>
                      <a:pt x="1220" y="1369"/>
                    </a:lnTo>
                    <a:lnTo>
                      <a:pt x="1516" y="371"/>
                    </a:lnTo>
                    <a:lnTo>
                      <a:pt x="296"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53"/>
              <p:cNvSpPr/>
              <p:nvPr/>
            </p:nvSpPr>
            <p:spPr>
              <a:xfrm>
                <a:off x="8102499" y="2080863"/>
                <a:ext cx="22305" cy="30178"/>
              </a:xfrm>
              <a:custGeom>
                <a:avLst/>
                <a:gdLst/>
                <a:ahLst/>
                <a:cxnLst/>
                <a:rect l="l" t="t" r="r" b="b"/>
                <a:pathLst>
                  <a:path w="1221" h="1652" extrusionOk="0">
                    <a:moveTo>
                      <a:pt x="772" y="0"/>
                    </a:moveTo>
                    <a:cubicBezTo>
                      <a:pt x="542" y="0"/>
                      <a:pt x="330" y="143"/>
                      <a:pt x="296" y="376"/>
                    </a:cubicBezTo>
                    <a:lnTo>
                      <a:pt x="112" y="1041"/>
                    </a:lnTo>
                    <a:cubicBezTo>
                      <a:pt x="1" y="1300"/>
                      <a:pt x="112" y="1559"/>
                      <a:pt x="370" y="1633"/>
                    </a:cubicBezTo>
                    <a:cubicBezTo>
                      <a:pt x="409" y="1645"/>
                      <a:pt x="449" y="1652"/>
                      <a:pt x="488" y="1652"/>
                    </a:cubicBezTo>
                    <a:cubicBezTo>
                      <a:pt x="676" y="1652"/>
                      <a:pt x="857" y="1514"/>
                      <a:pt x="888" y="1300"/>
                    </a:cubicBezTo>
                    <a:lnTo>
                      <a:pt x="1110" y="597"/>
                    </a:lnTo>
                    <a:cubicBezTo>
                      <a:pt x="1221" y="376"/>
                      <a:pt x="1073" y="117"/>
                      <a:pt x="851" y="6"/>
                    </a:cubicBezTo>
                    <a:cubicBezTo>
                      <a:pt x="825" y="2"/>
                      <a:pt x="798" y="0"/>
                      <a:pt x="7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53"/>
              <p:cNvSpPr/>
              <p:nvPr/>
            </p:nvSpPr>
            <p:spPr>
              <a:xfrm>
                <a:off x="8061982" y="1924274"/>
                <a:ext cx="75664" cy="163458"/>
              </a:xfrm>
              <a:custGeom>
                <a:avLst/>
                <a:gdLst/>
                <a:ahLst/>
                <a:cxnLst/>
                <a:rect l="l" t="t" r="r" b="b"/>
                <a:pathLst>
                  <a:path w="4142" h="8948" extrusionOk="0">
                    <a:moveTo>
                      <a:pt x="148" y="1"/>
                    </a:moveTo>
                    <a:lnTo>
                      <a:pt x="0" y="481"/>
                    </a:lnTo>
                    <a:cubicBezTo>
                      <a:pt x="4030" y="1701"/>
                      <a:pt x="4104" y="2552"/>
                      <a:pt x="2219" y="8800"/>
                    </a:cubicBezTo>
                    <a:lnTo>
                      <a:pt x="2699" y="8948"/>
                    </a:lnTo>
                    <a:cubicBezTo>
                      <a:pt x="3587" y="5916"/>
                      <a:pt x="4141" y="3956"/>
                      <a:pt x="3845" y="2663"/>
                    </a:cubicBezTo>
                    <a:cubicBezTo>
                      <a:pt x="3476" y="1258"/>
                      <a:pt x="2145" y="629"/>
                      <a:pt x="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53"/>
              <p:cNvSpPr/>
              <p:nvPr/>
            </p:nvSpPr>
            <p:spPr>
              <a:xfrm>
                <a:off x="7930291" y="2031651"/>
                <a:ext cx="31749" cy="25684"/>
              </a:xfrm>
              <a:custGeom>
                <a:avLst/>
                <a:gdLst/>
                <a:ahLst/>
                <a:cxnLst/>
                <a:rect l="l" t="t" r="r" b="b"/>
                <a:pathLst>
                  <a:path w="1738" h="1406" extrusionOk="0">
                    <a:moveTo>
                      <a:pt x="333" y="1"/>
                    </a:moveTo>
                    <a:lnTo>
                      <a:pt x="0" y="999"/>
                    </a:lnTo>
                    <a:lnTo>
                      <a:pt x="1442" y="1406"/>
                    </a:lnTo>
                    <a:lnTo>
                      <a:pt x="1738" y="408"/>
                    </a:lnTo>
                    <a:lnTo>
                      <a:pt x="333"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53"/>
              <p:cNvSpPr/>
              <p:nvPr/>
            </p:nvSpPr>
            <p:spPr>
              <a:xfrm>
                <a:off x="7918125" y="2027193"/>
                <a:ext cx="24332" cy="30141"/>
              </a:xfrm>
              <a:custGeom>
                <a:avLst/>
                <a:gdLst/>
                <a:ahLst/>
                <a:cxnLst/>
                <a:rect l="l" t="t" r="r" b="b"/>
                <a:pathLst>
                  <a:path w="1332" h="1650" extrusionOk="0">
                    <a:moveTo>
                      <a:pt x="712" y="1"/>
                    </a:moveTo>
                    <a:cubicBezTo>
                      <a:pt x="531" y="1"/>
                      <a:pt x="355" y="113"/>
                      <a:pt x="296" y="319"/>
                    </a:cubicBezTo>
                    <a:lnTo>
                      <a:pt x="75" y="1021"/>
                    </a:lnTo>
                    <a:cubicBezTo>
                      <a:pt x="1" y="1280"/>
                      <a:pt x="149" y="1539"/>
                      <a:pt x="407" y="1613"/>
                    </a:cubicBezTo>
                    <a:lnTo>
                      <a:pt x="481" y="1650"/>
                    </a:lnTo>
                    <a:lnTo>
                      <a:pt x="481" y="1613"/>
                    </a:lnTo>
                    <a:cubicBezTo>
                      <a:pt x="521" y="1626"/>
                      <a:pt x="561" y="1632"/>
                      <a:pt x="601" y="1632"/>
                    </a:cubicBezTo>
                    <a:cubicBezTo>
                      <a:pt x="789" y="1632"/>
                      <a:pt x="975" y="1500"/>
                      <a:pt x="1036" y="1317"/>
                    </a:cubicBezTo>
                    <a:lnTo>
                      <a:pt x="1258" y="615"/>
                    </a:lnTo>
                    <a:cubicBezTo>
                      <a:pt x="1332" y="356"/>
                      <a:pt x="1184" y="97"/>
                      <a:pt x="962" y="23"/>
                    </a:cubicBezTo>
                    <a:lnTo>
                      <a:pt x="851" y="23"/>
                    </a:lnTo>
                    <a:cubicBezTo>
                      <a:pt x="806" y="8"/>
                      <a:pt x="759" y="1"/>
                      <a:pt x="7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53"/>
              <p:cNvSpPr/>
              <p:nvPr/>
            </p:nvSpPr>
            <p:spPr>
              <a:xfrm>
                <a:off x="7938384" y="1916091"/>
                <a:ext cx="129699" cy="122337"/>
              </a:xfrm>
              <a:custGeom>
                <a:avLst/>
                <a:gdLst/>
                <a:ahLst/>
                <a:cxnLst/>
                <a:rect l="l" t="t" r="r" b="b"/>
                <a:pathLst>
                  <a:path w="7100" h="6697" extrusionOk="0">
                    <a:moveTo>
                      <a:pt x="4380" y="0"/>
                    </a:moveTo>
                    <a:cubicBezTo>
                      <a:pt x="3628" y="0"/>
                      <a:pt x="3038" y="203"/>
                      <a:pt x="2552" y="670"/>
                    </a:cubicBezTo>
                    <a:cubicBezTo>
                      <a:pt x="1554" y="1595"/>
                      <a:pt x="925" y="3517"/>
                      <a:pt x="1" y="6549"/>
                    </a:cubicBezTo>
                    <a:lnTo>
                      <a:pt x="444" y="6697"/>
                    </a:lnTo>
                    <a:cubicBezTo>
                      <a:pt x="1839" y="2075"/>
                      <a:pt x="2425" y="467"/>
                      <a:pt x="4341" y="467"/>
                    </a:cubicBezTo>
                    <a:cubicBezTo>
                      <a:pt x="5015" y="467"/>
                      <a:pt x="5854" y="666"/>
                      <a:pt x="6951" y="1003"/>
                    </a:cubicBezTo>
                    <a:lnTo>
                      <a:pt x="7099" y="523"/>
                    </a:lnTo>
                    <a:cubicBezTo>
                      <a:pt x="6003" y="194"/>
                      <a:pt x="5114" y="0"/>
                      <a:pt x="43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53"/>
              <p:cNvSpPr/>
              <p:nvPr/>
            </p:nvSpPr>
            <p:spPr>
              <a:xfrm>
                <a:off x="8052519" y="1891429"/>
                <a:ext cx="41887" cy="20460"/>
              </a:xfrm>
              <a:custGeom>
                <a:avLst/>
                <a:gdLst/>
                <a:ahLst/>
                <a:cxnLst/>
                <a:rect l="l" t="t" r="r" b="b"/>
                <a:pathLst>
                  <a:path w="2293" h="1120" extrusionOk="0">
                    <a:moveTo>
                      <a:pt x="307" y="0"/>
                    </a:moveTo>
                    <a:cubicBezTo>
                      <a:pt x="186" y="0"/>
                      <a:pt x="67" y="93"/>
                      <a:pt x="38" y="209"/>
                    </a:cubicBezTo>
                    <a:lnTo>
                      <a:pt x="38" y="246"/>
                    </a:lnTo>
                    <a:cubicBezTo>
                      <a:pt x="1" y="394"/>
                      <a:pt x="75" y="579"/>
                      <a:pt x="223" y="616"/>
                    </a:cubicBezTo>
                    <a:lnTo>
                      <a:pt x="1886" y="1096"/>
                    </a:lnTo>
                    <a:cubicBezTo>
                      <a:pt x="1919" y="1112"/>
                      <a:pt x="1953" y="1120"/>
                      <a:pt x="1987" y="1120"/>
                    </a:cubicBezTo>
                    <a:cubicBezTo>
                      <a:pt x="2108" y="1120"/>
                      <a:pt x="2227" y="1027"/>
                      <a:pt x="2256" y="911"/>
                    </a:cubicBezTo>
                    <a:lnTo>
                      <a:pt x="2256" y="874"/>
                    </a:lnTo>
                    <a:cubicBezTo>
                      <a:pt x="2293" y="726"/>
                      <a:pt x="2219" y="542"/>
                      <a:pt x="2034" y="505"/>
                    </a:cubicBezTo>
                    <a:lnTo>
                      <a:pt x="407" y="24"/>
                    </a:lnTo>
                    <a:cubicBezTo>
                      <a:pt x="375" y="8"/>
                      <a:pt x="341" y="0"/>
                      <a:pt x="3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53"/>
              <p:cNvSpPr/>
              <p:nvPr/>
            </p:nvSpPr>
            <p:spPr>
              <a:xfrm>
                <a:off x="7911366" y="2065427"/>
                <a:ext cx="168189" cy="206678"/>
              </a:xfrm>
              <a:custGeom>
                <a:avLst/>
                <a:gdLst/>
                <a:ahLst/>
                <a:cxnLst/>
                <a:rect l="l" t="t" r="r" b="b"/>
                <a:pathLst>
                  <a:path w="9207" h="11314" extrusionOk="0">
                    <a:moveTo>
                      <a:pt x="2552" y="1"/>
                    </a:moveTo>
                    <a:lnTo>
                      <a:pt x="2182" y="1221"/>
                    </a:lnTo>
                    <a:lnTo>
                      <a:pt x="3883" y="1775"/>
                    </a:lnTo>
                    <a:cubicBezTo>
                      <a:pt x="4409" y="1874"/>
                      <a:pt x="4262" y="2587"/>
                      <a:pt x="3833" y="2587"/>
                    </a:cubicBezTo>
                    <a:cubicBezTo>
                      <a:pt x="3780" y="2587"/>
                      <a:pt x="3722" y="2576"/>
                      <a:pt x="3661" y="2551"/>
                    </a:cubicBezTo>
                    <a:lnTo>
                      <a:pt x="1923" y="2034"/>
                    </a:lnTo>
                    <a:lnTo>
                      <a:pt x="1776" y="2662"/>
                    </a:lnTo>
                    <a:lnTo>
                      <a:pt x="3476" y="3180"/>
                    </a:lnTo>
                    <a:cubicBezTo>
                      <a:pt x="4007" y="3428"/>
                      <a:pt x="3793" y="4183"/>
                      <a:pt x="3255" y="4183"/>
                    </a:cubicBezTo>
                    <a:cubicBezTo>
                      <a:pt x="3231" y="4183"/>
                      <a:pt x="3206" y="4181"/>
                      <a:pt x="3180" y="4178"/>
                    </a:cubicBezTo>
                    <a:lnTo>
                      <a:pt x="1443" y="3661"/>
                    </a:lnTo>
                    <a:lnTo>
                      <a:pt x="1258" y="4289"/>
                    </a:lnTo>
                    <a:lnTo>
                      <a:pt x="2996" y="4770"/>
                    </a:lnTo>
                    <a:cubicBezTo>
                      <a:pt x="3527" y="5018"/>
                      <a:pt x="3311" y="5809"/>
                      <a:pt x="2739" y="5809"/>
                    </a:cubicBezTo>
                    <a:cubicBezTo>
                      <a:pt x="2714" y="5809"/>
                      <a:pt x="2689" y="5808"/>
                      <a:pt x="2663" y="5805"/>
                    </a:cubicBezTo>
                    <a:lnTo>
                      <a:pt x="999" y="5287"/>
                    </a:lnTo>
                    <a:lnTo>
                      <a:pt x="814" y="5879"/>
                    </a:lnTo>
                    <a:lnTo>
                      <a:pt x="2515" y="6396"/>
                    </a:lnTo>
                    <a:cubicBezTo>
                      <a:pt x="2774" y="6433"/>
                      <a:pt x="2922" y="6692"/>
                      <a:pt x="2848" y="6951"/>
                    </a:cubicBezTo>
                    <a:cubicBezTo>
                      <a:pt x="2789" y="7127"/>
                      <a:pt x="2615" y="7233"/>
                      <a:pt x="2435" y="7233"/>
                    </a:cubicBezTo>
                    <a:cubicBezTo>
                      <a:pt x="2387" y="7233"/>
                      <a:pt x="2339" y="7225"/>
                      <a:pt x="2293" y="7210"/>
                    </a:cubicBezTo>
                    <a:lnTo>
                      <a:pt x="555" y="6692"/>
                    </a:lnTo>
                    <a:lnTo>
                      <a:pt x="297" y="7616"/>
                    </a:lnTo>
                    <a:cubicBezTo>
                      <a:pt x="1" y="8615"/>
                      <a:pt x="371" y="9724"/>
                      <a:pt x="1258" y="10278"/>
                    </a:cubicBezTo>
                    <a:lnTo>
                      <a:pt x="1591" y="9132"/>
                    </a:lnTo>
                    <a:cubicBezTo>
                      <a:pt x="1651" y="8981"/>
                      <a:pt x="1762" y="8854"/>
                      <a:pt x="1901" y="8854"/>
                    </a:cubicBezTo>
                    <a:cubicBezTo>
                      <a:pt x="1932" y="8854"/>
                      <a:pt x="1964" y="8860"/>
                      <a:pt x="1997" y="8873"/>
                    </a:cubicBezTo>
                    <a:cubicBezTo>
                      <a:pt x="2219" y="8910"/>
                      <a:pt x="2256" y="9132"/>
                      <a:pt x="2219" y="9317"/>
                    </a:cubicBezTo>
                    <a:lnTo>
                      <a:pt x="1812" y="10648"/>
                    </a:lnTo>
                    <a:cubicBezTo>
                      <a:pt x="1886" y="10648"/>
                      <a:pt x="1960" y="10685"/>
                      <a:pt x="2034" y="10685"/>
                    </a:cubicBezTo>
                    <a:lnTo>
                      <a:pt x="2626" y="10833"/>
                    </a:lnTo>
                    <a:lnTo>
                      <a:pt x="2996" y="9576"/>
                    </a:lnTo>
                    <a:cubicBezTo>
                      <a:pt x="3056" y="9393"/>
                      <a:pt x="3167" y="9261"/>
                      <a:pt x="3308" y="9261"/>
                    </a:cubicBezTo>
                    <a:cubicBezTo>
                      <a:pt x="3338" y="9261"/>
                      <a:pt x="3369" y="9267"/>
                      <a:pt x="3402" y="9280"/>
                    </a:cubicBezTo>
                    <a:cubicBezTo>
                      <a:pt x="3624" y="9354"/>
                      <a:pt x="3661" y="9539"/>
                      <a:pt x="3624" y="9761"/>
                    </a:cubicBezTo>
                    <a:lnTo>
                      <a:pt x="3217" y="11018"/>
                    </a:lnTo>
                    <a:lnTo>
                      <a:pt x="3846" y="11203"/>
                    </a:lnTo>
                    <a:cubicBezTo>
                      <a:pt x="3883" y="11203"/>
                      <a:pt x="4031" y="11314"/>
                      <a:pt x="4031" y="11314"/>
                    </a:cubicBezTo>
                    <a:lnTo>
                      <a:pt x="4437" y="9983"/>
                    </a:lnTo>
                    <a:cubicBezTo>
                      <a:pt x="4468" y="9831"/>
                      <a:pt x="4573" y="9704"/>
                      <a:pt x="4732" y="9704"/>
                    </a:cubicBezTo>
                    <a:cubicBezTo>
                      <a:pt x="4767" y="9704"/>
                      <a:pt x="4804" y="9710"/>
                      <a:pt x="4844" y="9724"/>
                    </a:cubicBezTo>
                    <a:cubicBezTo>
                      <a:pt x="5029" y="9761"/>
                      <a:pt x="5103" y="9983"/>
                      <a:pt x="5029" y="10167"/>
                    </a:cubicBezTo>
                    <a:lnTo>
                      <a:pt x="4696" y="11314"/>
                    </a:lnTo>
                    <a:cubicBezTo>
                      <a:pt x="5731" y="11314"/>
                      <a:pt x="6656" y="10611"/>
                      <a:pt x="6951" y="9613"/>
                    </a:cubicBezTo>
                    <a:lnTo>
                      <a:pt x="7210" y="8689"/>
                    </a:lnTo>
                    <a:lnTo>
                      <a:pt x="5547" y="8208"/>
                    </a:lnTo>
                    <a:cubicBezTo>
                      <a:pt x="5288" y="8134"/>
                      <a:pt x="5140" y="7875"/>
                      <a:pt x="5214" y="7653"/>
                    </a:cubicBezTo>
                    <a:cubicBezTo>
                      <a:pt x="5268" y="7462"/>
                      <a:pt x="5424" y="7352"/>
                      <a:pt x="5591" y="7352"/>
                    </a:cubicBezTo>
                    <a:cubicBezTo>
                      <a:pt x="5650" y="7352"/>
                      <a:pt x="5710" y="7366"/>
                      <a:pt x="5768" y="7395"/>
                    </a:cubicBezTo>
                    <a:lnTo>
                      <a:pt x="7469" y="7875"/>
                    </a:lnTo>
                    <a:lnTo>
                      <a:pt x="7654" y="7284"/>
                    </a:lnTo>
                    <a:lnTo>
                      <a:pt x="5953" y="6766"/>
                    </a:lnTo>
                    <a:cubicBezTo>
                      <a:pt x="5396" y="6522"/>
                      <a:pt x="5593" y="5721"/>
                      <a:pt x="6143" y="5721"/>
                    </a:cubicBezTo>
                    <a:cubicBezTo>
                      <a:pt x="6177" y="5721"/>
                      <a:pt x="6212" y="5724"/>
                      <a:pt x="6249" y="5731"/>
                    </a:cubicBezTo>
                    <a:lnTo>
                      <a:pt x="7950" y="6249"/>
                    </a:lnTo>
                    <a:lnTo>
                      <a:pt x="8098" y="5657"/>
                    </a:lnTo>
                    <a:lnTo>
                      <a:pt x="6434" y="5139"/>
                    </a:lnTo>
                    <a:cubicBezTo>
                      <a:pt x="5913" y="4896"/>
                      <a:pt x="6110" y="4131"/>
                      <a:pt x="6626" y="4131"/>
                    </a:cubicBezTo>
                    <a:cubicBezTo>
                      <a:pt x="6659" y="4131"/>
                      <a:pt x="6694" y="4134"/>
                      <a:pt x="6730" y="4141"/>
                    </a:cubicBezTo>
                    <a:lnTo>
                      <a:pt x="8430" y="4622"/>
                    </a:lnTo>
                    <a:lnTo>
                      <a:pt x="8615" y="4030"/>
                    </a:lnTo>
                    <a:lnTo>
                      <a:pt x="6914" y="3513"/>
                    </a:lnTo>
                    <a:cubicBezTo>
                      <a:pt x="6477" y="3445"/>
                      <a:pt x="6682" y="2675"/>
                      <a:pt x="7057" y="2675"/>
                    </a:cubicBezTo>
                    <a:cubicBezTo>
                      <a:pt x="7094" y="2675"/>
                      <a:pt x="7133" y="2683"/>
                      <a:pt x="7173" y="2699"/>
                    </a:cubicBezTo>
                    <a:lnTo>
                      <a:pt x="8837" y="3217"/>
                    </a:lnTo>
                    <a:lnTo>
                      <a:pt x="9207" y="1997"/>
                    </a:lnTo>
                    <a:lnTo>
                      <a:pt x="25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53"/>
              <p:cNvSpPr/>
              <p:nvPr/>
            </p:nvSpPr>
            <p:spPr>
              <a:xfrm>
                <a:off x="8045103" y="1754734"/>
                <a:ext cx="74604" cy="62548"/>
              </a:xfrm>
              <a:custGeom>
                <a:avLst/>
                <a:gdLst/>
                <a:ahLst/>
                <a:cxnLst/>
                <a:rect l="l" t="t" r="r" b="b"/>
                <a:pathLst>
                  <a:path w="4084" h="3424" extrusionOk="0">
                    <a:moveTo>
                      <a:pt x="2210" y="1"/>
                    </a:moveTo>
                    <a:cubicBezTo>
                      <a:pt x="1872" y="1"/>
                      <a:pt x="1527" y="104"/>
                      <a:pt x="1220" y="335"/>
                    </a:cubicBezTo>
                    <a:cubicBezTo>
                      <a:pt x="0" y="1259"/>
                      <a:pt x="481" y="3181"/>
                      <a:pt x="1997" y="3403"/>
                    </a:cubicBezTo>
                    <a:cubicBezTo>
                      <a:pt x="2083" y="3417"/>
                      <a:pt x="2169" y="3424"/>
                      <a:pt x="2254" y="3424"/>
                    </a:cubicBezTo>
                    <a:cubicBezTo>
                      <a:pt x="3074" y="3424"/>
                      <a:pt x="3785" y="2799"/>
                      <a:pt x="3919" y="1961"/>
                    </a:cubicBezTo>
                    <a:cubicBezTo>
                      <a:pt x="4083" y="839"/>
                      <a:pt x="3174" y="1"/>
                      <a:pt x="2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53"/>
              <p:cNvSpPr/>
              <p:nvPr/>
            </p:nvSpPr>
            <p:spPr>
              <a:xfrm>
                <a:off x="8045778" y="1794612"/>
                <a:ext cx="55387" cy="160754"/>
              </a:xfrm>
              <a:custGeom>
                <a:avLst/>
                <a:gdLst/>
                <a:ahLst/>
                <a:cxnLst/>
                <a:rect l="l" t="t" r="r" b="b"/>
                <a:pathLst>
                  <a:path w="3032" h="8800" extrusionOk="0">
                    <a:moveTo>
                      <a:pt x="1997" y="0"/>
                    </a:moveTo>
                    <a:lnTo>
                      <a:pt x="0" y="8356"/>
                    </a:lnTo>
                    <a:lnTo>
                      <a:pt x="1405" y="8799"/>
                    </a:lnTo>
                    <a:lnTo>
                      <a:pt x="3032" y="148"/>
                    </a:lnTo>
                    <a:lnTo>
                      <a:pt x="199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53"/>
              <p:cNvSpPr/>
              <p:nvPr/>
            </p:nvSpPr>
            <p:spPr>
              <a:xfrm>
                <a:off x="7699993" y="1390169"/>
                <a:ext cx="93310" cy="77893"/>
              </a:xfrm>
              <a:custGeom>
                <a:avLst/>
                <a:gdLst/>
                <a:ahLst/>
                <a:cxnLst/>
                <a:rect l="l" t="t" r="r" b="b"/>
                <a:pathLst>
                  <a:path w="5108" h="4264" extrusionOk="0">
                    <a:moveTo>
                      <a:pt x="2793" y="1"/>
                    </a:moveTo>
                    <a:cubicBezTo>
                      <a:pt x="2361" y="1"/>
                      <a:pt x="1916" y="136"/>
                      <a:pt x="1516" y="438"/>
                    </a:cubicBezTo>
                    <a:cubicBezTo>
                      <a:pt x="0" y="1585"/>
                      <a:pt x="629" y="3988"/>
                      <a:pt x="2514" y="4246"/>
                    </a:cubicBezTo>
                    <a:cubicBezTo>
                      <a:pt x="2605" y="4258"/>
                      <a:pt x="2695" y="4264"/>
                      <a:pt x="2784" y="4264"/>
                    </a:cubicBezTo>
                    <a:cubicBezTo>
                      <a:pt x="3824" y="4264"/>
                      <a:pt x="4747" y="3490"/>
                      <a:pt x="4917" y="2435"/>
                    </a:cubicBezTo>
                    <a:cubicBezTo>
                      <a:pt x="5108" y="1048"/>
                      <a:pt x="3997" y="1"/>
                      <a:pt x="27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53"/>
              <p:cNvSpPr/>
              <p:nvPr/>
            </p:nvSpPr>
            <p:spPr>
              <a:xfrm>
                <a:off x="7765500" y="1421133"/>
                <a:ext cx="333638" cy="353239"/>
              </a:xfrm>
              <a:custGeom>
                <a:avLst/>
                <a:gdLst/>
                <a:ahLst/>
                <a:cxnLst/>
                <a:rect l="l" t="t" r="r" b="b"/>
                <a:pathLst>
                  <a:path w="18264" h="19337" extrusionOk="0">
                    <a:moveTo>
                      <a:pt x="629" y="0"/>
                    </a:moveTo>
                    <a:lnTo>
                      <a:pt x="0" y="555"/>
                    </a:lnTo>
                    <a:lnTo>
                      <a:pt x="17635" y="19336"/>
                    </a:lnTo>
                    <a:lnTo>
                      <a:pt x="18264" y="18745"/>
                    </a:lnTo>
                    <a:lnTo>
                      <a:pt x="6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53"/>
              <p:cNvSpPr/>
              <p:nvPr/>
            </p:nvSpPr>
            <p:spPr>
              <a:xfrm>
                <a:off x="7749955" y="1440039"/>
                <a:ext cx="334332" cy="353239"/>
              </a:xfrm>
              <a:custGeom>
                <a:avLst/>
                <a:gdLst/>
                <a:ahLst/>
                <a:cxnLst/>
                <a:rect l="l" t="t" r="r" b="b"/>
                <a:pathLst>
                  <a:path w="18302" h="19337" extrusionOk="0">
                    <a:moveTo>
                      <a:pt x="629" y="1"/>
                    </a:moveTo>
                    <a:lnTo>
                      <a:pt x="1" y="592"/>
                    </a:lnTo>
                    <a:lnTo>
                      <a:pt x="17673" y="19336"/>
                    </a:lnTo>
                    <a:lnTo>
                      <a:pt x="18301" y="18745"/>
                    </a:lnTo>
                    <a:lnTo>
                      <a:pt x="6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53"/>
              <p:cNvSpPr/>
              <p:nvPr/>
            </p:nvSpPr>
            <p:spPr>
              <a:xfrm>
                <a:off x="7335958" y="1433956"/>
                <a:ext cx="405246" cy="174948"/>
              </a:xfrm>
              <a:custGeom>
                <a:avLst/>
                <a:gdLst/>
                <a:ahLst/>
                <a:cxnLst/>
                <a:rect l="l" t="t" r="r" b="b"/>
                <a:pathLst>
                  <a:path w="22184" h="9577" extrusionOk="0">
                    <a:moveTo>
                      <a:pt x="21851" y="1"/>
                    </a:moveTo>
                    <a:lnTo>
                      <a:pt x="149" y="8504"/>
                    </a:lnTo>
                    <a:lnTo>
                      <a:pt x="1" y="9576"/>
                    </a:lnTo>
                    <a:lnTo>
                      <a:pt x="22183" y="777"/>
                    </a:lnTo>
                    <a:lnTo>
                      <a:pt x="218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53"/>
              <p:cNvSpPr/>
              <p:nvPr/>
            </p:nvSpPr>
            <p:spPr>
              <a:xfrm>
                <a:off x="7341365" y="1413698"/>
                <a:ext cx="390376" cy="156023"/>
              </a:xfrm>
              <a:custGeom>
                <a:avLst/>
                <a:gdLst/>
                <a:ahLst/>
                <a:cxnLst/>
                <a:rect l="l" t="t" r="r" b="b"/>
                <a:pathLst>
                  <a:path w="21370" h="8541" extrusionOk="0">
                    <a:moveTo>
                      <a:pt x="21037" y="1"/>
                    </a:moveTo>
                    <a:lnTo>
                      <a:pt x="149" y="7469"/>
                    </a:lnTo>
                    <a:lnTo>
                      <a:pt x="1" y="8541"/>
                    </a:lnTo>
                    <a:lnTo>
                      <a:pt x="21370" y="777"/>
                    </a:lnTo>
                    <a:lnTo>
                      <a:pt x="2103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53"/>
              <p:cNvSpPr/>
              <p:nvPr/>
            </p:nvSpPr>
            <p:spPr>
              <a:xfrm>
                <a:off x="7723631" y="1408291"/>
                <a:ext cx="49962" cy="42052"/>
              </a:xfrm>
              <a:custGeom>
                <a:avLst/>
                <a:gdLst/>
                <a:ahLst/>
                <a:cxnLst/>
                <a:rect l="l" t="t" r="r" b="b"/>
                <a:pathLst>
                  <a:path w="2735" h="2302" extrusionOk="0">
                    <a:moveTo>
                      <a:pt x="1487" y="0"/>
                    </a:moveTo>
                    <a:cubicBezTo>
                      <a:pt x="1259" y="0"/>
                      <a:pt x="1025" y="69"/>
                      <a:pt x="813" y="223"/>
                    </a:cubicBezTo>
                    <a:cubicBezTo>
                      <a:pt x="0" y="851"/>
                      <a:pt x="333" y="2145"/>
                      <a:pt x="1331" y="2293"/>
                    </a:cubicBezTo>
                    <a:cubicBezTo>
                      <a:pt x="1377" y="2299"/>
                      <a:pt x="1423" y="2301"/>
                      <a:pt x="1468" y="2301"/>
                    </a:cubicBezTo>
                    <a:cubicBezTo>
                      <a:pt x="2043" y="2301"/>
                      <a:pt x="2556" y="1878"/>
                      <a:pt x="2625" y="1295"/>
                    </a:cubicBezTo>
                    <a:cubicBezTo>
                      <a:pt x="2734" y="556"/>
                      <a:pt x="2136" y="0"/>
                      <a:pt x="14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53"/>
              <p:cNvSpPr/>
              <p:nvPr/>
            </p:nvSpPr>
            <p:spPr>
              <a:xfrm>
                <a:off x="8063333" y="1769055"/>
                <a:ext cx="40700" cy="33850"/>
              </a:xfrm>
              <a:custGeom>
                <a:avLst/>
                <a:gdLst/>
                <a:ahLst/>
                <a:cxnLst/>
                <a:rect l="l" t="t" r="r" b="b"/>
                <a:pathLst>
                  <a:path w="2228" h="1853" extrusionOk="0">
                    <a:moveTo>
                      <a:pt x="1208" y="1"/>
                    </a:moveTo>
                    <a:cubicBezTo>
                      <a:pt x="1025" y="1"/>
                      <a:pt x="837" y="56"/>
                      <a:pt x="666" y="179"/>
                    </a:cubicBezTo>
                    <a:cubicBezTo>
                      <a:pt x="0" y="697"/>
                      <a:pt x="259" y="1732"/>
                      <a:pt x="1072" y="1843"/>
                    </a:cubicBezTo>
                    <a:cubicBezTo>
                      <a:pt x="1117" y="1849"/>
                      <a:pt x="1161" y="1852"/>
                      <a:pt x="1205" y="1852"/>
                    </a:cubicBezTo>
                    <a:cubicBezTo>
                      <a:pt x="1670" y="1852"/>
                      <a:pt x="2077" y="1506"/>
                      <a:pt x="2145" y="1067"/>
                    </a:cubicBezTo>
                    <a:cubicBezTo>
                      <a:pt x="2227" y="462"/>
                      <a:pt x="1738" y="1"/>
                      <a:pt x="12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53"/>
              <p:cNvSpPr/>
              <p:nvPr/>
            </p:nvSpPr>
            <p:spPr>
              <a:xfrm>
                <a:off x="7242776" y="1533240"/>
                <a:ext cx="117515" cy="124292"/>
              </a:xfrm>
              <a:custGeom>
                <a:avLst/>
                <a:gdLst/>
                <a:ahLst/>
                <a:cxnLst/>
                <a:rect l="l" t="t" r="r" b="b"/>
                <a:pathLst>
                  <a:path w="6433" h="6804" extrusionOk="0">
                    <a:moveTo>
                      <a:pt x="444" y="1"/>
                    </a:moveTo>
                    <a:lnTo>
                      <a:pt x="0" y="4030"/>
                    </a:lnTo>
                    <a:lnTo>
                      <a:pt x="1331" y="6803"/>
                    </a:lnTo>
                    <a:lnTo>
                      <a:pt x="6433" y="3809"/>
                    </a:lnTo>
                    <a:lnTo>
                      <a:pt x="5620" y="370"/>
                    </a:lnTo>
                    <a:lnTo>
                      <a:pt x="444"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53"/>
              <p:cNvSpPr/>
              <p:nvPr/>
            </p:nvSpPr>
            <p:spPr>
              <a:xfrm>
                <a:off x="6135856" y="785625"/>
                <a:ext cx="1416243" cy="1133937"/>
              </a:xfrm>
              <a:custGeom>
                <a:avLst/>
                <a:gdLst/>
                <a:ahLst/>
                <a:cxnLst/>
                <a:rect l="l" t="t" r="r" b="b"/>
                <a:pathLst>
                  <a:path w="77528" h="62074" extrusionOk="0">
                    <a:moveTo>
                      <a:pt x="407" y="0"/>
                    </a:moveTo>
                    <a:lnTo>
                      <a:pt x="0" y="62074"/>
                    </a:lnTo>
                    <a:lnTo>
                      <a:pt x="72684" y="61519"/>
                    </a:lnTo>
                    <a:lnTo>
                      <a:pt x="77528" y="5804"/>
                    </a:lnTo>
                    <a:lnTo>
                      <a:pt x="4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53"/>
              <p:cNvSpPr/>
              <p:nvPr/>
            </p:nvSpPr>
            <p:spPr>
              <a:xfrm>
                <a:off x="6194605" y="835586"/>
                <a:ext cx="1302107" cy="1042782"/>
              </a:xfrm>
              <a:custGeom>
                <a:avLst/>
                <a:gdLst/>
                <a:ahLst/>
                <a:cxnLst/>
                <a:rect l="l" t="t" r="r" b="b"/>
                <a:pathLst>
                  <a:path w="71280" h="57084" extrusionOk="0">
                    <a:moveTo>
                      <a:pt x="370" y="1"/>
                    </a:moveTo>
                    <a:lnTo>
                      <a:pt x="1" y="57084"/>
                    </a:lnTo>
                    <a:lnTo>
                      <a:pt x="66807" y="56566"/>
                    </a:lnTo>
                    <a:lnTo>
                      <a:pt x="71280" y="5325"/>
                    </a:lnTo>
                    <a:lnTo>
                      <a:pt x="3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53"/>
              <p:cNvSpPr/>
              <p:nvPr/>
            </p:nvSpPr>
            <p:spPr>
              <a:xfrm>
                <a:off x="6194605" y="835586"/>
                <a:ext cx="212086" cy="1043458"/>
              </a:xfrm>
              <a:custGeom>
                <a:avLst/>
                <a:gdLst/>
                <a:ahLst/>
                <a:cxnLst/>
                <a:rect l="l" t="t" r="r" b="b"/>
                <a:pathLst>
                  <a:path w="11610" h="57121" extrusionOk="0">
                    <a:moveTo>
                      <a:pt x="370" y="1"/>
                    </a:moveTo>
                    <a:lnTo>
                      <a:pt x="1" y="57084"/>
                    </a:lnTo>
                    <a:lnTo>
                      <a:pt x="10131" y="57121"/>
                    </a:lnTo>
                    <a:lnTo>
                      <a:pt x="11609" y="851"/>
                    </a:lnTo>
                    <a:lnTo>
                      <a:pt x="370" y="1"/>
                    </a:lnTo>
                    <a:close/>
                  </a:path>
                </a:pathLst>
              </a:custGeom>
              <a:solidFill>
                <a:srgbClr val="370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53"/>
              <p:cNvSpPr/>
              <p:nvPr/>
            </p:nvSpPr>
            <p:spPr>
              <a:xfrm>
                <a:off x="6223175" y="1070616"/>
                <a:ext cx="98425" cy="84323"/>
              </a:xfrm>
              <a:custGeom>
                <a:avLst/>
                <a:gdLst/>
                <a:ahLst/>
                <a:cxnLst/>
                <a:rect l="l" t="t" r="r" b="b"/>
                <a:pathLst>
                  <a:path w="5388" h="4616" extrusionOk="0">
                    <a:moveTo>
                      <a:pt x="3050" y="0"/>
                    </a:moveTo>
                    <a:cubicBezTo>
                      <a:pt x="1046" y="0"/>
                      <a:pt x="0" y="2452"/>
                      <a:pt x="1431" y="3920"/>
                    </a:cubicBezTo>
                    <a:cubicBezTo>
                      <a:pt x="1912" y="4400"/>
                      <a:pt x="2499" y="4616"/>
                      <a:pt x="3071" y="4616"/>
                    </a:cubicBezTo>
                    <a:cubicBezTo>
                      <a:pt x="4259" y="4616"/>
                      <a:pt x="5387" y="3690"/>
                      <a:pt x="5387" y="2293"/>
                    </a:cubicBezTo>
                    <a:cubicBezTo>
                      <a:pt x="5387" y="1036"/>
                      <a:pt x="4389" y="1"/>
                      <a:pt x="3095" y="1"/>
                    </a:cubicBezTo>
                    <a:cubicBezTo>
                      <a:pt x="3080" y="0"/>
                      <a:pt x="3065" y="0"/>
                      <a:pt x="30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53"/>
              <p:cNvSpPr/>
              <p:nvPr/>
            </p:nvSpPr>
            <p:spPr>
              <a:xfrm>
                <a:off x="6222499" y="1204334"/>
                <a:ext cx="98425" cy="84323"/>
              </a:xfrm>
              <a:custGeom>
                <a:avLst/>
                <a:gdLst/>
                <a:ahLst/>
                <a:cxnLst/>
                <a:rect l="l" t="t" r="r" b="b"/>
                <a:pathLst>
                  <a:path w="5388" h="4616" extrusionOk="0">
                    <a:moveTo>
                      <a:pt x="3049" y="0"/>
                    </a:moveTo>
                    <a:cubicBezTo>
                      <a:pt x="1009" y="0"/>
                      <a:pt x="0" y="2452"/>
                      <a:pt x="1431" y="3920"/>
                    </a:cubicBezTo>
                    <a:cubicBezTo>
                      <a:pt x="1900" y="4401"/>
                      <a:pt x="2483" y="4616"/>
                      <a:pt x="3055" y="4616"/>
                    </a:cubicBezTo>
                    <a:cubicBezTo>
                      <a:pt x="4242" y="4616"/>
                      <a:pt x="5387" y="3690"/>
                      <a:pt x="5387" y="2293"/>
                    </a:cubicBezTo>
                    <a:cubicBezTo>
                      <a:pt x="5387" y="1036"/>
                      <a:pt x="4352" y="1"/>
                      <a:pt x="3095" y="1"/>
                    </a:cubicBezTo>
                    <a:cubicBezTo>
                      <a:pt x="3080" y="1"/>
                      <a:pt x="3064" y="0"/>
                      <a:pt x="30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53"/>
              <p:cNvSpPr/>
              <p:nvPr/>
            </p:nvSpPr>
            <p:spPr>
              <a:xfrm>
                <a:off x="6221823" y="1338052"/>
                <a:ext cx="98425" cy="84323"/>
              </a:xfrm>
              <a:custGeom>
                <a:avLst/>
                <a:gdLst/>
                <a:ahLst/>
                <a:cxnLst/>
                <a:rect l="l" t="t" r="r" b="b"/>
                <a:pathLst>
                  <a:path w="5388" h="4616" extrusionOk="0">
                    <a:moveTo>
                      <a:pt x="3049" y="1"/>
                    </a:moveTo>
                    <a:cubicBezTo>
                      <a:pt x="1009" y="1"/>
                      <a:pt x="0" y="2452"/>
                      <a:pt x="1431" y="3920"/>
                    </a:cubicBezTo>
                    <a:cubicBezTo>
                      <a:pt x="1900" y="4401"/>
                      <a:pt x="2483" y="4616"/>
                      <a:pt x="3055" y="4616"/>
                    </a:cubicBezTo>
                    <a:cubicBezTo>
                      <a:pt x="4242" y="4616"/>
                      <a:pt x="5387" y="3690"/>
                      <a:pt x="5387" y="2293"/>
                    </a:cubicBezTo>
                    <a:cubicBezTo>
                      <a:pt x="5387" y="1036"/>
                      <a:pt x="4352" y="1"/>
                      <a:pt x="3095" y="1"/>
                    </a:cubicBezTo>
                    <a:cubicBezTo>
                      <a:pt x="3080" y="1"/>
                      <a:pt x="3064" y="1"/>
                      <a:pt x="30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53"/>
              <p:cNvSpPr/>
              <p:nvPr/>
            </p:nvSpPr>
            <p:spPr>
              <a:xfrm>
                <a:off x="6220271" y="1471112"/>
                <a:ext cx="99302" cy="84688"/>
              </a:xfrm>
              <a:custGeom>
                <a:avLst/>
                <a:gdLst/>
                <a:ahLst/>
                <a:cxnLst/>
                <a:rect l="l" t="t" r="r" b="b"/>
                <a:pathLst>
                  <a:path w="5436" h="4636" extrusionOk="0">
                    <a:moveTo>
                      <a:pt x="3143" y="0"/>
                    </a:moveTo>
                    <a:cubicBezTo>
                      <a:pt x="1073" y="0"/>
                      <a:pt x="0" y="2477"/>
                      <a:pt x="1479" y="3956"/>
                    </a:cubicBezTo>
                    <a:cubicBezTo>
                      <a:pt x="1948" y="4425"/>
                      <a:pt x="2530" y="4636"/>
                      <a:pt x="3102" y="4636"/>
                    </a:cubicBezTo>
                    <a:cubicBezTo>
                      <a:pt x="4290" y="4636"/>
                      <a:pt x="5435" y="3727"/>
                      <a:pt x="5435" y="2329"/>
                    </a:cubicBezTo>
                    <a:cubicBezTo>
                      <a:pt x="5435" y="1072"/>
                      <a:pt x="4400" y="37"/>
                      <a:pt x="31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53"/>
              <p:cNvSpPr/>
              <p:nvPr/>
            </p:nvSpPr>
            <p:spPr>
              <a:xfrm>
                <a:off x="6219595" y="1604831"/>
                <a:ext cx="99302" cy="84999"/>
              </a:xfrm>
              <a:custGeom>
                <a:avLst/>
                <a:gdLst/>
                <a:ahLst/>
                <a:cxnLst/>
                <a:rect l="l" t="t" r="r" b="b"/>
                <a:pathLst>
                  <a:path w="5436" h="4653" extrusionOk="0">
                    <a:moveTo>
                      <a:pt x="3143" y="0"/>
                    </a:moveTo>
                    <a:cubicBezTo>
                      <a:pt x="1073" y="0"/>
                      <a:pt x="1" y="2478"/>
                      <a:pt x="1479" y="3956"/>
                    </a:cubicBezTo>
                    <a:cubicBezTo>
                      <a:pt x="1948" y="4437"/>
                      <a:pt x="2527" y="4652"/>
                      <a:pt x="3094" y="4652"/>
                    </a:cubicBezTo>
                    <a:cubicBezTo>
                      <a:pt x="4270" y="4652"/>
                      <a:pt x="5398" y="3727"/>
                      <a:pt x="5398" y="2330"/>
                    </a:cubicBezTo>
                    <a:cubicBezTo>
                      <a:pt x="5435" y="1073"/>
                      <a:pt x="4400" y="37"/>
                      <a:pt x="31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53"/>
              <p:cNvSpPr/>
              <p:nvPr/>
            </p:nvSpPr>
            <p:spPr>
              <a:xfrm>
                <a:off x="6218919" y="1738549"/>
                <a:ext cx="98626" cy="84999"/>
              </a:xfrm>
              <a:custGeom>
                <a:avLst/>
                <a:gdLst/>
                <a:ahLst/>
                <a:cxnLst/>
                <a:rect l="l" t="t" r="r" b="b"/>
                <a:pathLst>
                  <a:path w="5399" h="4653" extrusionOk="0">
                    <a:moveTo>
                      <a:pt x="3143" y="1"/>
                    </a:moveTo>
                    <a:cubicBezTo>
                      <a:pt x="1073" y="1"/>
                      <a:pt x="1" y="2478"/>
                      <a:pt x="1442" y="3957"/>
                    </a:cubicBezTo>
                    <a:cubicBezTo>
                      <a:pt x="1923" y="4438"/>
                      <a:pt x="2510" y="4653"/>
                      <a:pt x="3082" y="4653"/>
                    </a:cubicBezTo>
                    <a:cubicBezTo>
                      <a:pt x="4270" y="4653"/>
                      <a:pt x="5398" y="3727"/>
                      <a:pt x="5398" y="2330"/>
                    </a:cubicBezTo>
                    <a:cubicBezTo>
                      <a:pt x="5398" y="1073"/>
                      <a:pt x="4400" y="38"/>
                      <a:pt x="31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53"/>
              <p:cNvSpPr/>
              <p:nvPr/>
            </p:nvSpPr>
            <p:spPr>
              <a:xfrm>
                <a:off x="6218919" y="893001"/>
                <a:ext cx="123616" cy="122940"/>
              </a:xfrm>
              <a:custGeom>
                <a:avLst/>
                <a:gdLst/>
                <a:ahLst/>
                <a:cxnLst/>
                <a:rect l="l" t="t" r="r" b="b"/>
                <a:pathLst>
                  <a:path w="6767" h="6730" extrusionOk="0">
                    <a:moveTo>
                      <a:pt x="1295" y="0"/>
                    </a:moveTo>
                    <a:cubicBezTo>
                      <a:pt x="592" y="0"/>
                      <a:pt x="38" y="555"/>
                      <a:pt x="38" y="1220"/>
                    </a:cubicBezTo>
                    <a:lnTo>
                      <a:pt x="38" y="5472"/>
                    </a:lnTo>
                    <a:cubicBezTo>
                      <a:pt x="1" y="6174"/>
                      <a:pt x="555" y="6692"/>
                      <a:pt x="1221" y="6729"/>
                    </a:cubicBezTo>
                    <a:lnTo>
                      <a:pt x="5509" y="6729"/>
                    </a:lnTo>
                    <a:cubicBezTo>
                      <a:pt x="6175" y="6729"/>
                      <a:pt x="6729" y="6211"/>
                      <a:pt x="6729" y="5509"/>
                    </a:cubicBezTo>
                    <a:lnTo>
                      <a:pt x="6766" y="1257"/>
                    </a:lnTo>
                    <a:cubicBezTo>
                      <a:pt x="6766" y="592"/>
                      <a:pt x="6212" y="37"/>
                      <a:pt x="5546" y="37"/>
                    </a:cubicBezTo>
                    <a:lnTo>
                      <a:pt x="129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53"/>
              <p:cNvSpPr/>
              <p:nvPr/>
            </p:nvSpPr>
            <p:spPr>
              <a:xfrm>
                <a:off x="6758541" y="1545406"/>
                <a:ext cx="401173" cy="37156"/>
              </a:xfrm>
              <a:custGeom>
                <a:avLst/>
                <a:gdLst/>
                <a:ahLst/>
                <a:cxnLst/>
                <a:rect l="l" t="t" r="r" b="b"/>
                <a:pathLst>
                  <a:path w="21961" h="2034" extrusionOk="0">
                    <a:moveTo>
                      <a:pt x="0" y="0"/>
                    </a:moveTo>
                    <a:lnTo>
                      <a:pt x="0" y="1664"/>
                    </a:lnTo>
                    <a:lnTo>
                      <a:pt x="21924" y="2033"/>
                    </a:lnTo>
                    <a:lnTo>
                      <a:pt x="21961" y="37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53"/>
              <p:cNvSpPr/>
              <p:nvPr/>
            </p:nvSpPr>
            <p:spPr>
              <a:xfrm>
                <a:off x="6755161" y="1631848"/>
                <a:ext cx="401848" cy="37156"/>
              </a:xfrm>
              <a:custGeom>
                <a:avLst/>
                <a:gdLst/>
                <a:ahLst/>
                <a:cxnLst/>
                <a:rect l="l" t="t" r="r" b="b"/>
                <a:pathLst>
                  <a:path w="21998" h="2034" extrusionOk="0">
                    <a:moveTo>
                      <a:pt x="37" y="0"/>
                    </a:moveTo>
                    <a:lnTo>
                      <a:pt x="0" y="1664"/>
                    </a:lnTo>
                    <a:lnTo>
                      <a:pt x="21961" y="2034"/>
                    </a:lnTo>
                    <a:lnTo>
                      <a:pt x="21998" y="370"/>
                    </a:lnTo>
                    <a:lnTo>
                      <a:pt x="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53"/>
              <p:cNvSpPr/>
              <p:nvPr/>
            </p:nvSpPr>
            <p:spPr>
              <a:xfrm>
                <a:off x="6755161" y="1719642"/>
                <a:ext cx="401173" cy="37156"/>
              </a:xfrm>
              <a:custGeom>
                <a:avLst/>
                <a:gdLst/>
                <a:ahLst/>
                <a:cxnLst/>
                <a:rect l="l" t="t" r="r" b="b"/>
                <a:pathLst>
                  <a:path w="21961" h="2034" extrusionOk="0">
                    <a:moveTo>
                      <a:pt x="37" y="0"/>
                    </a:moveTo>
                    <a:lnTo>
                      <a:pt x="0" y="1664"/>
                    </a:lnTo>
                    <a:lnTo>
                      <a:pt x="21961" y="2034"/>
                    </a:lnTo>
                    <a:lnTo>
                      <a:pt x="21961" y="370"/>
                    </a:lnTo>
                    <a:lnTo>
                      <a:pt x="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53"/>
              <p:cNvSpPr/>
              <p:nvPr/>
            </p:nvSpPr>
            <p:spPr>
              <a:xfrm>
                <a:off x="6379655" y="851132"/>
                <a:ext cx="364035" cy="1029940"/>
              </a:xfrm>
              <a:custGeom>
                <a:avLst/>
                <a:gdLst/>
                <a:ahLst/>
                <a:cxnLst/>
                <a:rect l="l" t="t" r="r" b="b"/>
                <a:pathLst>
                  <a:path w="19928" h="56381" extrusionOk="0">
                    <a:moveTo>
                      <a:pt x="1479" y="0"/>
                    </a:moveTo>
                    <a:lnTo>
                      <a:pt x="1" y="56270"/>
                    </a:lnTo>
                    <a:lnTo>
                      <a:pt x="17229" y="56381"/>
                    </a:lnTo>
                    <a:lnTo>
                      <a:pt x="19928" y="1405"/>
                    </a:lnTo>
                    <a:lnTo>
                      <a:pt x="1479" y="0"/>
                    </a:lnTo>
                    <a:close/>
                  </a:path>
                </a:pathLst>
              </a:custGeom>
              <a:solidFill>
                <a:srgbClr val="370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53"/>
              <p:cNvSpPr/>
              <p:nvPr/>
            </p:nvSpPr>
            <p:spPr>
              <a:xfrm>
                <a:off x="6379655" y="851132"/>
                <a:ext cx="27036" cy="1027912"/>
              </a:xfrm>
              <a:custGeom>
                <a:avLst/>
                <a:gdLst/>
                <a:ahLst/>
                <a:cxnLst/>
                <a:rect l="l" t="t" r="r" b="b"/>
                <a:pathLst>
                  <a:path w="1480" h="56270" fill="none" extrusionOk="0">
                    <a:moveTo>
                      <a:pt x="1479" y="0"/>
                    </a:moveTo>
                    <a:lnTo>
                      <a:pt x="1" y="56270"/>
                    </a:lnTo>
                  </a:path>
                </a:pathLst>
              </a:custGeom>
              <a:noFill/>
              <a:ln w="83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53"/>
              <p:cNvSpPr/>
              <p:nvPr/>
            </p:nvSpPr>
            <p:spPr>
              <a:xfrm>
                <a:off x="7204268" y="1530537"/>
                <a:ext cx="24332" cy="322166"/>
              </a:xfrm>
              <a:custGeom>
                <a:avLst/>
                <a:gdLst/>
                <a:ahLst/>
                <a:cxnLst/>
                <a:rect l="l" t="t" r="r" b="b"/>
                <a:pathLst>
                  <a:path w="1332" h="17636" fill="none" extrusionOk="0">
                    <a:moveTo>
                      <a:pt x="1332" y="1"/>
                    </a:moveTo>
                    <a:lnTo>
                      <a:pt x="1" y="17636"/>
                    </a:lnTo>
                  </a:path>
                </a:pathLst>
              </a:custGeom>
              <a:solidFill>
                <a:schemeClr val="accent3"/>
              </a:solidFill>
              <a:ln w="83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53"/>
              <p:cNvSpPr/>
              <p:nvPr/>
            </p:nvSpPr>
            <p:spPr>
              <a:xfrm>
                <a:off x="6447390" y="955786"/>
                <a:ext cx="56556" cy="48098"/>
              </a:xfrm>
              <a:custGeom>
                <a:avLst/>
                <a:gdLst/>
                <a:ahLst/>
                <a:cxnLst/>
                <a:rect l="l" t="t" r="r" b="b"/>
                <a:pathLst>
                  <a:path w="3096" h="2633" extrusionOk="0">
                    <a:moveTo>
                      <a:pt x="1756" y="1"/>
                    </a:moveTo>
                    <a:cubicBezTo>
                      <a:pt x="602" y="1"/>
                      <a:pt x="0" y="1381"/>
                      <a:pt x="803" y="2220"/>
                    </a:cubicBezTo>
                    <a:cubicBezTo>
                      <a:pt x="1076" y="2505"/>
                      <a:pt x="1415" y="2632"/>
                      <a:pt x="1746" y="2632"/>
                    </a:cubicBezTo>
                    <a:cubicBezTo>
                      <a:pt x="2404" y="2632"/>
                      <a:pt x="3034" y="2132"/>
                      <a:pt x="3058" y="1370"/>
                    </a:cubicBezTo>
                    <a:cubicBezTo>
                      <a:pt x="3095" y="630"/>
                      <a:pt x="2541" y="39"/>
                      <a:pt x="1801" y="2"/>
                    </a:cubicBezTo>
                    <a:cubicBezTo>
                      <a:pt x="1786" y="1"/>
                      <a:pt x="1771" y="1"/>
                      <a:pt x="17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53"/>
              <p:cNvSpPr/>
              <p:nvPr/>
            </p:nvSpPr>
            <p:spPr>
              <a:xfrm>
                <a:off x="6444011" y="1073977"/>
                <a:ext cx="56556" cy="48062"/>
              </a:xfrm>
              <a:custGeom>
                <a:avLst/>
                <a:gdLst/>
                <a:ahLst/>
                <a:cxnLst/>
                <a:rect l="l" t="t" r="r" b="b"/>
                <a:pathLst>
                  <a:path w="3096" h="2631" extrusionOk="0">
                    <a:moveTo>
                      <a:pt x="1756" y="1"/>
                    </a:moveTo>
                    <a:cubicBezTo>
                      <a:pt x="602" y="1"/>
                      <a:pt x="0" y="1380"/>
                      <a:pt x="803" y="2220"/>
                    </a:cubicBezTo>
                    <a:cubicBezTo>
                      <a:pt x="1074" y="2503"/>
                      <a:pt x="1415" y="2631"/>
                      <a:pt x="1751" y="2631"/>
                    </a:cubicBezTo>
                    <a:cubicBezTo>
                      <a:pt x="2422" y="2631"/>
                      <a:pt x="3071" y="2121"/>
                      <a:pt x="3095" y="1332"/>
                    </a:cubicBezTo>
                    <a:cubicBezTo>
                      <a:pt x="3095" y="630"/>
                      <a:pt x="2541" y="1"/>
                      <a:pt x="1801" y="1"/>
                    </a:cubicBezTo>
                    <a:cubicBezTo>
                      <a:pt x="1786" y="1"/>
                      <a:pt x="1771" y="1"/>
                      <a:pt x="17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53"/>
              <p:cNvSpPr/>
              <p:nvPr/>
            </p:nvSpPr>
            <p:spPr>
              <a:xfrm>
                <a:off x="6440631" y="1191492"/>
                <a:ext cx="56556" cy="48244"/>
              </a:xfrm>
              <a:custGeom>
                <a:avLst/>
                <a:gdLst/>
                <a:ahLst/>
                <a:cxnLst/>
                <a:rect l="l" t="t" r="r" b="b"/>
                <a:pathLst>
                  <a:path w="3096" h="2641" extrusionOk="0">
                    <a:moveTo>
                      <a:pt x="1756" y="1"/>
                    </a:moveTo>
                    <a:cubicBezTo>
                      <a:pt x="602" y="1"/>
                      <a:pt x="0" y="1380"/>
                      <a:pt x="803" y="2220"/>
                    </a:cubicBezTo>
                    <a:cubicBezTo>
                      <a:pt x="1080" y="2509"/>
                      <a:pt x="1430" y="2640"/>
                      <a:pt x="1771" y="2640"/>
                    </a:cubicBezTo>
                    <a:cubicBezTo>
                      <a:pt x="2432" y="2640"/>
                      <a:pt x="3058" y="2149"/>
                      <a:pt x="3058" y="1369"/>
                    </a:cubicBezTo>
                    <a:cubicBezTo>
                      <a:pt x="3095" y="630"/>
                      <a:pt x="2541" y="38"/>
                      <a:pt x="1801" y="1"/>
                    </a:cubicBezTo>
                    <a:cubicBezTo>
                      <a:pt x="1786" y="1"/>
                      <a:pt x="1771" y="1"/>
                      <a:pt x="17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53"/>
              <p:cNvSpPr/>
              <p:nvPr/>
            </p:nvSpPr>
            <p:spPr>
              <a:xfrm>
                <a:off x="6437252" y="1309683"/>
                <a:ext cx="56556" cy="48080"/>
              </a:xfrm>
              <a:custGeom>
                <a:avLst/>
                <a:gdLst/>
                <a:ahLst/>
                <a:cxnLst/>
                <a:rect l="l" t="t" r="r" b="b"/>
                <a:pathLst>
                  <a:path w="3096" h="2632" extrusionOk="0">
                    <a:moveTo>
                      <a:pt x="1756" y="1"/>
                    </a:moveTo>
                    <a:cubicBezTo>
                      <a:pt x="603" y="1"/>
                      <a:pt x="1" y="1380"/>
                      <a:pt x="803" y="2220"/>
                    </a:cubicBezTo>
                    <a:cubicBezTo>
                      <a:pt x="1076" y="2505"/>
                      <a:pt x="1419" y="2632"/>
                      <a:pt x="1756" y="2632"/>
                    </a:cubicBezTo>
                    <a:cubicBezTo>
                      <a:pt x="2425" y="2632"/>
                      <a:pt x="3071" y="2131"/>
                      <a:pt x="3096" y="1369"/>
                    </a:cubicBezTo>
                    <a:cubicBezTo>
                      <a:pt x="3096" y="630"/>
                      <a:pt x="2541" y="1"/>
                      <a:pt x="1802" y="1"/>
                    </a:cubicBezTo>
                    <a:cubicBezTo>
                      <a:pt x="1786" y="1"/>
                      <a:pt x="1771" y="1"/>
                      <a:pt x="17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53"/>
              <p:cNvSpPr/>
              <p:nvPr/>
            </p:nvSpPr>
            <p:spPr>
              <a:xfrm>
                <a:off x="6433690" y="1427216"/>
                <a:ext cx="56739" cy="48719"/>
              </a:xfrm>
              <a:custGeom>
                <a:avLst/>
                <a:gdLst/>
                <a:ahLst/>
                <a:cxnLst/>
                <a:rect l="l" t="t" r="r" b="b"/>
                <a:pathLst>
                  <a:path w="3106" h="2667" extrusionOk="0">
                    <a:moveTo>
                      <a:pt x="1812" y="0"/>
                    </a:moveTo>
                    <a:cubicBezTo>
                      <a:pt x="629" y="0"/>
                      <a:pt x="0" y="1368"/>
                      <a:pt x="814" y="2255"/>
                    </a:cubicBezTo>
                    <a:cubicBezTo>
                      <a:pt x="1085" y="2539"/>
                      <a:pt x="1426" y="2666"/>
                      <a:pt x="1760" y="2666"/>
                    </a:cubicBezTo>
                    <a:cubicBezTo>
                      <a:pt x="2428" y="2666"/>
                      <a:pt x="3069" y="2157"/>
                      <a:pt x="3069" y="1368"/>
                    </a:cubicBezTo>
                    <a:cubicBezTo>
                      <a:pt x="3106" y="629"/>
                      <a:pt x="2551" y="37"/>
                      <a:pt x="18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53"/>
              <p:cNvSpPr/>
              <p:nvPr/>
            </p:nvSpPr>
            <p:spPr>
              <a:xfrm>
                <a:off x="6430493" y="1545388"/>
                <a:ext cx="56556" cy="48080"/>
              </a:xfrm>
              <a:custGeom>
                <a:avLst/>
                <a:gdLst/>
                <a:ahLst/>
                <a:cxnLst/>
                <a:rect l="l" t="t" r="r" b="b"/>
                <a:pathLst>
                  <a:path w="3096" h="2632" extrusionOk="0">
                    <a:moveTo>
                      <a:pt x="1756" y="0"/>
                    </a:moveTo>
                    <a:cubicBezTo>
                      <a:pt x="603" y="0"/>
                      <a:pt x="1" y="1380"/>
                      <a:pt x="804" y="2219"/>
                    </a:cubicBezTo>
                    <a:cubicBezTo>
                      <a:pt x="1076" y="2504"/>
                      <a:pt x="1419" y="2631"/>
                      <a:pt x="1757" y="2631"/>
                    </a:cubicBezTo>
                    <a:cubicBezTo>
                      <a:pt x="2426" y="2631"/>
                      <a:pt x="3071" y="2131"/>
                      <a:pt x="3096" y="1369"/>
                    </a:cubicBezTo>
                    <a:cubicBezTo>
                      <a:pt x="3096" y="630"/>
                      <a:pt x="2541" y="38"/>
                      <a:pt x="1802" y="1"/>
                    </a:cubicBezTo>
                    <a:cubicBezTo>
                      <a:pt x="1787" y="1"/>
                      <a:pt x="1771" y="0"/>
                      <a:pt x="17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53"/>
              <p:cNvSpPr/>
              <p:nvPr/>
            </p:nvSpPr>
            <p:spPr>
              <a:xfrm>
                <a:off x="6427132" y="1663579"/>
                <a:ext cx="56556" cy="48044"/>
              </a:xfrm>
              <a:custGeom>
                <a:avLst/>
                <a:gdLst/>
                <a:ahLst/>
                <a:cxnLst/>
                <a:rect l="l" t="t" r="r" b="b"/>
                <a:pathLst>
                  <a:path w="3096" h="2630" extrusionOk="0">
                    <a:moveTo>
                      <a:pt x="1755" y="0"/>
                    </a:moveTo>
                    <a:cubicBezTo>
                      <a:pt x="602" y="0"/>
                      <a:pt x="0" y="1380"/>
                      <a:pt x="803" y="2219"/>
                    </a:cubicBezTo>
                    <a:cubicBezTo>
                      <a:pt x="1074" y="2503"/>
                      <a:pt x="1415" y="2630"/>
                      <a:pt x="1750" y="2630"/>
                    </a:cubicBezTo>
                    <a:cubicBezTo>
                      <a:pt x="2421" y="2630"/>
                      <a:pt x="3070" y="2121"/>
                      <a:pt x="3095" y="1332"/>
                    </a:cubicBezTo>
                    <a:cubicBezTo>
                      <a:pt x="3095" y="629"/>
                      <a:pt x="2540" y="1"/>
                      <a:pt x="1801" y="1"/>
                    </a:cubicBezTo>
                    <a:cubicBezTo>
                      <a:pt x="1786" y="0"/>
                      <a:pt x="1771" y="0"/>
                      <a:pt x="17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53"/>
              <p:cNvSpPr/>
              <p:nvPr/>
            </p:nvSpPr>
            <p:spPr>
              <a:xfrm>
                <a:off x="6423752" y="1781094"/>
                <a:ext cx="56556" cy="48537"/>
              </a:xfrm>
              <a:custGeom>
                <a:avLst/>
                <a:gdLst/>
                <a:ahLst/>
                <a:cxnLst/>
                <a:rect l="l" t="t" r="r" b="b"/>
                <a:pathLst>
                  <a:path w="3096" h="2657" extrusionOk="0">
                    <a:moveTo>
                      <a:pt x="1756" y="0"/>
                    </a:moveTo>
                    <a:cubicBezTo>
                      <a:pt x="602" y="0"/>
                      <a:pt x="0" y="1380"/>
                      <a:pt x="803" y="2219"/>
                    </a:cubicBezTo>
                    <a:cubicBezTo>
                      <a:pt x="1080" y="2521"/>
                      <a:pt x="1429" y="2656"/>
                      <a:pt x="1772" y="2656"/>
                    </a:cubicBezTo>
                    <a:cubicBezTo>
                      <a:pt x="2435" y="2656"/>
                      <a:pt x="3071" y="2149"/>
                      <a:pt x="3095" y="1369"/>
                    </a:cubicBezTo>
                    <a:cubicBezTo>
                      <a:pt x="3095" y="629"/>
                      <a:pt x="2541" y="38"/>
                      <a:pt x="1801" y="1"/>
                    </a:cubicBezTo>
                    <a:cubicBezTo>
                      <a:pt x="1786" y="0"/>
                      <a:pt x="1771" y="0"/>
                      <a:pt x="17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53"/>
              <p:cNvSpPr/>
              <p:nvPr/>
            </p:nvSpPr>
            <p:spPr>
              <a:xfrm>
                <a:off x="6535659" y="987553"/>
                <a:ext cx="138468" cy="6083"/>
              </a:xfrm>
              <a:custGeom>
                <a:avLst/>
                <a:gdLst/>
                <a:ahLst/>
                <a:cxnLst/>
                <a:rect l="l" t="t" r="r" b="b"/>
                <a:pathLst>
                  <a:path w="7580" h="333" fill="none" extrusionOk="0">
                    <a:moveTo>
                      <a:pt x="1" y="0"/>
                    </a:moveTo>
                    <a:lnTo>
                      <a:pt x="7580" y="333"/>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53"/>
              <p:cNvSpPr/>
              <p:nvPr/>
            </p:nvSpPr>
            <p:spPr>
              <a:xfrm>
                <a:off x="6534983" y="1095606"/>
                <a:ext cx="138468" cy="6101"/>
              </a:xfrm>
              <a:custGeom>
                <a:avLst/>
                <a:gdLst/>
                <a:ahLst/>
                <a:cxnLst/>
                <a:rect l="l" t="t" r="r" b="b"/>
                <a:pathLst>
                  <a:path w="7580" h="334" fill="none" extrusionOk="0">
                    <a:moveTo>
                      <a:pt x="1" y="1"/>
                    </a:moveTo>
                    <a:lnTo>
                      <a:pt x="7580" y="333"/>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53"/>
              <p:cNvSpPr/>
              <p:nvPr/>
            </p:nvSpPr>
            <p:spPr>
              <a:xfrm>
                <a:off x="6534307" y="1212445"/>
                <a:ext cx="138468" cy="6101"/>
              </a:xfrm>
              <a:custGeom>
                <a:avLst/>
                <a:gdLst/>
                <a:ahLst/>
                <a:cxnLst/>
                <a:rect l="l" t="t" r="r" b="b"/>
                <a:pathLst>
                  <a:path w="7580" h="334" fill="none" extrusionOk="0">
                    <a:moveTo>
                      <a:pt x="1" y="0"/>
                    </a:moveTo>
                    <a:lnTo>
                      <a:pt x="7580" y="333"/>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53"/>
              <p:cNvSpPr/>
              <p:nvPr/>
            </p:nvSpPr>
            <p:spPr>
              <a:xfrm>
                <a:off x="6520808" y="1331311"/>
                <a:ext cx="138468" cy="6101"/>
              </a:xfrm>
              <a:custGeom>
                <a:avLst/>
                <a:gdLst/>
                <a:ahLst/>
                <a:cxnLst/>
                <a:rect l="l" t="t" r="r" b="b"/>
                <a:pathLst>
                  <a:path w="7580" h="334" fill="none" extrusionOk="0">
                    <a:moveTo>
                      <a:pt x="0" y="0"/>
                    </a:moveTo>
                    <a:lnTo>
                      <a:pt x="7579" y="333"/>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53"/>
              <p:cNvSpPr/>
              <p:nvPr/>
            </p:nvSpPr>
            <p:spPr>
              <a:xfrm>
                <a:off x="6520132" y="1449502"/>
                <a:ext cx="138468" cy="5407"/>
              </a:xfrm>
              <a:custGeom>
                <a:avLst/>
                <a:gdLst/>
                <a:ahLst/>
                <a:cxnLst/>
                <a:rect l="l" t="t" r="r" b="b"/>
                <a:pathLst>
                  <a:path w="7580" h="296" fill="none" extrusionOk="0">
                    <a:moveTo>
                      <a:pt x="0" y="0"/>
                    </a:moveTo>
                    <a:lnTo>
                      <a:pt x="7579" y="296"/>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53"/>
              <p:cNvSpPr/>
              <p:nvPr/>
            </p:nvSpPr>
            <p:spPr>
              <a:xfrm>
                <a:off x="6519456" y="1567693"/>
                <a:ext cx="138468" cy="5407"/>
              </a:xfrm>
              <a:custGeom>
                <a:avLst/>
                <a:gdLst/>
                <a:ahLst/>
                <a:cxnLst/>
                <a:rect l="l" t="t" r="r" b="b"/>
                <a:pathLst>
                  <a:path w="7580" h="296" fill="none" extrusionOk="0">
                    <a:moveTo>
                      <a:pt x="0" y="0"/>
                    </a:moveTo>
                    <a:lnTo>
                      <a:pt x="7579" y="296"/>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53"/>
              <p:cNvSpPr/>
              <p:nvPr/>
            </p:nvSpPr>
            <p:spPr>
              <a:xfrm>
                <a:off x="6518780" y="1687893"/>
                <a:ext cx="138468" cy="6101"/>
              </a:xfrm>
              <a:custGeom>
                <a:avLst/>
                <a:gdLst/>
                <a:ahLst/>
                <a:cxnLst/>
                <a:rect l="l" t="t" r="r" b="b"/>
                <a:pathLst>
                  <a:path w="7580" h="334" fill="none" extrusionOk="0">
                    <a:moveTo>
                      <a:pt x="1" y="1"/>
                    </a:moveTo>
                    <a:lnTo>
                      <a:pt x="7579" y="334"/>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53"/>
              <p:cNvSpPr/>
              <p:nvPr/>
            </p:nvSpPr>
            <p:spPr>
              <a:xfrm>
                <a:off x="6518104" y="1803380"/>
                <a:ext cx="138468" cy="6101"/>
              </a:xfrm>
              <a:custGeom>
                <a:avLst/>
                <a:gdLst/>
                <a:ahLst/>
                <a:cxnLst/>
                <a:rect l="l" t="t" r="r" b="b"/>
                <a:pathLst>
                  <a:path w="7580" h="334" fill="none" extrusionOk="0">
                    <a:moveTo>
                      <a:pt x="1" y="1"/>
                    </a:moveTo>
                    <a:lnTo>
                      <a:pt x="7580" y="334"/>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53"/>
              <p:cNvSpPr/>
              <p:nvPr/>
            </p:nvSpPr>
            <p:spPr>
              <a:xfrm>
                <a:off x="6718005" y="883538"/>
                <a:ext cx="777373" cy="578806"/>
              </a:xfrm>
              <a:custGeom>
                <a:avLst/>
                <a:gdLst/>
                <a:ahLst/>
                <a:cxnLst/>
                <a:rect l="l" t="t" r="r" b="b"/>
                <a:pathLst>
                  <a:path w="42555" h="31685" extrusionOk="0">
                    <a:moveTo>
                      <a:pt x="1369" y="1"/>
                    </a:moveTo>
                    <a:lnTo>
                      <a:pt x="1" y="30021"/>
                    </a:lnTo>
                    <a:lnTo>
                      <a:pt x="40225" y="31685"/>
                    </a:lnTo>
                    <a:lnTo>
                      <a:pt x="42554" y="3106"/>
                    </a:lnTo>
                    <a:lnTo>
                      <a:pt x="136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53"/>
              <p:cNvSpPr/>
              <p:nvPr/>
            </p:nvSpPr>
            <p:spPr>
              <a:xfrm>
                <a:off x="6803113" y="1225195"/>
                <a:ext cx="586898" cy="237752"/>
              </a:xfrm>
              <a:custGeom>
                <a:avLst/>
                <a:gdLst/>
                <a:ahLst/>
                <a:cxnLst/>
                <a:rect l="l" t="t" r="r" b="b"/>
                <a:pathLst>
                  <a:path w="32128" h="13015" extrusionOk="0">
                    <a:moveTo>
                      <a:pt x="15073" y="0"/>
                    </a:moveTo>
                    <a:cubicBezTo>
                      <a:pt x="12504" y="0"/>
                      <a:pt x="9281" y="590"/>
                      <a:pt x="7468" y="1706"/>
                    </a:cubicBezTo>
                    <a:cubicBezTo>
                      <a:pt x="5139" y="3184"/>
                      <a:pt x="1701" y="7843"/>
                      <a:pt x="1701" y="7843"/>
                    </a:cubicBezTo>
                    <a:cubicBezTo>
                      <a:pt x="1035" y="8989"/>
                      <a:pt x="481" y="10246"/>
                      <a:pt x="0" y="11540"/>
                    </a:cubicBezTo>
                    <a:cubicBezTo>
                      <a:pt x="0" y="11540"/>
                      <a:pt x="6100" y="11762"/>
                      <a:pt x="8097" y="11873"/>
                    </a:cubicBezTo>
                    <a:cubicBezTo>
                      <a:pt x="15372" y="12205"/>
                      <a:pt x="22408" y="13014"/>
                      <a:pt x="29661" y="13014"/>
                    </a:cubicBezTo>
                    <a:cubicBezTo>
                      <a:pt x="30480" y="13014"/>
                      <a:pt x="31302" y="13004"/>
                      <a:pt x="32128" y="12982"/>
                    </a:cubicBezTo>
                    <a:cubicBezTo>
                      <a:pt x="31721" y="11614"/>
                      <a:pt x="31425" y="9691"/>
                      <a:pt x="30538" y="8434"/>
                    </a:cubicBezTo>
                    <a:cubicBezTo>
                      <a:pt x="28985" y="6105"/>
                      <a:pt x="26767" y="3591"/>
                      <a:pt x="24401" y="2038"/>
                    </a:cubicBezTo>
                    <a:cubicBezTo>
                      <a:pt x="22256" y="596"/>
                      <a:pt x="19779" y="670"/>
                      <a:pt x="17302" y="190"/>
                    </a:cubicBezTo>
                    <a:cubicBezTo>
                      <a:pt x="16676" y="63"/>
                      <a:pt x="15909" y="0"/>
                      <a:pt x="15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53"/>
              <p:cNvSpPr/>
              <p:nvPr/>
            </p:nvSpPr>
            <p:spPr>
              <a:xfrm>
                <a:off x="7007746" y="998934"/>
                <a:ext cx="215940" cy="212195"/>
              </a:xfrm>
              <a:custGeom>
                <a:avLst/>
                <a:gdLst/>
                <a:ahLst/>
                <a:cxnLst/>
                <a:rect l="l" t="t" r="r" b="b"/>
                <a:pathLst>
                  <a:path w="11821" h="11616" extrusionOk="0">
                    <a:moveTo>
                      <a:pt x="4684" y="1"/>
                    </a:moveTo>
                    <a:cubicBezTo>
                      <a:pt x="3148" y="1"/>
                      <a:pt x="1886" y="460"/>
                      <a:pt x="1886" y="1632"/>
                    </a:cubicBezTo>
                    <a:lnTo>
                      <a:pt x="1886" y="1374"/>
                    </a:lnTo>
                    <a:lnTo>
                      <a:pt x="1886" y="1374"/>
                    </a:lnTo>
                    <a:cubicBezTo>
                      <a:pt x="0" y="4405"/>
                      <a:pt x="185" y="11504"/>
                      <a:pt x="4880" y="11615"/>
                    </a:cubicBezTo>
                    <a:cubicBezTo>
                      <a:pt x="4901" y="11615"/>
                      <a:pt x="4921" y="11615"/>
                      <a:pt x="4942" y="11615"/>
                    </a:cubicBezTo>
                    <a:cubicBezTo>
                      <a:pt x="8758" y="11615"/>
                      <a:pt x="11821" y="4759"/>
                      <a:pt x="9945" y="1854"/>
                    </a:cubicBezTo>
                    <a:cubicBezTo>
                      <a:pt x="9269" y="819"/>
                      <a:pt x="6733" y="1"/>
                      <a:pt x="46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53"/>
              <p:cNvSpPr/>
              <p:nvPr/>
            </p:nvSpPr>
            <p:spPr>
              <a:xfrm>
                <a:off x="7007746" y="948753"/>
                <a:ext cx="230682" cy="165193"/>
              </a:xfrm>
              <a:custGeom>
                <a:avLst/>
                <a:gdLst/>
                <a:ahLst/>
                <a:cxnLst/>
                <a:rect l="l" t="t" r="r" b="b"/>
                <a:pathLst>
                  <a:path w="12628" h="9043" extrusionOk="0">
                    <a:moveTo>
                      <a:pt x="4759" y="0"/>
                    </a:moveTo>
                    <a:cubicBezTo>
                      <a:pt x="2725" y="0"/>
                      <a:pt x="180" y="2695"/>
                      <a:pt x="74" y="4712"/>
                    </a:cubicBezTo>
                    <a:cubicBezTo>
                      <a:pt x="0" y="5895"/>
                      <a:pt x="74" y="7041"/>
                      <a:pt x="296" y="8187"/>
                    </a:cubicBezTo>
                    <a:cubicBezTo>
                      <a:pt x="478" y="8803"/>
                      <a:pt x="654" y="9043"/>
                      <a:pt x="830" y="9043"/>
                    </a:cubicBezTo>
                    <a:cubicBezTo>
                      <a:pt x="1118" y="9043"/>
                      <a:pt x="1402" y="8396"/>
                      <a:pt x="1701" y="7707"/>
                    </a:cubicBezTo>
                    <a:cubicBezTo>
                      <a:pt x="2579" y="5401"/>
                      <a:pt x="2914" y="3603"/>
                      <a:pt x="5719" y="3603"/>
                    </a:cubicBezTo>
                    <a:cubicBezTo>
                      <a:pt x="5747" y="3603"/>
                      <a:pt x="5776" y="3603"/>
                      <a:pt x="5805" y="3603"/>
                    </a:cubicBezTo>
                    <a:cubicBezTo>
                      <a:pt x="7136" y="3603"/>
                      <a:pt x="8245" y="3677"/>
                      <a:pt x="9354" y="4416"/>
                    </a:cubicBezTo>
                    <a:cubicBezTo>
                      <a:pt x="10870" y="5378"/>
                      <a:pt x="10056" y="5747"/>
                      <a:pt x="10463" y="7152"/>
                    </a:cubicBezTo>
                    <a:cubicBezTo>
                      <a:pt x="10537" y="7337"/>
                      <a:pt x="10537" y="7596"/>
                      <a:pt x="10611" y="7818"/>
                    </a:cubicBezTo>
                    <a:cubicBezTo>
                      <a:pt x="10661" y="7821"/>
                      <a:pt x="10710" y="7823"/>
                      <a:pt x="10756" y="7823"/>
                    </a:cubicBezTo>
                    <a:cubicBezTo>
                      <a:pt x="12628" y="7823"/>
                      <a:pt x="11569" y="4986"/>
                      <a:pt x="11461" y="4121"/>
                    </a:cubicBezTo>
                    <a:cubicBezTo>
                      <a:pt x="11239" y="2716"/>
                      <a:pt x="10685" y="1533"/>
                      <a:pt x="9391" y="867"/>
                    </a:cubicBezTo>
                    <a:lnTo>
                      <a:pt x="5028" y="17"/>
                    </a:lnTo>
                    <a:cubicBezTo>
                      <a:pt x="4940" y="6"/>
                      <a:pt x="4850" y="0"/>
                      <a:pt x="47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53"/>
              <p:cNvSpPr/>
              <p:nvPr/>
            </p:nvSpPr>
            <p:spPr>
              <a:xfrm>
                <a:off x="6981404" y="938103"/>
                <a:ext cx="264075" cy="156169"/>
              </a:xfrm>
              <a:custGeom>
                <a:avLst/>
                <a:gdLst/>
                <a:ahLst/>
                <a:cxnLst/>
                <a:rect l="l" t="t" r="r" b="b"/>
                <a:pathLst>
                  <a:path w="14456" h="8549" extrusionOk="0">
                    <a:moveTo>
                      <a:pt x="7162" y="0"/>
                    </a:moveTo>
                    <a:cubicBezTo>
                      <a:pt x="3394" y="0"/>
                      <a:pt x="252" y="2932"/>
                      <a:pt x="0" y="6700"/>
                    </a:cubicBezTo>
                    <a:lnTo>
                      <a:pt x="0" y="6774"/>
                    </a:lnTo>
                    <a:lnTo>
                      <a:pt x="1220" y="6848"/>
                    </a:lnTo>
                    <a:cubicBezTo>
                      <a:pt x="1220" y="6811"/>
                      <a:pt x="1220" y="6774"/>
                      <a:pt x="1220" y="6774"/>
                    </a:cubicBezTo>
                    <a:cubicBezTo>
                      <a:pt x="1400" y="3575"/>
                      <a:pt x="4027" y="1074"/>
                      <a:pt x="7196" y="1074"/>
                    </a:cubicBezTo>
                    <a:cubicBezTo>
                      <a:pt x="7287" y="1074"/>
                      <a:pt x="7377" y="1076"/>
                      <a:pt x="7468" y="1081"/>
                    </a:cubicBezTo>
                    <a:cubicBezTo>
                      <a:pt x="10759" y="1228"/>
                      <a:pt x="13310" y="4038"/>
                      <a:pt x="13125" y="7329"/>
                    </a:cubicBezTo>
                    <a:cubicBezTo>
                      <a:pt x="13125" y="7329"/>
                      <a:pt x="14123" y="8549"/>
                      <a:pt x="14123" y="8549"/>
                    </a:cubicBezTo>
                    <a:lnTo>
                      <a:pt x="14382" y="7366"/>
                    </a:lnTo>
                    <a:cubicBezTo>
                      <a:pt x="14456" y="3447"/>
                      <a:pt x="11424" y="193"/>
                      <a:pt x="7505" y="8"/>
                    </a:cubicBezTo>
                    <a:cubicBezTo>
                      <a:pt x="7390" y="3"/>
                      <a:pt x="7276" y="0"/>
                      <a:pt x="71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53"/>
              <p:cNvSpPr/>
              <p:nvPr/>
            </p:nvSpPr>
            <p:spPr>
              <a:xfrm>
                <a:off x="6928374" y="1028619"/>
                <a:ext cx="106408" cy="123744"/>
              </a:xfrm>
              <a:custGeom>
                <a:avLst/>
                <a:gdLst/>
                <a:ahLst/>
                <a:cxnLst/>
                <a:rect l="l" t="t" r="r" b="b"/>
                <a:pathLst>
                  <a:path w="5825" h="6774" extrusionOk="0">
                    <a:moveTo>
                      <a:pt x="5107" y="1"/>
                    </a:moveTo>
                    <a:cubicBezTo>
                      <a:pt x="2412" y="1"/>
                      <a:pt x="1" y="3612"/>
                      <a:pt x="2238" y="5849"/>
                    </a:cubicBezTo>
                    <a:cubicBezTo>
                      <a:pt x="2719" y="6366"/>
                      <a:pt x="3421" y="6699"/>
                      <a:pt x="4160" y="6773"/>
                    </a:cubicBezTo>
                    <a:cubicBezTo>
                      <a:pt x="5270" y="6736"/>
                      <a:pt x="5011" y="6403"/>
                      <a:pt x="5196" y="5257"/>
                    </a:cubicBezTo>
                    <a:cubicBezTo>
                      <a:pt x="5417" y="3705"/>
                      <a:pt x="5676" y="1967"/>
                      <a:pt x="5824" y="451"/>
                    </a:cubicBezTo>
                    <a:lnTo>
                      <a:pt x="5306" y="7"/>
                    </a:lnTo>
                    <a:cubicBezTo>
                      <a:pt x="5240" y="3"/>
                      <a:pt x="5174" y="1"/>
                      <a:pt x="51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53"/>
              <p:cNvSpPr/>
              <p:nvPr/>
            </p:nvSpPr>
            <p:spPr>
              <a:xfrm>
                <a:off x="7175898" y="1057573"/>
                <a:ext cx="66877" cy="115487"/>
              </a:xfrm>
              <a:custGeom>
                <a:avLst/>
                <a:gdLst/>
                <a:ahLst/>
                <a:cxnLst/>
                <a:rect l="l" t="t" r="r" b="b"/>
                <a:pathLst>
                  <a:path w="3661" h="6322" extrusionOk="0">
                    <a:moveTo>
                      <a:pt x="1790" y="0"/>
                    </a:moveTo>
                    <a:cubicBezTo>
                      <a:pt x="1544" y="0"/>
                      <a:pt x="1331" y="107"/>
                      <a:pt x="1221" y="382"/>
                    </a:cubicBezTo>
                    <a:lnTo>
                      <a:pt x="1" y="6260"/>
                    </a:lnTo>
                    <a:cubicBezTo>
                      <a:pt x="171" y="6302"/>
                      <a:pt x="335" y="6321"/>
                      <a:pt x="494" y="6321"/>
                    </a:cubicBezTo>
                    <a:cubicBezTo>
                      <a:pt x="2027" y="6321"/>
                      <a:pt x="3023" y="4502"/>
                      <a:pt x="3291" y="3229"/>
                    </a:cubicBezTo>
                    <a:cubicBezTo>
                      <a:pt x="3476" y="2341"/>
                      <a:pt x="3661" y="1380"/>
                      <a:pt x="2996" y="604"/>
                    </a:cubicBezTo>
                    <a:cubicBezTo>
                      <a:pt x="2717" y="302"/>
                      <a:pt x="2206" y="0"/>
                      <a:pt x="17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53"/>
              <p:cNvSpPr/>
              <p:nvPr/>
            </p:nvSpPr>
            <p:spPr>
              <a:xfrm>
                <a:off x="7033412" y="1140379"/>
                <a:ext cx="146560" cy="155584"/>
              </a:xfrm>
              <a:custGeom>
                <a:avLst/>
                <a:gdLst/>
                <a:ahLst/>
                <a:cxnLst/>
                <a:rect l="l" t="t" r="r" b="b"/>
                <a:pathLst>
                  <a:path w="8023" h="8517" extrusionOk="0">
                    <a:moveTo>
                      <a:pt x="740" y="729"/>
                    </a:moveTo>
                    <a:cubicBezTo>
                      <a:pt x="796" y="729"/>
                      <a:pt x="829" y="746"/>
                      <a:pt x="850" y="773"/>
                    </a:cubicBezTo>
                    <a:lnTo>
                      <a:pt x="850" y="773"/>
                    </a:lnTo>
                    <a:cubicBezTo>
                      <a:pt x="813" y="759"/>
                      <a:pt x="776" y="745"/>
                      <a:pt x="740" y="729"/>
                    </a:cubicBezTo>
                    <a:close/>
                    <a:moveTo>
                      <a:pt x="6537" y="0"/>
                    </a:moveTo>
                    <a:cubicBezTo>
                      <a:pt x="5052" y="0"/>
                      <a:pt x="3307" y="930"/>
                      <a:pt x="1807" y="930"/>
                    </a:cubicBezTo>
                    <a:cubicBezTo>
                      <a:pt x="1496" y="930"/>
                      <a:pt x="1196" y="891"/>
                      <a:pt x="911" y="794"/>
                    </a:cubicBezTo>
                    <a:lnTo>
                      <a:pt x="911" y="794"/>
                    </a:lnTo>
                    <a:lnTo>
                      <a:pt x="740" y="138"/>
                    </a:lnTo>
                    <a:cubicBezTo>
                      <a:pt x="629" y="2799"/>
                      <a:pt x="0" y="5942"/>
                      <a:pt x="518" y="7014"/>
                    </a:cubicBezTo>
                    <a:cubicBezTo>
                      <a:pt x="887" y="7861"/>
                      <a:pt x="3054" y="8516"/>
                      <a:pt x="4937" y="8516"/>
                    </a:cubicBezTo>
                    <a:cubicBezTo>
                      <a:pt x="6260" y="8516"/>
                      <a:pt x="7444" y="8193"/>
                      <a:pt x="7764" y="7384"/>
                    </a:cubicBezTo>
                    <a:cubicBezTo>
                      <a:pt x="8023" y="6718"/>
                      <a:pt x="7025" y="4722"/>
                      <a:pt x="6951" y="3872"/>
                    </a:cubicBezTo>
                    <a:cubicBezTo>
                      <a:pt x="6840" y="2615"/>
                      <a:pt x="6951" y="1321"/>
                      <a:pt x="6951" y="27"/>
                    </a:cubicBezTo>
                    <a:cubicBezTo>
                      <a:pt x="6815" y="8"/>
                      <a:pt x="6677" y="0"/>
                      <a:pt x="65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53"/>
              <p:cNvSpPr/>
              <p:nvPr/>
            </p:nvSpPr>
            <p:spPr>
              <a:xfrm>
                <a:off x="6759217" y="1327932"/>
                <a:ext cx="243816" cy="164133"/>
              </a:xfrm>
              <a:custGeom>
                <a:avLst/>
                <a:gdLst/>
                <a:ahLst/>
                <a:cxnLst/>
                <a:rect l="l" t="t" r="r" b="b"/>
                <a:pathLst>
                  <a:path w="13347" h="8985" extrusionOk="0">
                    <a:moveTo>
                      <a:pt x="629" y="0"/>
                    </a:moveTo>
                    <a:lnTo>
                      <a:pt x="0" y="8504"/>
                    </a:lnTo>
                    <a:lnTo>
                      <a:pt x="12977" y="8984"/>
                    </a:lnTo>
                    <a:lnTo>
                      <a:pt x="13346" y="1036"/>
                    </a:lnTo>
                    <a:lnTo>
                      <a:pt x="62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53"/>
              <p:cNvSpPr/>
              <p:nvPr/>
            </p:nvSpPr>
            <p:spPr>
              <a:xfrm>
                <a:off x="7034764" y="1346839"/>
                <a:ext cx="244492" cy="158050"/>
              </a:xfrm>
              <a:custGeom>
                <a:avLst/>
                <a:gdLst/>
                <a:ahLst/>
                <a:cxnLst/>
                <a:rect l="l" t="t" r="r" b="b"/>
                <a:pathLst>
                  <a:path w="13384" h="8652" extrusionOk="0">
                    <a:moveTo>
                      <a:pt x="259" y="1"/>
                    </a:moveTo>
                    <a:lnTo>
                      <a:pt x="0" y="8134"/>
                    </a:lnTo>
                    <a:lnTo>
                      <a:pt x="12977" y="8652"/>
                    </a:lnTo>
                    <a:lnTo>
                      <a:pt x="13383" y="666"/>
                    </a:lnTo>
                    <a:lnTo>
                      <a:pt x="2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53"/>
              <p:cNvSpPr/>
              <p:nvPr/>
            </p:nvSpPr>
            <p:spPr>
              <a:xfrm>
                <a:off x="7300848" y="1359681"/>
                <a:ext cx="160754" cy="154671"/>
              </a:xfrm>
              <a:custGeom>
                <a:avLst/>
                <a:gdLst/>
                <a:ahLst/>
                <a:cxnLst/>
                <a:rect l="l" t="t" r="r" b="b"/>
                <a:pathLst>
                  <a:path w="8800" h="8467" extrusionOk="0">
                    <a:moveTo>
                      <a:pt x="666" y="0"/>
                    </a:moveTo>
                    <a:lnTo>
                      <a:pt x="0" y="7912"/>
                    </a:lnTo>
                    <a:lnTo>
                      <a:pt x="7949" y="8466"/>
                    </a:lnTo>
                    <a:lnTo>
                      <a:pt x="8799" y="666"/>
                    </a:lnTo>
                    <a:lnTo>
                      <a:pt x="6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53"/>
              <p:cNvSpPr/>
              <p:nvPr/>
            </p:nvSpPr>
            <p:spPr>
              <a:xfrm>
                <a:off x="5821126" y="1890516"/>
                <a:ext cx="1215666" cy="958350"/>
              </a:xfrm>
              <a:custGeom>
                <a:avLst/>
                <a:gdLst/>
                <a:ahLst/>
                <a:cxnLst/>
                <a:rect l="l" t="t" r="r" b="b"/>
                <a:pathLst>
                  <a:path w="66548" h="52462" extrusionOk="0">
                    <a:moveTo>
                      <a:pt x="64515" y="0"/>
                    </a:moveTo>
                    <a:lnTo>
                      <a:pt x="1" y="1738"/>
                    </a:lnTo>
                    <a:lnTo>
                      <a:pt x="1701" y="52462"/>
                    </a:lnTo>
                    <a:lnTo>
                      <a:pt x="66548" y="43773"/>
                    </a:lnTo>
                    <a:lnTo>
                      <a:pt x="645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53"/>
              <p:cNvSpPr/>
              <p:nvPr/>
            </p:nvSpPr>
            <p:spPr>
              <a:xfrm>
                <a:off x="5869078" y="1924274"/>
                <a:ext cx="1129900" cy="872584"/>
              </a:xfrm>
              <a:custGeom>
                <a:avLst/>
                <a:gdLst/>
                <a:ahLst/>
                <a:cxnLst/>
                <a:rect l="l" t="t" r="r" b="b"/>
                <a:pathLst>
                  <a:path w="61853" h="47767" extrusionOk="0">
                    <a:moveTo>
                      <a:pt x="59745" y="1"/>
                    </a:moveTo>
                    <a:lnTo>
                      <a:pt x="1" y="3476"/>
                    </a:lnTo>
                    <a:lnTo>
                      <a:pt x="1590" y="47767"/>
                    </a:lnTo>
                    <a:lnTo>
                      <a:pt x="61853" y="40188"/>
                    </a:lnTo>
                    <a:lnTo>
                      <a:pt x="5974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53"/>
              <p:cNvSpPr/>
              <p:nvPr/>
            </p:nvSpPr>
            <p:spPr>
              <a:xfrm>
                <a:off x="5896771" y="2266680"/>
                <a:ext cx="1066420" cy="530854"/>
              </a:xfrm>
              <a:custGeom>
                <a:avLst/>
                <a:gdLst/>
                <a:ahLst/>
                <a:cxnLst/>
                <a:rect l="l" t="t" r="r" b="b"/>
                <a:pathLst>
                  <a:path w="58378" h="29060" extrusionOk="0">
                    <a:moveTo>
                      <a:pt x="26804" y="1"/>
                    </a:moveTo>
                    <a:lnTo>
                      <a:pt x="1" y="29060"/>
                    </a:lnTo>
                    <a:lnTo>
                      <a:pt x="1" y="29060"/>
                    </a:lnTo>
                    <a:lnTo>
                      <a:pt x="58377" y="21740"/>
                    </a:lnTo>
                    <a:lnTo>
                      <a:pt x="3419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53"/>
              <p:cNvSpPr/>
              <p:nvPr/>
            </p:nvSpPr>
            <p:spPr>
              <a:xfrm>
                <a:off x="5749535" y="2266680"/>
                <a:ext cx="636896" cy="658507"/>
              </a:xfrm>
              <a:custGeom>
                <a:avLst/>
                <a:gdLst/>
                <a:ahLst/>
                <a:cxnLst/>
                <a:rect l="l" t="t" r="r" b="b"/>
                <a:pathLst>
                  <a:path w="34865" h="36048" extrusionOk="0">
                    <a:moveTo>
                      <a:pt x="33607" y="1"/>
                    </a:moveTo>
                    <a:lnTo>
                      <a:pt x="1" y="33459"/>
                    </a:lnTo>
                    <a:lnTo>
                      <a:pt x="3070" y="36047"/>
                    </a:lnTo>
                    <a:lnTo>
                      <a:pt x="348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53"/>
              <p:cNvSpPr/>
              <p:nvPr/>
            </p:nvSpPr>
            <p:spPr>
              <a:xfrm>
                <a:off x="6778799" y="2134314"/>
                <a:ext cx="104015" cy="515326"/>
              </a:xfrm>
              <a:custGeom>
                <a:avLst/>
                <a:gdLst/>
                <a:ahLst/>
                <a:cxnLst/>
                <a:rect l="l" t="t" r="r" b="b"/>
                <a:pathLst>
                  <a:path w="5694" h="28210" extrusionOk="0">
                    <a:moveTo>
                      <a:pt x="4215" y="1"/>
                    </a:moveTo>
                    <a:lnTo>
                      <a:pt x="0" y="28209"/>
                    </a:lnTo>
                    <a:lnTo>
                      <a:pt x="1960" y="28172"/>
                    </a:lnTo>
                    <a:lnTo>
                      <a:pt x="5694" y="1"/>
                    </a:lnTo>
                    <a:close/>
                  </a:path>
                </a:pathLst>
              </a:custGeom>
              <a:solidFill>
                <a:srgbClr val="400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53"/>
              <p:cNvSpPr/>
              <p:nvPr/>
            </p:nvSpPr>
            <p:spPr>
              <a:xfrm>
                <a:off x="6740292" y="2199821"/>
                <a:ext cx="81071" cy="301231"/>
              </a:xfrm>
              <a:custGeom>
                <a:avLst/>
                <a:gdLst/>
                <a:ahLst/>
                <a:cxnLst/>
                <a:rect l="l" t="t" r="r" b="b"/>
                <a:pathLst>
                  <a:path w="4438" h="16490" extrusionOk="0">
                    <a:moveTo>
                      <a:pt x="4437" y="1"/>
                    </a:moveTo>
                    <a:lnTo>
                      <a:pt x="3032" y="75"/>
                    </a:lnTo>
                    <a:lnTo>
                      <a:pt x="1" y="16490"/>
                    </a:lnTo>
                    <a:lnTo>
                      <a:pt x="1" y="16490"/>
                    </a:lnTo>
                    <a:lnTo>
                      <a:pt x="1886" y="16342"/>
                    </a:lnTo>
                    <a:lnTo>
                      <a:pt x="4437" y="1"/>
                    </a:lnTo>
                    <a:close/>
                  </a:path>
                </a:pathLst>
              </a:custGeom>
              <a:solidFill>
                <a:srgbClr val="400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53"/>
              <p:cNvSpPr/>
              <p:nvPr/>
            </p:nvSpPr>
            <p:spPr>
              <a:xfrm>
                <a:off x="6041980" y="2232246"/>
                <a:ext cx="36480" cy="262047"/>
              </a:xfrm>
              <a:custGeom>
                <a:avLst/>
                <a:gdLst/>
                <a:ahLst/>
                <a:cxnLst/>
                <a:rect l="l" t="t" r="r" b="b"/>
                <a:pathLst>
                  <a:path w="1997" h="14345" extrusionOk="0">
                    <a:moveTo>
                      <a:pt x="0" y="0"/>
                    </a:moveTo>
                    <a:lnTo>
                      <a:pt x="703" y="14345"/>
                    </a:lnTo>
                    <a:lnTo>
                      <a:pt x="1997" y="14345"/>
                    </a:lnTo>
                    <a:lnTo>
                      <a:pt x="1405" y="0"/>
                    </a:lnTo>
                    <a:close/>
                  </a:path>
                </a:pathLst>
              </a:custGeom>
              <a:solidFill>
                <a:srgbClr val="400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53"/>
              <p:cNvSpPr/>
              <p:nvPr/>
            </p:nvSpPr>
            <p:spPr>
              <a:xfrm>
                <a:off x="5973093" y="2232922"/>
                <a:ext cx="49998" cy="418070"/>
              </a:xfrm>
              <a:custGeom>
                <a:avLst/>
                <a:gdLst/>
                <a:ahLst/>
                <a:cxnLst/>
                <a:rect l="l" t="t" r="r" b="b"/>
                <a:pathLst>
                  <a:path w="2737" h="22886" extrusionOk="0">
                    <a:moveTo>
                      <a:pt x="0" y="0"/>
                    </a:moveTo>
                    <a:lnTo>
                      <a:pt x="1220" y="22885"/>
                    </a:lnTo>
                    <a:lnTo>
                      <a:pt x="2736" y="22885"/>
                    </a:lnTo>
                    <a:lnTo>
                      <a:pt x="1553" y="0"/>
                    </a:lnTo>
                    <a:close/>
                  </a:path>
                </a:pathLst>
              </a:custGeom>
              <a:solidFill>
                <a:srgbClr val="400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53"/>
              <p:cNvSpPr/>
              <p:nvPr/>
            </p:nvSpPr>
            <p:spPr>
              <a:xfrm>
                <a:off x="6391821" y="2134314"/>
                <a:ext cx="545705" cy="272862"/>
              </a:xfrm>
              <a:custGeom>
                <a:avLst/>
                <a:gdLst/>
                <a:ahLst/>
                <a:cxnLst/>
                <a:rect l="l" t="t" r="r" b="b"/>
                <a:pathLst>
                  <a:path w="29873" h="14937" extrusionOk="0">
                    <a:moveTo>
                      <a:pt x="29872" y="1"/>
                    </a:moveTo>
                    <a:lnTo>
                      <a:pt x="0" y="2219"/>
                    </a:lnTo>
                    <a:lnTo>
                      <a:pt x="1331" y="14937"/>
                    </a:lnTo>
                    <a:lnTo>
                      <a:pt x="29761" y="12829"/>
                    </a:lnTo>
                    <a:lnTo>
                      <a:pt x="298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53"/>
              <p:cNvSpPr/>
              <p:nvPr/>
            </p:nvSpPr>
            <p:spPr>
              <a:xfrm>
                <a:off x="6282398" y="2320716"/>
                <a:ext cx="545723" cy="272862"/>
              </a:xfrm>
              <a:custGeom>
                <a:avLst/>
                <a:gdLst/>
                <a:ahLst/>
                <a:cxnLst/>
                <a:rect l="l" t="t" r="r" b="b"/>
                <a:pathLst>
                  <a:path w="29874" h="14937" extrusionOk="0">
                    <a:moveTo>
                      <a:pt x="29873" y="0"/>
                    </a:moveTo>
                    <a:lnTo>
                      <a:pt x="1" y="2219"/>
                    </a:lnTo>
                    <a:lnTo>
                      <a:pt x="1332" y="14937"/>
                    </a:lnTo>
                    <a:lnTo>
                      <a:pt x="29725" y="12829"/>
                    </a:lnTo>
                    <a:lnTo>
                      <a:pt x="298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53"/>
              <p:cNvSpPr/>
              <p:nvPr/>
            </p:nvSpPr>
            <p:spPr>
              <a:xfrm>
                <a:off x="5903530" y="2055289"/>
                <a:ext cx="455208" cy="234372"/>
              </a:xfrm>
              <a:custGeom>
                <a:avLst/>
                <a:gdLst/>
                <a:ahLst/>
                <a:cxnLst/>
                <a:rect l="l" t="t" r="r" b="b"/>
                <a:pathLst>
                  <a:path w="24919" h="12830" extrusionOk="0">
                    <a:moveTo>
                      <a:pt x="24327" y="1"/>
                    </a:moveTo>
                    <a:lnTo>
                      <a:pt x="0" y="1739"/>
                    </a:lnTo>
                    <a:lnTo>
                      <a:pt x="592" y="12830"/>
                    </a:lnTo>
                    <a:lnTo>
                      <a:pt x="24918" y="11203"/>
                    </a:lnTo>
                    <a:lnTo>
                      <a:pt x="2432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53"/>
              <p:cNvSpPr/>
              <p:nvPr/>
            </p:nvSpPr>
            <p:spPr>
              <a:xfrm>
                <a:off x="5920410" y="2571949"/>
                <a:ext cx="345804" cy="155347"/>
              </a:xfrm>
              <a:custGeom>
                <a:avLst/>
                <a:gdLst/>
                <a:ahLst/>
                <a:cxnLst/>
                <a:rect l="l" t="t" r="r" b="b"/>
                <a:pathLst>
                  <a:path w="18930" h="8504" extrusionOk="0">
                    <a:moveTo>
                      <a:pt x="18671" y="1"/>
                    </a:moveTo>
                    <a:lnTo>
                      <a:pt x="1" y="925"/>
                    </a:lnTo>
                    <a:lnTo>
                      <a:pt x="259" y="8504"/>
                    </a:lnTo>
                    <a:lnTo>
                      <a:pt x="18929" y="7653"/>
                    </a:lnTo>
                    <a:lnTo>
                      <a:pt x="186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53"/>
              <p:cNvSpPr/>
              <p:nvPr/>
            </p:nvSpPr>
            <p:spPr>
              <a:xfrm>
                <a:off x="6993552" y="1864174"/>
                <a:ext cx="877991" cy="735486"/>
              </a:xfrm>
              <a:custGeom>
                <a:avLst/>
                <a:gdLst/>
                <a:ahLst/>
                <a:cxnLst/>
                <a:rect l="l" t="t" r="r" b="b"/>
                <a:pathLst>
                  <a:path w="48063" h="40262" extrusionOk="0">
                    <a:moveTo>
                      <a:pt x="47323" y="0"/>
                    </a:moveTo>
                    <a:lnTo>
                      <a:pt x="1" y="1442"/>
                    </a:lnTo>
                    <a:lnTo>
                      <a:pt x="1775" y="40261"/>
                    </a:lnTo>
                    <a:lnTo>
                      <a:pt x="48063" y="34716"/>
                    </a:lnTo>
                    <a:lnTo>
                      <a:pt x="4732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53"/>
              <p:cNvSpPr/>
              <p:nvPr/>
            </p:nvSpPr>
            <p:spPr>
              <a:xfrm>
                <a:off x="7050291" y="1899284"/>
                <a:ext cx="792207" cy="663896"/>
              </a:xfrm>
              <a:custGeom>
                <a:avLst/>
                <a:gdLst/>
                <a:ahLst/>
                <a:cxnLst/>
                <a:rect l="l" t="t" r="r" b="b"/>
                <a:pathLst>
                  <a:path w="43367" h="36343" extrusionOk="0">
                    <a:moveTo>
                      <a:pt x="42701" y="1"/>
                    </a:moveTo>
                    <a:lnTo>
                      <a:pt x="0" y="1295"/>
                    </a:lnTo>
                    <a:lnTo>
                      <a:pt x="1590" y="36343"/>
                    </a:lnTo>
                    <a:lnTo>
                      <a:pt x="43367" y="31352"/>
                    </a:lnTo>
                    <a:lnTo>
                      <a:pt x="4270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53"/>
              <p:cNvSpPr/>
              <p:nvPr/>
            </p:nvSpPr>
            <p:spPr>
              <a:xfrm>
                <a:off x="7467667" y="1959403"/>
                <a:ext cx="326221" cy="493022"/>
              </a:xfrm>
              <a:custGeom>
                <a:avLst/>
                <a:gdLst/>
                <a:ahLst/>
                <a:cxnLst/>
                <a:rect l="l" t="t" r="r" b="b"/>
                <a:pathLst>
                  <a:path w="17858" h="26989" extrusionOk="0">
                    <a:moveTo>
                      <a:pt x="16933" y="0"/>
                    </a:moveTo>
                    <a:lnTo>
                      <a:pt x="0" y="776"/>
                    </a:lnTo>
                    <a:lnTo>
                      <a:pt x="592" y="26989"/>
                    </a:lnTo>
                    <a:lnTo>
                      <a:pt x="17857" y="25584"/>
                    </a:lnTo>
                    <a:lnTo>
                      <a:pt x="1693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53"/>
              <p:cNvSpPr/>
              <p:nvPr/>
            </p:nvSpPr>
            <p:spPr>
              <a:xfrm>
                <a:off x="7338662" y="2075566"/>
                <a:ext cx="107413" cy="80377"/>
              </a:xfrm>
              <a:custGeom>
                <a:avLst/>
                <a:gdLst/>
                <a:ahLst/>
                <a:cxnLst/>
                <a:rect l="l" t="t" r="r" b="b"/>
                <a:pathLst>
                  <a:path w="5880" h="4400" extrusionOk="0">
                    <a:moveTo>
                      <a:pt x="5768" y="0"/>
                    </a:moveTo>
                    <a:lnTo>
                      <a:pt x="1" y="333"/>
                    </a:lnTo>
                    <a:lnTo>
                      <a:pt x="186" y="4400"/>
                    </a:lnTo>
                    <a:lnTo>
                      <a:pt x="5879" y="4104"/>
                    </a:lnTo>
                    <a:lnTo>
                      <a:pt x="57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53"/>
              <p:cNvSpPr/>
              <p:nvPr/>
            </p:nvSpPr>
            <p:spPr>
              <a:xfrm>
                <a:off x="7209675" y="1978310"/>
                <a:ext cx="106719" cy="84432"/>
              </a:xfrm>
              <a:custGeom>
                <a:avLst/>
                <a:gdLst/>
                <a:ahLst/>
                <a:cxnLst/>
                <a:rect l="l" t="t" r="r" b="b"/>
                <a:pathLst>
                  <a:path w="5842" h="4622" extrusionOk="0">
                    <a:moveTo>
                      <a:pt x="5583" y="0"/>
                    </a:moveTo>
                    <a:lnTo>
                      <a:pt x="0" y="74"/>
                    </a:lnTo>
                    <a:lnTo>
                      <a:pt x="222" y="4622"/>
                    </a:lnTo>
                    <a:lnTo>
                      <a:pt x="5842" y="4326"/>
                    </a:lnTo>
                    <a:lnTo>
                      <a:pt x="558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53"/>
              <p:cNvSpPr/>
              <p:nvPr/>
            </p:nvSpPr>
            <p:spPr>
              <a:xfrm>
                <a:off x="7215082" y="2082982"/>
                <a:ext cx="106719" cy="78368"/>
              </a:xfrm>
              <a:custGeom>
                <a:avLst/>
                <a:gdLst/>
                <a:ahLst/>
                <a:cxnLst/>
                <a:rect l="l" t="t" r="r" b="b"/>
                <a:pathLst>
                  <a:path w="5842" h="4290" extrusionOk="0">
                    <a:moveTo>
                      <a:pt x="5620" y="1"/>
                    </a:moveTo>
                    <a:lnTo>
                      <a:pt x="0" y="333"/>
                    </a:lnTo>
                    <a:lnTo>
                      <a:pt x="222" y="4289"/>
                    </a:lnTo>
                    <a:lnTo>
                      <a:pt x="5842" y="4031"/>
                    </a:lnTo>
                    <a:lnTo>
                      <a:pt x="562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53"/>
              <p:cNvSpPr/>
              <p:nvPr/>
            </p:nvSpPr>
            <p:spPr>
              <a:xfrm>
                <a:off x="7220471" y="2182266"/>
                <a:ext cx="107413" cy="83756"/>
              </a:xfrm>
              <a:custGeom>
                <a:avLst/>
                <a:gdLst/>
                <a:ahLst/>
                <a:cxnLst/>
                <a:rect l="l" t="t" r="r" b="b"/>
                <a:pathLst>
                  <a:path w="5880" h="4585" extrusionOk="0">
                    <a:moveTo>
                      <a:pt x="5621" y="0"/>
                    </a:moveTo>
                    <a:lnTo>
                      <a:pt x="1" y="333"/>
                    </a:lnTo>
                    <a:lnTo>
                      <a:pt x="186" y="4585"/>
                    </a:lnTo>
                    <a:lnTo>
                      <a:pt x="5879" y="4326"/>
                    </a:lnTo>
                    <a:lnTo>
                      <a:pt x="562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53"/>
              <p:cNvSpPr/>
              <p:nvPr/>
            </p:nvSpPr>
            <p:spPr>
              <a:xfrm>
                <a:off x="7225202" y="2286263"/>
                <a:ext cx="113478" cy="186420"/>
              </a:xfrm>
              <a:custGeom>
                <a:avLst/>
                <a:gdLst/>
                <a:ahLst/>
                <a:cxnLst/>
                <a:rect l="l" t="t" r="r" b="b"/>
                <a:pathLst>
                  <a:path w="6212" h="10205" extrusionOk="0">
                    <a:moveTo>
                      <a:pt x="5694" y="1"/>
                    </a:moveTo>
                    <a:lnTo>
                      <a:pt x="1" y="371"/>
                    </a:lnTo>
                    <a:lnTo>
                      <a:pt x="518" y="10205"/>
                    </a:lnTo>
                    <a:lnTo>
                      <a:pt x="6212" y="9687"/>
                    </a:lnTo>
                    <a:lnTo>
                      <a:pt x="569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53"/>
              <p:cNvSpPr/>
              <p:nvPr/>
            </p:nvSpPr>
            <p:spPr>
              <a:xfrm>
                <a:off x="7114446" y="2090417"/>
                <a:ext cx="83756" cy="76340"/>
              </a:xfrm>
              <a:custGeom>
                <a:avLst/>
                <a:gdLst/>
                <a:ahLst/>
                <a:cxnLst/>
                <a:rect l="l" t="t" r="r" b="b"/>
                <a:pathLst>
                  <a:path w="4585" h="4179" extrusionOk="0">
                    <a:moveTo>
                      <a:pt x="4363" y="0"/>
                    </a:moveTo>
                    <a:lnTo>
                      <a:pt x="1" y="296"/>
                    </a:lnTo>
                    <a:lnTo>
                      <a:pt x="148" y="4178"/>
                    </a:lnTo>
                    <a:lnTo>
                      <a:pt x="4585" y="3956"/>
                    </a:lnTo>
                    <a:lnTo>
                      <a:pt x="436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53"/>
              <p:cNvSpPr/>
              <p:nvPr/>
            </p:nvSpPr>
            <p:spPr>
              <a:xfrm>
                <a:off x="7118502" y="2189701"/>
                <a:ext cx="85784" cy="81729"/>
              </a:xfrm>
              <a:custGeom>
                <a:avLst/>
                <a:gdLst/>
                <a:ahLst/>
                <a:cxnLst/>
                <a:rect l="l" t="t" r="r" b="b"/>
                <a:pathLst>
                  <a:path w="4696" h="4474" extrusionOk="0">
                    <a:moveTo>
                      <a:pt x="4474" y="0"/>
                    </a:moveTo>
                    <a:lnTo>
                      <a:pt x="0" y="259"/>
                    </a:lnTo>
                    <a:lnTo>
                      <a:pt x="185" y="4474"/>
                    </a:lnTo>
                    <a:lnTo>
                      <a:pt x="4696" y="4252"/>
                    </a:lnTo>
                    <a:lnTo>
                      <a:pt x="447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3"/>
              <p:cNvSpPr/>
              <p:nvPr/>
            </p:nvSpPr>
            <p:spPr>
              <a:xfrm>
                <a:off x="7348800" y="2279522"/>
                <a:ext cx="104691" cy="181689"/>
              </a:xfrm>
              <a:custGeom>
                <a:avLst/>
                <a:gdLst/>
                <a:ahLst/>
                <a:cxnLst/>
                <a:rect l="l" t="t" r="r" b="b"/>
                <a:pathLst>
                  <a:path w="5731" h="9946" extrusionOk="0">
                    <a:moveTo>
                      <a:pt x="5509" y="0"/>
                    </a:moveTo>
                    <a:lnTo>
                      <a:pt x="0" y="333"/>
                    </a:lnTo>
                    <a:lnTo>
                      <a:pt x="481" y="9945"/>
                    </a:lnTo>
                    <a:lnTo>
                      <a:pt x="5731" y="9465"/>
                    </a:lnTo>
                    <a:lnTo>
                      <a:pt x="550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53"/>
              <p:cNvSpPr/>
              <p:nvPr/>
            </p:nvSpPr>
            <p:spPr>
              <a:xfrm>
                <a:off x="7343393" y="2174831"/>
                <a:ext cx="105385" cy="85127"/>
              </a:xfrm>
              <a:custGeom>
                <a:avLst/>
                <a:gdLst/>
                <a:ahLst/>
                <a:cxnLst/>
                <a:rect l="l" t="t" r="r" b="b"/>
                <a:pathLst>
                  <a:path w="5769" h="4660" extrusionOk="0">
                    <a:moveTo>
                      <a:pt x="5657" y="1"/>
                    </a:moveTo>
                    <a:lnTo>
                      <a:pt x="1" y="333"/>
                    </a:lnTo>
                    <a:lnTo>
                      <a:pt x="222" y="4659"/>
                    </a:lnTo>
                    <a:lnTo>
                      <a:pt x="5768" y="4400"/>
                    </a:lnTo>
                    <a:lnTo>
                      <a:pt x="565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53"/>
              <p:cNvSpPr/>
              <p:nvPr/>
            </p:nvSpPr>
            <p:spPr>
              <a:xfrm>
                <a:off x="7123233" y="2293698"/>
                <a:ext cx="92543" cy="187772"/>
              </a:xfrm>
              <a:custGeom>
                <a:avLst/>
                <a:gdLst/>
                <a:ahLst/>
                <a:cxnLst/>
                <a:rect l="l" t="t" r="r" b="b"/>
                <a:pathLst>
                  <a:path w="5066" h="10279" extrusionOk="0">
                    <a:moveTo>
                      <a:pt x="4511" y="1"/>
                    </a:moveTo>
                    <a:lnTo>
                      <a:pt x="0" y="296"/>
                    </a:lnTo>
                    <a:lnTo>
                      <a:pt x="444" y="10278"/>
                    </a:lnTo>
                    <a:lnTo>
                      <a:pt x="5065" y="9872"/>
                    </a:lnTo>
                    <a:lnTo>
                      <a:pt x="45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3"/>
              <p:cNvSpPr/>
              <p:nvPr/>
            </p:nvSpPr>
            <p:spPr>
              <a:xfrm>
                <a:off x="7109039" y="1979661"/>
                <a:ext cx="83775" cy="87812"/>
              </a:xfrm>
              <a:custGeom>
                <a:avLst/>
                <a:gdLst/>
                <a:ahLst/>
                <a:cxnLst/>
                <a:rect l="l" t="t" r="r" b="b"/>
                <a:pathLst>
                  <a:path w="4586" h="4807" extrusionOk="0">
                    <a:moveTo>
                      <a:pt x="4326" y="0"/>
                    </a:moveTo>
                    <a:lnTo>
                      <a:pt x="1" y="37"/>
                    </a:lnTo>
                    <a:lnTo>
                      <a:pt x="223" y="4806"/>
                    </a:lnTo>
                    <a:lnTo>
                      <a:pt x="4585" y="4585"/>
                    </a:lnTo>
                    <a:lnTo>
                      <a:pt x="432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3"/>
              <p:cNvSpPr/>
              <p:nvPr/>
            </p:nvSpPr>
            <p:spPr>
              <a:xfrm>
                <a:off x="7333273" y="1976958"/>
                <a:ext cx="110098" cy="79701"/>
              </a:xfrm>
              <a:custGeom>
                <a:avLst/>
                <a:gdLst/>
                <a:ahLst/>
                <a:cxnLst/>
                <a:rect l="l" t="t" r="r" b="b"/>
                <a:pathLst>
                  <a:path w="6027" h="4363" extrusionOk="0">
                    <a:moveTo>
                      <a:pt x="5915" y="0"/>
                    </a:moveTo>
                    <a:lnTo>
                      <a:pt x="0" y="74"/>
                    </a:lnTo>
                    <a:lnTo>
                      <a:pt x="222" y="4363"/>
                    </a:lnTo>
                    <a:lnTo>
                      <a:pt x="6026" y="4067"/>
                    </a:lnTo>
                    <a:lnTo>
                      <a:pt x="591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3"/>
              <p:cNvSpPr/>
              <p:nvPr/>
            </p:nvSpPr>
            <p:spPr>
              <a:xfrm>
                <a:off x="7479139" y="2038410"/>
                <a:ext cx="299203" cy="359998"/>
              </a:xfrm>
              <a:custGeom>
                <a:avLst/>
                <a:gdLst/>
                <a:ahLst/>
                <a:cxnLst/>
                <a:rect l="l" t="t" r="r" b="b"/>
                <a:pathLst>
                  <a:path w="16379" h="19707" extrusionOk="0">
                    <a:moveTo>
                      <a:pt x="12238" y="8689"/>
                    </a:moveTo>
                    <a:lnTo>
                      <a:pt x="14197" y="11425"/>
                    </a:lnTo>
                    <a:cubicBezTo>
                      <a:pt x="13495" y="12053"/>
                      <a:pt x="12867" y="12756"/>
                      <a:pt x="12275" y="13495"/>
                    </a:cubicBezTo>
                    <a:lnTo>
                      <a:pt x="12275" y="13532"/>
                    </a:lnTo>
                    <a:cubicBezTo>
                      <a:pt x="12238" y="13606"/>
                      <a:pt x="12201" y="13680"/>
                      <a:pt x="12127" y="13754"/>
                    </a:cubicBezTo>
                    <a:lnTo>
                      <a:pt x="11942" y="13199"/>
                    </a:lnTo>
                    <a:cubicBezTo>
                      <a:pt x="11794" y="12571"/>
                      <a:pt x="11720" y="11905"/>
                      <a:pt x="11757" y="11240"/>
                    </a:cubicBezTo>
                    <a:cubicBezTo>
                      <a:pt x="11831" y="10537"/>
                      <a:pt x="12238" y="8689"/>
                      <a:pt x="12238" y="8689"/>
                    </a:cubicBezTo>
                    <a:close/>
                    <a:moveTo>
                      <a:pt x="10389" y="1"/>
                    </a:moveTo>
                    <a:cubicBezTo>
                      <a:pt x="8504" y="38"/>
                      <a:pt x="7580" y="3254"/>
                      <a:pt x="8171" y="4548"/>
                    </a:cubicBezTo>
                    <a:cubicBezTo>
                      <a:pt x="7765" y="4733"/>
                      <a:pt x="7395" y="4955"/>
                      <a:pt x="7062" y="5214"/>
                    </a:cubicBezTo>
                    <a:cubicBezTo>
                      <a:pt x="6766" y="5435"/>
                      <a:pt x="6582" y="6138"/>
                      <a:pt x="6508" y="7210"/>
                    </a:cubicBezTo>
                    <a:cubicBezTo>
                      <a:pt x="6286" y="8430"/>
                      <a:pt x="5657" y="9539"/>
                      <a:pt x="4770" y="10389"/>
                    </a:cubicBezTo>
                    <a:cubicBezTo>
                      <a:pt x="4623" y="10536"/>
                      <a:pt x="4415" y="10594"/>
                      <a:pt x="4178" y="10594"/>
                    </a:cubicBezTo>
                    <a:cubicBezTo>
                      <a:pt x="3279" y="10594"/>
                      <a:pt x="1960" y="9761"/>
                      <a:pt x="1960" y="9761"/>
                    </a:cubicBezTo>
                    <a:cubicBezTo>
                      <a:pt x="1960" y="9761"/>
                      <a:pt x="1462" y="8889"/>
                      <a:pt x="865" y="8889"/>
                    </a:cubicBezTo>
                    <a:cubicBezTo>
                      <a:pt x="812" y="8889"/>
                      <a:pt x="758" y="8895"/>
                      <a:pt x="703" y="8911"/>
                    </a:cubicBezTo>
                    <a:cubicBezTo>
                      <a:pt x="1" y="9059"/>
                      <a:pt x="555" y="10759"/>
                      <a:pt x="629" y="10907"/>
                    </a:cubicBezTo>
                    <a:cubicBezTo>
                      <a:pt x="694" y="11036"/>
                      <a:pt x="3049" y="12721"/>
                      <a:pt x="5123" y="12721"/>
                    </a:cubicBezTo>
                    <a:cubicBezTo>
                      <a:pt x="5420" y="12721"/>
                      <a:pt x="5712" y="12686"/>
                      <a:pt x="5990" y="12608"/>
                    </a:cubicBezTo>
                    <a:cubicBezTo>
                      <a:pt x="6323" y="12534"/>
                      <a:pt x="6582" y="12386"/>
                      <a:pt x="6803" y="12201"/>
                    </a:cubicBezTo>
                    <a:lnTo>
                      <a:pt x="6803" y="12201"/>
                    </a:lnTo>
                    <a:cubicBezTo>
                      <a:pt x="6877" y="12719"/>
                      <a:pt x="5879" y="19706"/>
                      <a:pt x="5879" y="19706"/>
                    </a:cubicBezTo>
                    <a:lnTo>
                      <a:pt x="13236" y="17377"/>
                    </a:lnTo>
                    <a:lnTo>
                      <a:pt x="12867" y="16194"/>
                    </a:lnTo>
                    <a:cubicBezTo>
                      <a:pt x="13347" y="15565"/>
                      <a:pt x="13902" y="15048"/>
                      <a:pt x="14493" y="14604"/>
                    </a:cubicBezTo>
                    <a:cubicBezTo>
                      <a:pt x="15417" y="14013"/>
                      <a:pt x="16046" y="12608"/>
                      <a:pt x="16194" y="12053"/>
                    </a:cubicBezTo>
                    <a:cubicBezTo>
                      <a:pt x="16379" y="11499"/>
                      <a:pt x="15713" y="9502"/>
                      <a:pt x="14308" y="7062"/>
                    </a:cubicBezTo>
                    <a:cubicBezTo>
                      <a:pt x="12903" y="4622"/>
                      <a:pt x="13199" y="5435"/>
                      <a:pt x="12349" y="4881"/>
                    </a:cubicBezTo>
                    <a:cubicBezTo>
                      <a:pt x="11979" y="4622"/>
                      <a:pt x="11573" y="4437"/>
                      <a:pt x="11129" y="4326"/>
                    </a:cubicBezTo>
                    <a:lnTo>
                      <a:pt x="11055" y="3328"/>
                    </a:lnTo>
                    <a:cubicBezTo>
                      <a:pt x="11240" y="3069"/>
                      <a:pt x="11351" y="2810"/>
                      <a:pt x="11425" y="2515"/>
                    </a:cubicBezTo>
                    <a:cubicBezTo>
                      <a:pt x="11646" y="1553"/>
                      <a:pt x="11425" y="1"/>
                      <a:pt x="103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3"/>
              <p:cNvSpPr/>
              <p:nvPr/>
            </p:nvSpPr>
            <p:spPr>
              <a:xfrm>
                <a:off x="7529119" y="2315984"/>
                <a:ext cx="241131" cy="47970"/>
              </a:xfrm>
              <a:custGeom>
                <a:avLst/>
                <a:gdLst/>
                <a:ahLst/>
                <a:cxnLst/>
                <a:rect l="l" t="t" r="r" b="b"/>
                <a:pathLst>
                  <a:path w="13200" h="2626" extrusionOk="0">
                    <a:moveTo>
                      <a:pt x="13199" y="1"/>
                    </a:moveTo>
                    <a:lnTo>
                      <a:pt x="296" y="1258"/>
                    </a:lnTo>
                    <a:lnTo>
                      <a:pt x="1" y="2626"/>
                    </a:lnTo>
                    <a:lnTo>
                      <a:pt x="12940" y="1258"/>
                    </a:ln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3"/>
              <p:cNvSpPr/>
              <p:nvPr/>
            </p:nvSpPr>
            <p:spPr>
              <a:xfrm>
                <a:off x="7539257" y="2349761"/>
                <a:ext cx="222882" cy="45943"/>
              </a:xfrm>
              <a:custGeom>
                <a:avLst/>
                <a:gdLst/>
                <a:ahLst/>
                <a:cxnLst/>
                <a:rect l="l" t="t" r="r" b="b"/>
                <a:pathLst>
                  <a:path w="12201" h="2515" extrusionOk="0">
                    <a:moveTo>
                      <a:pt x="12200" y="0"/>
                    </a:moveTo>
                    <a:lnTo>
                      <a:pt x="259" y="1368"/>
                    </a:lnTo>
                    <a:lnTo>
                      <a:pt x="0" y="2514"/>
                    </a:lnTo>
                    <a:lnTo>
                      <a:pt x="11979" y="1257"/>
                    </a:lnTo>
                    <a:lnTo>
                      <a:pt x="122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3"/>
              <p:cNvSpPr/>
              <p:nvPr/>
            </p:nvSpPr>
            <p:spPr>
              <a:xfrm>
                <a:off x="5133610" y="3063618"/>
                <a:ext cx="1381133" cy="432246"/>
              </a:xfrm>
              <a:custGeom>
                <a:avLst/>
                <a:gdLst/>
                <a:ahLst/>
                <a:cxnLst/>
                <a:rect l="l" t="t" r="r" b="b"/>
                <a:pathLst>
                  <a:path w="75606" h="23662" extrusionOk="0">
                    <a:moveTo>
                      <a:pt x="42813" y="0"/>
                    </a:moveTo>
                    <a:lnTo>
                      <a:pt x="1" y="7801"/>
                    </a:lnTo>
                    <a:lnTo>
                      <a:pt x="28579" y="23661"/>
                    </a:lnTo>
                    <a:lnTo>
                      <a:pt x="75606" y="14308"/>
                    </a:lnTo>
                    <a:lnTo>
                      <a:pt x="4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3"/>
              <p:cNvSpPr/>
              <p:nvPr/>
            </p:nvSpPr>
            <p:spPr>
              <a:xfrm>
                <a:off x="5649594" y="3324971"/>
                <a:ext cx="865149" cy="1280515"/>
              </a:xfrm>
              <a:custGeom>
                <a:avLst/>
                <a:gdLst/>
                <a:ahLst/>
                <a:cxnLst/>
                <a:rect l="l" t="t" r="r" b="b"/>
                <a:pathLst>
                  <a:path w="47360" h="70098" extrusionOk="0">
                    <a:moveTo>
                      <a:pt x="47360" y="1"/>
                    </a:moveTo>
                    <a:lnTo>
                      <a:pt x="333" y="9354"/>
                    </a:lnTo>
                    <a:lnTo>
                      <a:pt x="0" y="70097"/>
                    </a:lnTo>
                    <a:lnTo>
                      <a:pt x="47027" y="55346"/>
                    </a:lnTo>
                    <a:lnTo>
                      <a:pt x="4736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3"/>
              <p:cNvSpPr/>
              <p:nvPr/>
            </p:nvSpPr>
            <p:spPr>
              <a:xfrm>
                <a:off x="5127545" y="3206123"/>
                <a:ext cx="528150" cy="1399364"/>
              </a:xfrm>
              <a:custGeom>
                <a:avLst/>
                <a:gdLst/>
                <a:ahLst/>
                <a:cxnLst/>
                <a:rect l="l" t="t" r="r" b="b"/>
                <a:pathLst>
                  <a:path w="28912" h="76604" extrusionOk="0">
                    <a:moveTo>
                      <a:pt x="333" y="0"/>
                    </a:moveTo>
                    <a:lnTo>
                      <a:pt x="0" y="56380"/>
                    </a:lnTo>
                    <a:lnTo>
                      <a:pt x="28578" y="76603"/>
                    </a:lnTo>
                    <a:lnTo>
                      <a:pt x="28911" y="15860"/>
                    </a:lnTo>
                    <a:lnTo>
                      <a:pt x="3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3"/>
              <p:cNvSpPr/>
              <p:nvPr/>
            </p:nvSpPr>
            <p:spPr>
              <a:xfrm>
                <a:off x="5653649" y="3636999"/>
                <a:ext cx="859066" cy="191151"/>
              </a:xfrm>
              <a:custGeom>
                <a:avLst/>
                <a:gdLst/>
                <a:ahLst/>
                <a:cxnLst/>
                <a:rect l="l" t="t" r="r" b="b"/>
                <a:pathLst>
                  <a:path w="47027" h="10464" fill="none" extrusionOk="0">
                    <a:moveTo>
                      <a:pt x="0" y="10463"/>
                    </a:moveTo>
                    <a:lnTo>
                      <a:pt x="47027" y="0"/>
                    </a:lnTo>
                  </a:path>
                </a:pathLst>
              </a:custGeom>
              <a:noFill/>
              <a:ln w="83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53"/>
              <p:cNvSpPr/>
              <p:nvPr/>
            </p:nvSpPr>
            <p:spPr>
              <a:xfrm>
                <a:off x="5664445" y="3967933"/>
                <a:ext cx="841529" cy="212067"/>
              </a:xfrm>
              <a:custGeom>
                <a:avLst/>
                <a:gdLst/>
                <a:ahLst/>
                <a:cxnLst/>
                <a:rect l="l" t="t" r="r" b="b"/>
                <a:pathLst>
                  <a:path w="46067" h="11609" fill="none" extrusionOk="0">
                    <a:moveTo>
                      <a:pt x="1" y="11609"/>
                    </a:moveTo>
                    <a:lnTo>
                      <a:pt x="46066" y="0"/>
                    </a:lnTo>
                  </a:path>
                </a:pathLst>
              </a:custGeom>
              <a:noFill/>
              <a:ln w="83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53"/>
              <p:cNvSpPr/>
              <p:nvPr/>
            </p:nvSpPr>
            <p:spPr>
              <a:xfrm>
                <a:off x="5649594" y="3495846"/>
                <a:ext cx="6101" cy="1100854"/>
              </a:xfrm>
              <a:custGeom>
                <a:avLst/>
                <a:gdLst/>
                <a:ahLst/>
                <a:cxnLst/>
                <a:rect l="l" t="t" r="r" b="b"/>
                <a:pathLst>
                  <a:path w="334" h="60263" fill="none" extrusionOk="0">
                    <a:moveTo>
                      <a:pt x="333" y="0"/>
                    </a:moveTo>
                    <a:lnTo>
                      <a:pt x="0" y="60263"/>
                    </a:lnTo>
                  </a:path>
                </a:pathLst>
              </a:custGeom>
              <a:noFill/>
              <a:ln w="83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53"/>
              <p:cNvSpPr/>
              <p:nvPr/>
            </p:nvSpPr>
            <p:spPr>
              <a:xfrm>
                <a:off x="5648918" y="3438431"/>
                <a:ext cx="859742" cy="1166380"/>
              </a:xfrm>
              <a:custGeom>
                <a:avLst/>
                <a:gdLst/>
                <a:ahLst/>
                <a:cxnLst/>
                <a:rect l="l" t="t" r="r" b="b"/>
                <a:pathLst>
                  <a:path w="47064" h="63850" extrusionOk="0">
                    <a:moveTo>
                      <a:pt x="16083" y="1"/>
                    </a:moveTo>
                    <a:lnTo>
                      <a:pt x="370" y="3107"/>
                    </a:lnTo>
                    <a:lnTo>
                      <a:pt x="0" y="63849"/>
                    </a:lnTo>
                    <a:lnTo>
                      <a:pt x="47064" y="49135"/>
                    </a:lnTo>
                    <a:lnTo>
                      <a:pt x="47064" y="47360"/>
                    </a:lnTo>
                    <a:cubicBezTo>
                      <a:pt x="45215" y="45993"/>
                      <a:pt x="42997" y="45216"/>
                      <a:pt x="40742" y="45142"/>
                    </a:cubicBezTo>
                    <a:cubicBezTo>
                      <a:pt x="40584" y="45137"/>
                      <a:pt x="40427" y="45135"/>
                      <a:pt x="40270" y="45135"/>
                    </a:cubicBezTo>
                    <a:cubicBezTo>
                      <a:pt x="34548" y="45135"/>
                      <a:pt x="29460" y="48338"/>
                      <a:pt x="23846" y="48950"/>
                    </a:cubicBezTo>
                    <a:cubicBezTo>
                      <a:pt x="23338" y="49008"/>
                      <a:pt x="22836" y="49037"/>
                      <a:pt x="22341" y="49037"/>
                    </a:cubicBezTo>
                    <a:cubicBezTo>
                      <a:pt x="18410" y="49037"/>
                      <a:pt x="14959" y="47222"/>
                      <a:pt x="12792" y="43774"/>
                    </a:cubicBezTo>
                    <a:cubicBezTo>
                      <a:pt x="10426" y="40040"/>
                      <a:pt x="9539" y="35493"/>
                      <a:pt x="9317" y="31130"/>
                    </a:cubicBezTo>
                    <a:cubicBezTo>
                      <a:pt x="9021" y="25954"/>
                      <a:pt x="9835" y="20852"/>
                      <a:pt x="11055" y="15824"/>
                    </a:cubicBezTo>
                    <a:cubicBezTo>
                      <a:pt x="12312" y="10427"/>
                      <a:pt x="14012" y="5140"/>
                      <a:pt x="160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53"/>
              <p:cNvSpPr/>
              <p:nvPr/>
            </p:nvSpPr>
            <p:spPr>
              <a:xfrm>
                <a:off x="5953510" y="3371572"/>
                <a:ext cx="326203" cy="107413"/>
              </a:xfrm>
              <a:custGeom>
                <a:avLst/>
                <a:gdLst/>
                <a:ahLst/>
                <a:cxnLst/>
                <a:rect l="l" t="t" r="r" b="b"/>
                <a:pathLst>
                  <a:path w="17857" h="5880" extrusionOk="0">
                    <a:moveTo>
                      <a:pt x="17857" y="1"/>
                    </a:moveTo>
                    <a:lnTo>
                      <a:pt x="0" y="3550"/>
                    </a:lnTo>
                    <a:lnTo>
                      <a:pt x="1627" y="5879"/>
                    </a:lnTo>
                    <a:lnTo>
                      <a:pt x="16896" y="2995"/>
                    </a:lnTo>
                    <a:lnTo>
                      <a:pt x="17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53"/>
              <p:cNvSpPr/>
              <p:nvPr/>
            </p:nvSpPr>
            <p:spPr>
              <a:xfrm>
                <a:off x="5969714" y="3689006"/>
                <a:ext cx="326221" cy="116181"/>
              </a:xfrm>
              <a:custGeom>
                <a:avLst/>
                <a:gdLst/>
                <a:ahLst/>
                <a:cxnLst/>
                <a:rect l="l" t="t" r="r" b="b"/>
                <a:pathLst>
                  <a:path w="17858" h="6360" extrusionOk="0">
                    <a:moveTo>
                      <a:pt x="17857" y="0"/>
                    </a:moveTo>
                    <a:lnTo>
                      <a:pt x="0" y="4030"/>
                    </a:lnTo>
                    <a:lnTo>
                      <a:pt x="1627" y="6359"/>
                    </a:lnTo>
                    <a:lnTo>
                      <a:pt x="17081" y="2773"/>
                    </a:lnTo>
                    <a:lnTo>
                      <a:pt x="17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53"/>
              <p:cNvSpPr/>
              <p:nvPr/>
            </p:nvSpPr>
            <p:spPr>
              <a:xfrm>
                <a:off x="6007527" y="4017218"/>
                <a:ext cx="326221" cy="124292"/>
              </a:xfrm>
              <a:custGeom>
                <a:avLst/>
                <a:gdLst/>
                <a:ahLst/>
                <a:cxnLst/>
                <a:rect l="l" t="t" r="r" b="b"/>
                <a:pathLst>
                  <a:path w="17858" h="6804" extrusionOk="0">
                    <a:moveTo>
                      <a:pt x="17858" y="1"/>
                    </a:moveTo>
                    <a:lnTo>
                      <a:pt x="1" y="4474"/>
                    </a:lnTo>
                    <a:lnTo>
                      <a:pt x="1627" y="6803"/>
                    </a:lnTo>
                    <a:lnTo>
                      <a:pt x="17007" y="3180"/>
                    </a:lnTo>
                    <a:lnTo>
                      <a:pt x="178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53"/>
              <p:cNvSpPr/>
              <p:nvPr/>
            </p:nvSpPr>
            <p:spPr>
              <a:xfrm>
                <a:off x="5133610" y="3242585"/>
                <a:ext cx="522085" cy="312703"/>
              </a:xfrm>
              <a:custGeom>
                <a:avLst/>
                <a:gdLst/>
                <a:ahLst/>
                <a:cxnLst/>
                <a:rect l="l" t="t" r="r" b="b"/>
                <a:pathLst>
                  <a:path w="28580" h="17118" fill="none" extrusionOk="0">
                    <a:moveTo>
                      <a:pt x="1" y="0"/>
                    </a:moveTo>
                    <a:lnTo>
                      <a:pt x="28579" y="17118"/>
                    </a:lnTo>
                  </a:path>
                </a:pathLst>
              </a:custGeom>
              <a:noFill/>
              <a:ln w="83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53"/>
              <p:cNvSpPr/>
              <p:nvPr/>
            </p:nvSpPr>
            <p:spPr>
              <a:xfrm>
                <a:off x="5126869" y="3387793"/>
                <a:ext cx="528826" cy="1217693"/>
              </a:xfrm>
              <a:custGeom>
                <a:avLst/>
                <a:gdLst/>
                <a:ahLst/>
                <a:cxnLst/>
                <a:rect l="l" t="t" r="r" b="b"/>
                <a:pathLst>
                  <a:path w="28949" h="66659" extrusionOk="0">
                    <a:moveTo>
                      <a:pt x="18300" y="0"/>
                    </a:moveTo>
                    <a:cubicBezTo>
                      <a:pt x="18227" y="2625"/>
                      <a:pt x="18005" y="5287"/>
                      <a:pt x="17635" y="7838"/>
                    </a:cubicBezTo>
                    <a:cubicBezTo>
                      <a:pt x="16711" y="14493"/>
                      <a:pt x="14936" y="21887"/>
                      <a:pt x="10204" y="26915"/>
                    </a:cubicBezTo>
                    <a:cubicBezTo>
                      <a:pt x="8134" y="29170"/>
                      <a:pt x="5398" y="30760"/>
                      <a:pt x="2403" y="31425"/>
                    </a:cubicBezTo>
                    <a:cubicBezTo>
                      <a:pt x="1664" y="31573"/>
                      <a:pt x="887" y="31647"/>
                      <a:pt x="111" y="31721"/>
                    </a:cubicBezTo>
                    <a:lnTo>
                      <a:pt x="0" y="46472"/>
                    </a:lnTo>
                    <a:lnTo>
                      <a:pt x="28578" y="66658"/>
                    </a:lnTo>
                    <a:lnTo>
                      <a:pt x="28948" y="5915"/>
                    </a:lnTo>
                    <a:lnTo>
                      <a:pt x="183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53"/>
              <p:cNvSpPr/>
              <p:nvPr/>
            </p:nvSpPr>
            <p:spPr>
              <a:xfrm>
                <a:off x="5162655" y="3387793"/>
                <a:ext cx="428190" cy="1090040"/>
              </a:xfrm>
              <a:custGeom>
                <a:avLst/>
                <a:gdLst/>
                <a:ahLst/>
                <a:cxnLst/>
                <a:rect l="l" t="t" r="r" b="b"/>
                <a:pathLst>
                  <a:path w="23440" h="59671" fill="none" extrusionOk="0">
                    <a:moveTo>
                      <a:pt x="0" y="0"/>
                    </a:moveTo>
                    <a:lnTo>
                      <a:pt x="0" y="44328"/>
                    </a:lnTo>
                    <a:lnTo>
                      <a:pt x="23440" y="59671"/>
                    </a:lnTo>
                    <a:lnTo>
                      <a:pt x="23440" y="13494"/>
                    </a:lnTo>
                    <a:lnTo>
                      <a:pt x="0" y="0"/>
                    </a:lnTo>
                    <a:close/>
                  </a:path>
                </a:pathLst>
              </a:custGeom>
              <a:noFill/>
              <a:ln w="83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53"/>
              <p:cNvSpPr/>
              <p:nvPr/>
            </p:nvSpPr>
            <p:spPr>
              <a:xfrm>
                <a:off x="5297725" y="2267356"/>
                <a:ext cx="928647" cy="224252"/>
              </a:xfrm>
              <a:custGeom>
                <a:avLst/>
                <a:gdLst/>
                <a:ahLst/>
                <a:cxnLst/>
                <a:rect l="l" t="t" r="r" b="b"/>
                <a:pathLst>
                  <a:path w="50836" h="12276" extrusionOk="0">
                    <a:moveTo>
                      <a:pt x="20704" y="1"/>
                    </a:moveTo>
                    <a:lnTo>
                      <a:pt x="1" y="2441"/>
                    </a:lnTo>
                    <a:lnTo>
                      <a:pt x="25362" y="12275"/>
                    </a:lnTo>
                    <a:lnTo>
                      <a:pt x="50835" y="8874"/>
                    </a:lnTo>
                    <a:lnTo>
                      <a:pt x="2070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53"/>
              <p:cNvSpPr/>
              <p:nvPr/>
            </p:nvSpPr>
            <p:spPr>
              <a:xfrm>
                <a:off x="5755618" y="2429444"/>
                <a:ext cx="470753" cy="991450"/>
              </a:xfrm>
              <a:custGeom>
                <a:avLst/>
                <a:gdLst/>
                <a:ahLst/>
                <a:cxnLst/>
                <a:rect l="l" t="t" r="r" b="b"/>
                <a:pathLst>
                  <a:path w="25770" h="54274" extrusionOk="0">
                    <a:moveTo>
                      <a:pt x="25769" y="1"/>
                    </a:moveTo>
                    <a:lnTo>
                      <a:pt x="296" y="3402"/>
                    </a:lnTo>
                    <a:lnTo>
                      <a:pt x="1" y="54274"/>
                    </a:lnTo>
                    <a:lnTo>
                      <a:pt x="25473" y="48950"/>
                    </a:lnTo>
                    <a:lnTo>
                      <a:pt x="25769" y="1"/>
                    </a:lnTo>
                    <a:close/>
                  </a:path>
                </a:pathLst>
              </a:custGeom>
              <a:solidFill>
                <a:srgbClr val="2C0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53"/>
              <p:cNvSpPr/>
              <p:nvPr/>
            </p:nvSpPr>
            <p:spPr>
              <a:xfrm>
                <a:off x="5292318" y="2311929"/>
                <a:ext cx="468726" cy="1108965"/>
              </a:xfrm>
              <a:custGeom>
                <a:avLst/>
                <a:gdLst/>
                <a:ahLst/>
                <a:cxnLst/>
                <a:rect l="l" t="t" r="r" b="b"/>
                <a:pathLst>
                  <a:path w="25659" h="60707" extrusionOk="0">
                    <a:moveTo>
                      <a:pt x="297" y="1"/>
                    </a:moveTo>
                    <a:lnTo>
                      <a:pt x="1" y="47360"/>
                    </a:lnTo>
                    <a:lnTo>
                      <a:pt x="25363" y="60707"/>
                    </a:lnTo>
                    <a:lnTo>
                      <a:pt x="25658" y="9835"/>
                    </a:lnTo>
                    <a:lnTo>
                      <a:pt x="2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53"/>
              <p:cNvSpPr/>
              <p:nvPr/>
            </p:nvSpPr>
            <p:spPr>
              <a:xfrm>
                <a:off x="5827885" y="2478072"/>
                <a:ext cx="352563" cy="175605"/>
              </a:xfrm>
              <a:custGeom>
                <a:avLst/>
                <a:gdLst/>
                <a:ahLst/>
                <a:cxnLst/>
                <a:rect l="l" t="t" r="r" b="b"/>
                <a:pathLst>
                  <a:path w="19300" h="9613" fill="none" extrusionOk="0">
                    <a:moveTo>
                      <a:pt x="38" y="3143"/>
                    </a:moveTo>
                    <a:lnTo>
                      <a:pt x="1" y="9613"/>
                    </a:lnTo>
                    <a:lnTo>
                      <a:pt x="19262" y="6544"/>
                    </a:lnTo>
                    <a:lnTo>
                      <a:pt x="19299" y="1"/>
                    </a:lnTo>
                    <a:close/>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53"/>
              <p:cNvSpPr/>
              <p:nvPr/>
            </p:nvSpPr>
            <p:spPr>
              <a:xfrm>
                <a:off x="5823829" y="2625308"/>
                <a:ext cx="355266" cy="713876"/>
              </a:xfrm>
              <a:custGeom>
                <a:avLst/>
                <a:gdLst/>
                <a:ahLst/>
                <a:cxnLst/>
                <a:rect l="l" t="t" r="r" b="b"/>
                <a:pathLst>
                  <a:path w="19448" h="39079" extrusionOk="0">
                    <a:moveTo>
                      <a:pt x="19447" y="0"/>
                    </a:moveTo>
                    <a:lnTo>
                      <a:pt x="223" y="3291"/>
                    </a:lnTo>
                    <a:lnTo>
                      <a:pt x="1" y="39078"/>
                    </a:lnTo>
                    <a:lnTo>
                      <a:pt x="19262" y="35455"/>
                    </a:lnTo>
                    <a:lnTo>
                      <a:pt x="194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53"/>
              <p:cNvSpPr/>
              <p:nvPr/>
            </p:nvSpPr>
            <p:spPr>
              <a:xfrm>
                <a:off x="5869754" y="2717833"/>
                <a:ext cx="236400" cy="218826"/>
              </a:xfrm>
              <a:custGeom>
                <a:avLst/>
                <a:gdLst/>
                <a:ahLst/>
                <a:cxnLst/>
                <a:rect l="l" t="t" r="r" b="b"/>
                <a:pathLst>
                  <a:path w="12941" h="11979" extrusionOk="0">
                    <a:moveTo>
                      <a:pt x="6508" y="0"/>
                    </a:moveTo>
                    <a:cubicBezTo>
                      <a:pt x="2921" y="0"/>
                      <a:pt x="38" y="2662"/>
                      <a:pt x="38" y="5952"/>
                    </a:cubicBezTo>
                    <a:cubicBezTo>
                      <a:pt x="1" y="9243"/>
                      <a:pt x="2847" y="11942"/>
                      <a:pt x="6434" y="11979"/>
                    </a:cubicBezTo>
                    <a:cubicBezTo>
                      <a:pt x="9983" y="11979"/>
                      <a:pt x="12903" y="9317"/>
                      <a:pt x="12903" y="6026"/>
                    </a:cubicBezTo>
                    <a:cubicBezTo>
                      <a:pt x="12940" y="2736"/>
                      <a:pt x="10057" y="37"/>
                      <a:pt x="65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53"/>
              <p:cNvSpPr/>
              <p:nvPr/>
            </p:nvSpPr>
            <p:spPr>
              <a:xfrm>
                <a:off x="5907586" y="2766443"/>
                <a:ext cx="155456" cy="130996"/>
              </a:xfrm>
              <a:custGeom>
                <a:avLst/>
                <a:gdLst/>
                <a:ahLst/>
                <a:cxnLst/>
                <a:rect l="l" t="t" r="r" b="b"/>
                <a:pathLst>
                  <a:path w="8510" h="7171" extrusionOk="0">
                    <a:moveTo>
                      <a:pt x="4912" y="0"/>
                    </a:moveTo>
                    <a:cubicBezTo>
                      <a:pt x="4889" y="0"/>
                      <a:pt x="4866" y="1"/>
                      <a:pt x="4843" y="1"/>
                    </a:cubicBezTo>
                    <a:cubicBezTo>
                      <a:pt x="1590" y="1"/>
                      <a:pt x="0" y="3957"/>
                      <a:pt x="2366" y="6175"/>
                    </a:cubicBezTo>
                    <a:cubicBezTo>
                      <a:pt x="3089" y="6864"/>
                      <a:pt x="3950" y="7170"/>
                      <a:pt x="4790" y="7170"/>
                    </a:cubicBezTo>
                    <a:cubicBezTo>
                      <a:pt x="6702" y="7170"/>
                      <a:pt x="8510" y="5588"/>
                      <a:pt x="8355" y="3328"/>
                    </a:cubicBezTo>
                    <a:cubicBezTo>
                      <a:pt x="8319" y="1466"/>
                      <a:pt x="6767" y="0"/>
                      <a:pt x="49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53"/>
              <p:cNvSpPr/>
              <p:nvPr/>
            </p:nvSpPr>
            <p:spPr>
              <a:xfrm>
                <a:off x="5939517" y="2788729"/>
                <a:ext cx="98955" cy="82934"/>
              </a:xfrm>
              <a:custGeom>
                <a:avLst/>
                <a:gdLst/>
                <a:ahLst/>
                <a:cxnLst/>
                <a:rect l="l" t="t" r="r" b="b"/>
                <a:pathLst>
                  <a:path w="5417" h="4540" extrusionOk="0">
                    <a:moveTo>
                      <a:pt x="3126" y="0"/>
                    </a:moveTo>
                    <a:cubicBezTo>
                      <a:pt x="3104" y="0"/>
                      <a:pt x="3081" y="0"/>
                      <a:pt x="3058" y="1"/>
                    </a:cubicBezTo>
                    <a:cubicBezTo>
                      <a:pt x="3043" y="1"/>
                      <a:pt x="3029" y="1"/>
                      <a:pt x="3014" y="1"/>
                    </a:cubicBezTo>
                    <a:cubicBezTo>
                      <a:pt x="974" y="1"/>
                      <a:pt x="1" y="2525"/>
                      <a:pt x="1505" y="3920"/>
                    </a:cubicBezTo>
                    <a:cubicBezTo>
                      <a:pt x="1957" y="4349"/>
                      <a:pt x="2501" y="4540"/>
                      <a:pt x="3035" y="4540"/>
                    </a:cubicBezTo>
                    <a:cubicBezTo>
                      <a:pt x="4251" y="4540"/>
                      <a:pt x="5416" y="3547"/>
                      <a:pt x="5313" y="2108"/>
                    </a:cubicBezTo>
                    <a:cubicBezTo>
                      <a:pt x="5277" y="947"/>
                      <a:pt x="4315" y="0"/>
                      <a:pt x="31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53"/>
              <p:cNvSpPr/>
              <p:nvPr/>
            </p:nvSpPr>
            <p:spPr>
              <a:xfrm>
                <a:off x="5875837" y="2985945"/>
                <a:ext cx="235724" cy="218169"/>
              </a:xfrm>
              <a:custGeom>
                <a:avLst/>
                <a:gdLst/>
                <a:ahLst/>
                <a:cxnLst/>
                <a:rect l="l" t="t" r="r" b="b"/>
                <a:pathLst>
                  <a:path w="12904" h="11943" extrusionOk="0">
                    <a:moveTo>
                      <a:pt x="6397" y="0"/>
                    </a:moveTo>
                    <a:cubicBezTo>
                      <a:pt x="2882" y="0"/>
                      <a:pt x="37" y="2648"/>
                      <a:pt x="0" y="5953"/>
                    </a:cubicBezTo>
                    <a:cubicBezTo>
                      <a:pt x="0" y="9243"/>
                      <a:pt x="2847" y="11905"/>
                      <a:pt x="6396" y="11942"/>
                    </a:cubicBezTo>
                    <a:cubicBezTo>
                      <a:pt x="6421" y="11942"/>
                      <a:pt x="6446" y="11943"/>
                      <a:pt x="6470" y="11943"/>
                    </a:cubicBezTo>
                    <a:cubicBezTo>
                      <a:pt x="10022" y="11943"/>
                      <a:pt x="12866" y="9294"/>
                      <a:pt x="12866" y="5990"/>
                    </a:cubicBezTo>
                    <a:cubicBezTo>
                      <a:pt x="12903" y="2699"/>
                      <a:pt x="10056" y="1"/>
                      <a:pt x="6470" y="1"/>
                    </a:cubicBezTo>
                    <a:cubicBezTo>
                      <a:pt x="6446" y="0"/>
                      <a:pt x="6422" y="0"/>
                      <a:pt x="63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53"/>
              <p:cNvSpPr/>
              <p:nvPr/>
            </p:nvSpPr>
            <p:spPr>
              <a:xfrm>
                <a:off x="5913176" y="3034518"/>
                <a:ext cx="155950" cy="130740"/>
              </a:xfrm>
              <a:custGeom>
                <a:avLst/>
                <a:gdLst/>
                <a:ahLst/>
                <a:cxnLst/>
                <a:rect l="l" t="t" r="r" b="b"/>
                <a:pathLst>
                  <a:path w="8537" h="7157" extrusionOk="0">
                    <a:moveTo>
                      <a:pt x="4968" y="1"/>
                    </a:moveTo>
                    <a:cubicBezTo>
                      <a:pt x="4923" y="1"/>
                      <a:pt x="4878" y="2"/>
                      <a:pt x="4833" y="3"/>
                    </a:cubicBezTo>
                    <a:cubicBezTo>
                      <a:pt x="4818" y="3"/>
                      <a:pt x="4803" y="3"/>
                      <a:pt x="4788" y="3"/>
                    </a:cubicBezTo>
                    <a:cubicBezTo>
                      <a:pt x="1565" y="3"/>
                      <a:pt x="1" y="3933"/>
                      <a:pt x="2356" y="6178"/>
                    </a:cubicBezTo>
                    <a:cubicBezTo>
                      <a:pt x="3078" y="6854"/>
                      <a:pt x="3941" y="7156"/>
                      <a:pt x="4786" y="7156"/>
                    </a:cubicBezTo>
                    <a:cubicBezTo>
                      <a:pt x="6709" y="7156"/>
                      <a:pt x="8536" y="5592"/>
                      <a:pt x="8382" y="3331"/>
                    </a:cubicBezTo>
                    <a:cubicBezTo>
                      <a:pt x="8310" y="1490"/>
                      <a:pt x="6828" y="1"/>
                      <a:pt x="49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53"/>
              <p:cNvSpPr/>
              <p:nvPr/>
            </p:nvSpPr>
            <p:spPr>
              <a:xfrm>
                <a:off x="5945400" y="3056165"/>
                <a:ext cx="99138" cy="83263"/>
              </a:xfrm>
              <a:custGeom>
                <a:avLst/>
                <a:gdLst/>
                <a:ahLst/>
                <a:cxnLst/>
                <a:rect l="l" t="t" r="r" b="b"/>
                <a:pathLst>
                  <a:path w="5427" h="4558" extrusionOk="0">
                    <a:moveTo>
                      <a:pt x="3137" y="1"/>
                    </a:moveTo>
                    <a:cubicBezTo>
                      <a:pt x="3114" y="1"/>
                      <a:pt x="3092" y="1"/>
                      <a:pt x="3069" y="2"/>
                    </a:cubicBezTo>
                    <a:cubicBezTo>
                      <a:pt x="999" y="2"/>
                      <a:pt x="0" y="2516"/>
                      <a:pt x="1479" y="3920"/>
                    </a:cubicBezTo>
                    <a:cubicBezTo>
                      <a:pt x="1944" y="4362"/>
                      <a:pt x="2498" y="4558"/>
                      <a:pt x="3040" y="4558"/>
                    </a:cubicBezTo>
                    <a:cubicBezTo>
                      <a:pt x="4266" y="4558"/>
                      <a:pt x="5427" y="3556"/>
                      <a:pt x="5324" y="2146"/>
                    </a:cubicBezTo>
                    <a:cubicBezTo>
                      <a:pt x="5288" y="949"/>
                      <a:pt x="4326" y="1"/>
                      <a:pt x="3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53"/>
              <p:cNvSpPr/>
              <p:nvPr/>
            </p:nvSpPr>
            <p:spPr>
              <a:xfrm>
                <a:off x="5756294" y="2736064"/>
                <a:ext cx="174272" cy="603120"/>
              </a:xfrm>
              <a:custGeom>
                <a:avLst/>
                <a:gdLst/>
                <a:ahLst/>
                <a:cxnLst/>
                <a:rect l="l" t="t" r="r" b="b"/>
                <a:pathLst>
                  <a:path w="9540" h="33016" extrusionOk="0">
                    <a:moveTo>
                      <a:pt x="186" y="0"/>
                    </a:moveTo>
                    <a:lnTo>
                      <a:pt x="1" y="33015"/>
                    </a:lnTo>
                    <a:lnTo>
                      <a:pt x="9428" y="20334"/>
                    </a:lnTo>
                    <a:lnTo>
                      <a:pt x="9539" y="4954"/>
                    </a:lnTo>
                    <a:lnTo>
                      <a:pt x="1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53"/>
              <p:cNvSpPr/>
              <p:nvPr/>
            </p:nvSpPr>
            <p:spPr>
              <a:xfrm>
                <a:off x="6079794" y="2690139"/>
                <a:ext cx="141847" cy="603120"/>
              </a:xfrm>
              <a:custGeom>
                <a:avLst/>
                <a:gdLst/>
                <a:ahLst/>
                <a:cxnLst/>
                <a:rect l="l" t="t" r="r" b="b"/>
                <a:pathLst>
                  <a:path w="7765" h="33016" extrusionOk="0">
                    <a:moveTo>
                      <a:pt x="7764" y="0"/>
                    </a:moveTo>
                    <a:lnTo>
                      <a:pt x="1" y="5398"/>
                    </a:lnTo>
                    <a:lnTo>
                      <a:pt x="407" y="21961"/>
                    </a:lnTo>
                    <a:lnTo>
                      <a:pt x="7580" y="33015"/>
                    </a:lnTo>
                    <a:lnTo>
                      <a:pt x="77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53"/>
              <p:cNvSpPr/>
              <p:nvPr/>
            </p:nvSpPr>
            <p:spPr>
              <a:xfrm>
                <a:off x="5755618" y="2491590"/>
                <a:ext cx="5425" cy="921888"/>
              </a:xfrm>
              <a:custGeom>
                <a:avLst/>
                <a:gdLst/>
                <a:ahLst/>
                <a:cxnLst/>
                <a:rect l="l" t="t" r="r" b="b"/>
                <a:pathLst>
                  <a:path w="297" h="50466" fill="none" extrusionOk="0">
                    <a:moveTo>
                      <a:pt x="296" y="0"/>
                    </a:moveTo>
                    <a:lnTo>
                      <a:pt x="1" y="50465"/>
                    </a:lnTo>
                  </a:path>
                </a:pathLst>
              </a:custGeom>
              <a:noFill/>
              <a:ln w="83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53"/>
              <p:cNvSpPr/>
              <p:nvPr/>
            </p:nvSpPr>
            <p:spPr>
              <a:xfrm>
                <a:off x="5799515" y="2790775"/>
                <a:ext cx="104709" cy="432921"/>
              </a:xfrm>
              <a:custGeom>
                <a:avLst/>
                <a:gdLst/>
                <a:ahLst/>
                <a:cxnLst/>
                <a:rect l="l" t="t" r="r" b="b"/>
                <a:pathLst>
                  <a:path w="5732" h="23699" fill="none" extrusionOk="0">
                    <a:moveTo>
                      <a:pt x="1" y="23698"/>
                    </a:moveTo>
                    <a:lnTo>
                      <a:pt x="5657" y="17339"/>
                    </a:lnTo>
                    <a:lnTo>
                      <a:pt x="5731" y="2958"/>
                    </a:lnTo>
                    <a:lnTo>
                      <a:pt x="149" y="0"/>
                    </a:lnTo>
                    <a:close/>
                  </a:path>
                </a:pathLst>
              </a:custGeom>
              <a:noFill/>
              <a:ln w="83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53"/>
              <p:cNvSpPr/>
              <p:nvPr/>
            </p:nvSpPr>
            <p:spPr>
              <a:xfrm>
                <a:off x="6105459" y="2738767"/>
                <a:ext cx="101330" cy="464670"/>
              </a:xfrm>
              <a:custGeom>
                <a:avLst/>
                <a:gdLst/>
                <a:ahLst/>
                <a:cxnLst/>
                <a:rect l="l" t="t" r="r" b="b"/>
                <a:pathLst>
                  <a:path w="5547" h="25437" fill="none" extrusionOk="0">
                    <a:moveTo>
                      <a:pt x="0" y="3623"/>
                    </a:moveTo>
                    <a:lnTo>
                      <a:pt x="333" y="17820"/>
                    </a:lnTo>
                    <a:lnTo>
                      <a:pt x="5361" y="25436"/>
                    </a:lnTo>
                    <a:lnTo>
                      <a:pt x="5546" y="0"/>
                    </a:lnTo>
                    <a:close/>
                  </a:path>
                </a:pathLst>
              </a:custGeom>
              <a:noFill/>
              <a:ln w="83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53"/>
              <p:cNvSpPr/>
              <p:nvPr/>
            </p:nvSpPr>
            <p:spPr>
              <a:xfrm>
                <a:off x="5844088" y="2881948"/>
                <a:ext cx="305962" cy="78349"/>
              </a:xfrm>
              <a:custGeom>
                <a:avLst/>
                <a:gdLst/>
                <a:ahLst/>
                <a:cxnLst/>
                <a:rect l="l" t="t" r="r" b="b"/>
                <a:pathLst>
                  <a:path w="16749" h="4289" extrusionOk="0">
                    <a:moveTo>
                      <a:pt x="16749" y="0"/>
                    </a:moveTo>
                    <a:lnTo>
                      <a:pt x="1" y="1886"/>
                    </a:lnTo>
                    <a:lnTo>
                      <a:pt x="1" y="4289"/>
                    </a:lnTo>
                    <a:lnTo>
                      <a:pt x="16712" y="2440"/>
                    </a:lnTo>
                    <a:lnTo>
                      <a:pt x="167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53"/>
              <p:cNvSpPr/>
              <p:nvPr/>
            </p:nvSpPr>
            <p:spPr>
              <a:xfrm>
                <a:off x="5843412" y="2951511"/>
                <a:ext cx="305962" cy="78349"/>
              </a:xfrm>
              <a:custGeom>
                <a:avLst/>
                <a:gdLst/>
                <a:ahLst/>
                <a:cxnLst/>
                <a:rect l="l" t="t" r="r" b="b"/>
                <a:pathLst>
                  <a:path w="16749" h="4289" extrusionOk="0">
                    <a:moveTo>
                      <a:pt x="16749" y="0"/>
                    </a:moveTo>
                    <a:lnTo>
                      <a:pt x="38" y="1886"/>
                    </a:lnTo>
                    <a:lnTo>
                      <a:pt x="1" y="4289"/>
                    </a:lnTo>
                    <a:lnTo>
                      <a:pt x="1" y="4289"/>
                    </a:lnTo>
                    <a:lnTo>
                      <a:pt x="16749" y="2440"/>
                    </a:lnTo>
                    <a:lnTo>
                      <a:pt x="167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53"/>
              <p:cNvSpPr/>
              <p:nvPr/>
            </p:nvSpPr>
            <p:spPr>
              <a:xfrm>
                <a:off x="5874485" y="3239206"/>
                <a:ext cx="278269" cy="156699"/>
              </a:xfrm>
              <a:custGeom>
                <a:avLst/>
                <a:gdLst/>
                <a:ahLst/>
                <a:cxnLst/>
                <a:rect l="l" t="t" r="r" b="b"/>
                <a:pathLst>
                  <a:path w="15233" h="8578" extrusionOk="0">
                    <a:moveTo>
                      <a:pt x="11092" y="1"/>
                    </a:moveTo>
                    <a:lnTo>
                      <a:pt x="3328" y="1369"/>
                    </a:lnTo>
                    <a:lnTo>
                      <a:pt x="1" y="8578"/>
                    </a:lnTo>
                    <a:lnTo>
                      <a:pt x="15232" y="5398"/>
                    </a:lnTo>
                    <a:lnTo>
                      <a:pt x="1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53"/>
              <p:cNvSpPr/>
              <p:nvPr/>
            </p:nvSpPr>
            <p:spPr>
              <a:xfrm>
                <a:off x="5316632" y="2397713"/>
                <a:ext cx="395784" cy="940795"/>
              </a:xfrm>
              <a:custGeom>
                <a:avLst/>
                <a:gdLst/>
                <a:ahLst/>
                <a:cxnLst/>
                <a:rect l="l" t="t" r="r" b="b"/>
                <a:pathLst>
                  <a:path w="21666" h="51501" fill="none" extrusionOk="0">
                    <a:moveTo>
                      <a:pt x="1591" y="0"/>
                    </a:moveTo>
                    <a:lnTo>
                      <a:pt x="19595" y="7320"/>
                    </a:lnTo>
                    <a:lnTo>
                      <a:pt x="21666" y="10759"/>
                    </a:lnTo>
                    <a:lnTo>
                      <a:pt x="21444" y="50502"/>
                    </a:lnTo>
                    <a:lnTo>
                      <a:pt x="19336" y="51500"/>
                    </a:lnTo>
                    <a:lnTo>
                      <a:pt x="1" y="41259"/>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53"/>
              <p:cNvSpPr/>
              <p:nvPr/>
            </p:nvSpPr>
            <p:spPr>
              <a:xfrm>
                <a:off x="5532079" y="3173698"/>
                <a:ext cx="20953" cy="42563"/>
              </a:xfrm>
              <a:custGeom>
                <a:avLst/>
                <a:gdLst/>
                <a:ahLst/>
                <a:cxnLst/>
                <a:rect l="l" t="t" r="r" b="b"/>
                <a:pathLst>
                  <a:path w="1147" h="2330" fill="none" extrusionOk="0">
                    <a:moveTo>
                      <a:pt x="0" y="0"/>
                    </a:moveTo>
                    <a:lnTo>
                      <a:pt x="1146" y="2330"/>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53"/>
              <p:cNvSpPr/>
              <p:nvPr/>
            </p:nvSpPr>
            <p:spPr>
              <a:xfrm>
                <a:off x="5532079" y="3136560"/>
                <a:ext cx="20277" cy="42563"/>
              </a:xfrm>
              <a:custGeom>
                <a:avLst/>
                <a:gdLst/>
                <a:ahLst/>
                <a:cxnLst/>
                <a:rect l="l" t="t" r="r" b="b"/>
                <a:pathLst>
                  <a:path w="1110" h="2330" fill="none" extrusionOk="0">
                    <a:moveTo>
                      <a:pt x="0" y="0"/>
                    </a:moveTo>
                    <a:lnTo>
                      <a:pt x="1110" y="2329"/>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53"/>
              <p:cNvSpPr/>
              <p:nvPr/>
            </p:nvSpPr>
            <p:spPr>
              <a:xfrm>
                <a:off x="5531403" y="3098728"/>
                <a:ext cx="20953" cy="42563"/>
              </a:xfrm>
              <a:custGeom>
                <a:avLst/>
                <a:gdLst/>
                <a:ahLst/>
                <a:cxnLst/>
                <a:rect l="l" t="t" r="r" b="b"/>
                <a:pathLst>
                  <a:path w="1147" h="2330" fill="none" extrusionOk="0">
                    <a:moveTo>
                      <a:pt x="0" y="1"/>
                    </a:moveTo>
                    <a:lnTo>
                      <a:pt x="1147" y="2330"/>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53"/>
              <p:cNvSpPr/>
              <p:nvPr/>
            </p:nvSpPr>
            <p:spPr>
              <a:xfrm>
                <a:off x="5530727" y="3060915"/>
                <a:ext cx="20953" cy="43239"/>
              </a:xfrm>
              <a:custGeom>
                <a:avLst/>
                <a:gdLst/>
                <a:ahLst/>
                <a:cxnLst/>
                <a:rect l="l" t="t" r="r" b="b"/>
                <a:pathLst>
                  <a:path w="1147" h="2367" fill="none" extrusionOk="0">
                    <a:moveTo>
                      <a:pt x="0" y="0"/>
                    </a:moveTo>
                    <a:lnTo>
                      <a:pt x="1147" y="2366"/>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53"/>
              <p:cNvSpPr/>
              <p:nvPr/>
            </p:nvSpPr>
            <p:spPr>
              <a:xfrm>
                <a:off x="5530727" y="3023759"/>
                <a:ext cx="20277" cy="43257"/>
              </a:xfrm>
              <a:custGeom>
                <a:avLst/>
                <a:gdLst/>
                <a:ahLst/>
                <a:cxnLst/>
                <a:rect l="l" t="t" r="r" b="b"/>
                <a:pathLst>
                  <a:path w="1110" h="2368" fill="none" extrusionOk="0">
                    <a:moveTo>
                      <a:pt x="0" y="1"/>
                    </a:moveTo>
                    <a:lnTo>
                      <a:pt x="1110" y="2367"/>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53"/>
              <p:cNvSpPr/>
              <p:nvPr/>
            </p:nvSpPr>
            <p:spPr>
              <a:xfrm>
                <a:off x="5530051" y="2986621"/>
                <a:ext cx="20277" cy="42563"/>
              </a:xfrm>
              <a:custGeom>
                <a:avLst/>
                <a:gdLst/>
                <a:ahLst/>
                <a:cxnLst/>
                <a:rect l="l" t="t" r="r" b="b"/>
                <a:pathLst>
                  <a:path w="1110" h="2330" fill="none" extrusionOk="0">
                    <a:moveTo>
                      <a:pt x="0" y="1"/>
                    </a:moveTo>
                    <a:lnTo>
                      <a:pt x="1110" y="2330"/>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53"/>
              <p:cNvSpPr/>
              <p:nvPr/>
            </p:nvSpPr>
            <p:spPr>
              <a:xfrm>
                <a:off x="5529375" y="2948807"/>
                <a:ext cx="20953" cy="43239"/>
              </a:xfrm>
              <a:custGeom>
                <a:avLst/>
                <a:gdLst/>
                <a:ahLst/>
                <a:cxnLst/>
                <a:rect l="l" t="t" r="r" b="b"/>
                <a:pathLst>
                  <a:path w="1147" h="2367" fill="none" extrusionOk="0">
                    <a:moveTo>
                      <a:pt x="1" y="0"/>
                    </a:moveTo>
                    <a:lnTo>
                      <a:pt x="1147" y="2366"/>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53"/>
              <p:cNvSpPr/>
              <p:nvPr/>
            </p:nvSpPr>
            <p:spPr>
              <a:xfrm>
                <a:off x="5570569" y="3198688"/>
                <a:ext cx="20277" cy="42563"/>
              </a:xfrm>
              <a:custGeom>
                <a:avLst/>
                <a:gdLst/>
                <a:ahLst/>
                <a:cxnLst/>
                <a:rect l="l" t="t" r="r" b="b"/>
                <a:pathLst>
                  <a:path w="1110" h="2330" fill="none" extrusionOk="0">
                    <a:moveTo>
                      <a:pt x="1" y="0"/>
                    </a:moveTo>
                    <a:lnTo>
                      <a:pt x="1110" y="2330"/>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53"/>
              <p:cNvSpPr/>
              <p:nvPr/>
            </p:nvSpPr>
            <p:spPr>
              <a:xfrm>
                <a:off x="5569893" y="3160875"/>
                <a:ext cx="20953" cy="43239"/>
              </a:xfrm>
              <a:custGeom>
                <a:avLst/>
                <a:gdLst/>
                <a:ahLst/>
                <a:cxnLst/>
                <a:rect l="l" t="t" r="r" b="b"/>
                <a:pathLst>
                  <a:path w="1147" h="2367" fill="none" extrusionOk="0">
                    <a:moveTo>
                      <a:pt x="1" y="0"/>
                    </a:moveTo>
                    <a:lnTo>
                      <a:pt x="1147" y="2366"/>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53"/>
              <p:cNvSpPr/>
              <p:nvPr/>
            </p:nvSpPr>
            <p:spPr>
              <a:xfrm>
                <a:off x="5569217" y="3123718"/>
                <a:ext cx="20953" cy="43239"/>
              </a:xfrm>
              <a:custGeom>
                <a:avLst/>
                <a:gdLst/>
                <a:ahLst/>
                <a:cxnLst/>
                <a:rect l="l" t="t" r="r" b="b"/>
                <a:pathLst>
                  <a:path w="1147" h="2367" fill="none" extrusionOk="0">
                    <a:moveTo>
                      <a:pt x="1" y="1"/>
                    </a:moveTo>
                    <a:lnTo>
                      <a:pt x="1147" y="2367"/>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53"/>
              <p:cNvSpPr/>
              <p:nvPr/>
            </p:nvSpPr>
            <p:spPr>
              <a:xfrm>
                <a:off x="5568541" y="3085905"/>
                <a:ext cx="20953" cy="43239"/>
              </a:xfrm>
              <a:custGeom>
                <a:avLst/>
                <a:gdLst/>
                <a:ahLst/>
                <a:cxnLst/>
                <a:rect l="l" t="t" r="r" b="b"/>
                <a:pathLst>
                  <a:path w="1147" h="2367" fill="none" extrusionOk="0">
                    <a:moveTo>
                      <a:pt x="1" y="0"/>
                    </a:moveTo>
                    <a:lnTo>
                      <a:pt x="1147" y="2366"/>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53"/>
              <p:cNvSpPr/>
              <p:nvPr/>
            </p:nvSpPr>
            <p:spPr>
              <a:xfrm>
                <a:off x="5568541" y="3048749"/>
                <a:ext cx="20277" cy="43239"/>
              </a:xfrm>
              <a:custGeom>
                <a:avLst/>
                <a:gdLst/>
                <a:ahLst/>
                <a:cxnLst/>
                <a:rect l="l" t="t" r="r" b="b"/>
                <a:pathLst>
                  <a:path w="1110" h="2367" fill="none" extrusionOk="0">
                    <a:moveTo>
                      <a:pt x="1" y="1"/>
                    </a:moveTo>
                    <a:lnTo>
                      <a:pt x="1110" y="2367"/>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53"/>
              <p:cNvSpPr/>
              <p:nvPr/>
            </p:nvSpPr>
            <p:spPr>
              <a:xfrm>
                <a:off x="5567865" y="3011611"/>
                <a:ext cx="20953" cy="42563"/>
              </a:xfrm>
              <a:custGeom>
                <a:avLst/>
                <a:gdLst/>
                <a:ahLst/>
                <a:cxnLst/>
                <a:rect l="l" t="t" r="r" b="b"/>
                <a:pathLst>
                  <a:path w="1147" h="2330" fill="none" extrusionOk="0">
                    <a:moveTo>
                      <a:pt x="1" y="0"/>
                    </a:moveTo>
                    <a:lnTo>
                      <a:pt x="1147" y="2330"/>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53"/>
              <p:cNvSpPr/>
              <p:nvPr/>
            </p:nvSpPr>
            <p:spPr>
              <a:xfrm>
                <a:off x="5567189" y="2973797"/>
                <a:ext cx="20953" cy="43239"/>
              </a:xfrm>
              <a:custGeom>
                <a:avLst/>
                <a:gdLst/>
                <a:ahLst/>
                <a:cxnLst/>
                <a:rect l="l" t="t" r="r" b="b"/>
                <a:pathLst>
                  <a:path w="1147" h="2367" fill="none" extrusionOk="0">
                    <a:moveTo>
                      <a:pt x="1" y="0"/>
                    </a:moveTo>
                    <a:lnTo>
                      <a:pt x="1147" y="2366"/>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53"/>
              <p:cNvSpPr/>
              <p:nvPr/>
            </p:nvSpPr>
            <p:spPr>
              <a:xfrm>
                <a:off x="5607049" y="3218271"/>
                <a:ext cx="20953" cy="42563"/>
              </a:xfrm>
              <a:custGeom>
                <a:avLst/>
                <a:gdLst/>
                <a:ahLst/>
                <a:cxnLst/>
                <a:rect l="l" t="t" r="r" b="b"/>
                <a:pathLst>
                  <a:path w="1147" h="2330" fill="none" extrusionOk="0">
                    <a:moveTo>
                      <a:pt x="0" y="1"/>
                    </a:moveTo>
                    <a:lnTo>
                      <a:pt x="1146" y="2330"/>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53"/>
              <p:cNvSpPr/>
              <p:nvPr/>
            </p:nvSpPr>
            <p:spPr>
              <a:xfrm>
                <a:off x="5607049" y="3180457"/>
                <a:ext cx="20277" cy="43239"/>
              </a:xfrm>
              <a:custGeom>
                <a:avLst/>
                <a:gdLst/>
                <a:ahLst/>
                <a:cxnLst/>
                <a:rect l="l" t="t" r="r" b="b"/>
                <a:pathLst>
                  <a:path w="1110" h="2367" fill="none" extrusionOk="0">
                    <a:moveTo>
                      <a:pt x="0" y="0"/>
                    </a:moveTo>
                    <a:lnTo>
                      <a:pt x="1109" y="2366"/>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53"/>
              <p:cNvSpPr/>
              <p:nvPr/>
            </p:nvSpPr>
            <p:spPr>
              <a:xfrm>
                <a:off x="5606373" y="3143301"/>
                <a:ext cx="20277" cy="42563"/>
              </a:xfrm>
              <a:custGeom>
                <a:avLst/>
                <a:gdLst/>
                <a:ahLst/>
                <a:cxnLst/>
                <a:rect l="l" t="t" r="r" b="b"/>
                <a:pathLst>
                  <a:path w="1110" h="2330" fill="none" extrusionOk="0">
                    <a:moveTo>
                      <a:pt x="0" y="1"/>
                    </a:moveTo>
                    <a:lnTo>
                      <a:pt x="1109" y="2330"/>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53"/>
              <p:cNvSpPr/>
              <p:nvPr/>
            </p:nvSpPr>
            <p:spPr>
              <a:xfrm>
                <a:off x="5605697" y="3105487"/>
                <a:ext cx="20953" cy="43239"/>
              </a:xfrm>
              <a:custGeom>
                <a:avLst/>
                <a:gdLst/>
                <a:ahLst/>
                <a:cxnLst/>
                <a:rect l="l" t="t" r="r" b="b"/>
                <a:pathLst>
                  <a:path w="1147" h="2367" fill="none" extrusionOk="0">
                    <a:moveTo>
                      <a:pt x="0" y="0"/>
                    </a:moveTo>
                    <a:lnTo>
                      <a:pt x="1146" y="2367"/>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53"/>
              <p:cNvSpPr/>
              <p:nvPr/>
            </p:nvSpPr>
            <p:spPr>
              <a:xfrm>
                <a:off x="5605021" y="3068350"/>
                <a:ext cx="20953" cy="42563"/>
              </a:xfrm>
              <a:custGeom>
                <a:avLst/>
                <a:gdLst/>
                <a:ahLst/>
                <a:cxnLst/>
                <a:rect l="l" t="t" r="r" b="b"/>
                <a:pathLst>
                  <a:path w="1147" h="2330" fill="none" extrusionOk="0">
                    <a:moveTo>
                      <a:pt x="0" y="0"/>
                    </a:moveTo>
                    <a:lnTo>
                      <a:pt x="1146" y="2329"/>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53"/>
              <p:cNvSpPr/>
              <p:nvPr/>
            </p:nvSpPr>
            <p:spPr>
              <a:xfrm>
                <a:off x="5605021" y="3030518"/>
                <a:ext cx="20277" cy="43239"/>
              </a:xfrm>
              <a:custGeom>
                <a:avLst/>
                <a:gdLst/>
                <a:ahLst/>
                <a:cxnLst/>
                <a:rect l="l" t="t" r="r" b="b"/>
                <a:pathLst>
                  <a:path w="1110" h="2367" fill="none" extrusionOk="0">
                    <a:moveTo>
                      <a:pt x="0" y="1"/>
                    </a:moveTo>
                    <a:lnTo>
                      <a:pt x="1109" y="2367"/>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53"/>
              <p:cNvSpPr/>
              <p:nvPr/>
            </p:nvSpPr>
            <p:spPr>
              <a:xfrm>
                <a:off x="5604345" y="2993380"/>
                <a:ext cx="20277" cy="42563"/>
              </a:xfrm>
              <a:custGeom>
                <a:avLst/>
                <a:gdLst/>
                <a:ahLst/>
                <a:cxnLst/>
                <a:rect l="l" t="t" r="r" b="b"/>
                <a:pathLst>
                  <a:path w="1110" h="2330" fill="none" extrusionOk="0">
                    <a:moveTo>
                      <a:pt x="0" y="0"/>
                    </a:moveTo>
                    <a:lnTo>
                      <a:pt x="1109" y="2329"/>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53"/>
              <p:cNvSpPr/>
              <p:nvPr/>
            </p:nvSpPr>
            <p:spPr>
              <a:xfrm>
                <a:off x="5647566" y="3236502"/>
                <a:ext cx="20277" cy="43239"/>
              </a:xfrm>
              <a:custGeom>
                <a:avLst/>
                <a:gdLst/>
                <a:ahLst/>
                <a:cxnLst/>
                <a:rect l="l" t="t" r="r" b="b"/>
                <a:pathLst>
                  <a:path w="1110" h="2367" fill="none" extrusionOk="0">
                    <a:moveTo>
                      <a:pt x="0" y="1"/>
                    </a:moveTo>
                    <a:lnTo>
                      <a:pt x="1110" y="2367"/>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53"/>
              <p:cNvSpPr/>
              <p:nvPr/>
            </p:nvSpPr>
            <p:spPr>
              <a:xfrm>
                <a:off x="5646890" y="3199364"/>
                <a:ext cx="20953" cy="42563"/>
              </a:xfrm>
              <a:custGeom>
                <a:avLst/>
                <a:gdLst/>
                <a:ahLst/>
                <a:cxnLst/>
                <a:rect l="l" t="t" r="r" b="b"/>
                <a:pathLst>
                  <a:path w="1147" h="2330" fill="none" extrusionOk="0">
                    <a:moveTo>
                      <a:pt x="0" y="0"/>
                    </a:moveTo>
                    <a:lnTo>
                      <a:pt x="1147" y="2329"/>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53"/>
              <p:cNvSpPr/>
              <p:nvPr/>
            </p:nvSpPr>
            <p:spPr>
              <a:xfrm>
                <a:off x="5646214" y="3161532"/>
                <a:ext cx="20953" cy="43257"/>
              </a:xfrm>
              <a:custGeom>
                <a:avLst/>
                <a:gdLst/>
                <a:ahLst/>
                <a:cxnLst/>
                <a:rect l="l" t="t" r="r" b="b"/>
                <a:pathLst>
                  <a:path w="1147" h="2368" fill="none" extrusionOk="0">
                    <a:moveTo>
                      <a:pt x="0" y="1"/>
                    </a:moveTo>
                    <a:lnTo>
                      <a:pt x="1147" y="2367"/>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53"/>
              <p:cNvSpPr/>
              <p:nvPr/>
            </p:nvSpPr>
            <p:spPr>
              <a:xfrm>
                <a:off x="5646214" y="3124394"/>
                <a:ext cx="20277" cy="42563"/>
              </a:xfrm>
              <a:custGeom>
                <a:avLst/>
                <a:gdLst/>
                <a:ahLst/>
                <a:cxnLst/>
                <a:rect l="l" t="t" r="r" b="b"/>
                <a:pathLst>
                  <a:path w="1110" h="2330" fill="none" extrusionOk="0">
                    <a:moveTo>
                      <a:pt x="0" y="1"/>
                    </a:moveTo>
                    <a:lnTo>
                      <a:pt x="1110" y="2330"/>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53"/>
              <p:cNvSpPr/>
              <p:nvPr/>
            </p:nvSpPr>
            <p:spPr>
              <a:xfrm>
                <a:off x="5645539" y="3086581"/>
                <a:ext cx="20277" cy="43239"/>
              </a:xfrm>
              <a:custGeom>
                <a:avLst/>
                <a:gdLst/>
                <a:ahLst/>
                <a:cxnLst/>
                <a:rect l="l" t="t" r="r" b="b"/>
                <a:pathLst>
                  <a:path w="1110" h="2367" fill="none" extrusionOk="0">
                    <a:moveTo>
                      <a:pt x="0" y="0"/>
                    </a:moveTo>
                    <a:lnTo>
                      <a:pt x="1110" y="2366"/>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53"/>
              <p:cNvSpPr/>
              <p:nvPr/>
            </p:nvSpPr>
            <p:spPr>
              <a:xfrm>
                <a:off x="5644863" y="3049424"/>
                <a:ext cx="20953" cy="42563"/>
              </a:xfrm>
              <a:custGeom>
                <a:avLst/>
                <a:gdLst/>
                <a:ahLst/>
                <a:cxnLst/>
                <a:rect l="l" t="t" r="r" b="b"/>
                <a:pathLst>
                  <a:path w="1147" h="2330" fill="none" extrusionOk="0">
                    <a:moveTo>
                      <a:pt x="1" y="1"/>
                    </a:moveTo>
                    <a:lnTo>
                      <a:pt x="1147" y="2330"/>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53"/>
              <p:cNvSpPr/>
              <p:nvPr/>
            </p:nvSpPr>
            <p:spPr>
              <a:xfrm>
                <a:off x="5644187" y="3012287"/>
                <a:ext cx="20953" cy="42563"/>
              </a:xfrm>
              <a:custGeom>
                <a:avLst/>
                <a:gdLst/>
                <a:ahLst/>
                <a:cxnLst/>
                <a:rect l="l" t="t" r="r" b="b"/>
                <a:pathLst>
                  <a:path w="1147" h="2330" fill="none" extrusionOk="0">
                    <a:moveTo>
                      <a:pt x="1" y="0"/>
                    </a:moveTo>
                    <a:lnTo>
                      <a:pt x="1147" y="2330"/>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53"/>
              <p:cNvSpPr/>
              <p:nvPr/>
            </p:nvSpPr>
            <p:spPr>
              <a:xfrm>
                <a:off x="5355816" y="2601652"/>
                <a:ext cx="215447" cy="238446"/>
              </a:xfrm>
              <a:custGeom>
                <a:avLst/>
                <a:gdLst/>
                <a:ahLst/>
                <a:cxnLst/>
                <a:rect l="l" t="t" r="r" b="b"/>
                <a:pathLst>
                  <a:path w="11794" h="13053" extrusionOk="0">
                    <a:moveTo>
                      <a:pt x="5892" y="1"/>
                    </a:moveTo>
                    <a:cubicBezTo>
                      <a:pt x="2666" y="1"/>
                      <a:pt x="37" y="2944"/>
                      <a:pt x="0" y="6508"/>
                    </a:cubicBezTo>
                    <a:cubicBezTo>
                      <a:pt x="0" y="10094"/>
                      <a:pt x="2588" y="13052"/>
                      <a:pt x="5841" y="13052"/>
                    </a:cubicBezTo>
                    <a:cubicBezTo>
                      <a:pt x="5862" y="13052"/>
                      <a:pt x="5882" y="13052"/>
                      <a:pt x="5903" y="13052"/>
                    </a:cubicBezTo>
                    <a:cubicBezTo>
                      <a:pt x="9129" y="13052"/>
                      <a:pt x="11794" y="10146"/>
                      <a:pt x="11794" y="6582"/>
                    </a:cubicBezTo>
                    <a:cubicBezTo>
                      <a:pt x="11794" y="2959"/>
                      <a:pt x="9169" y="1"/>
                      <a:pt x="5952" y="1"/>
                    </a:cubicBezTo>
                    <a:cubicBezTo>
                      <a:pt x="5932" y="1"/>
                      <a:pt x="5912" y="1"/>
                      <a:pt x="58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53"/>
              <p:cNvSpPr/>
              <p:nvPr/>
            </p:nvSpPr>
            <p:spPr>
              <a:xfrm>
                <a:off x="5415916" y="2664473"/>
                <a:ext cx="95247" cy="112802"/>
              </a:xfrm>
              <a:custGeom>
                <a:avLst/>
                <a:gdLst/>
                <a:ahLst/>
                <a:cxnLst/>
                <a:rect l="l" t="t" r="r" b="b"/>
                <a:pathLst>
                  <a:path w="5214" h="6175" extrusionOk="0">
                    <a:moveTo>
                      <a:pt x="2625" y="1"/>
                    </a:moveTo>
                    <a:cubicBezTo>
                      <a:pt x="1184" y="1"/>
                      <a:pt x="0" y="1368"/>
                      <a:pt x="0" y="3069"/>
                    </a:cubicBezTo>
                    <a:cubicBezTo>
                      <a:pt x="0" y="4807"/>
                      <a:pt x="1147" y="6175"/>
                      <a:pt x="2588" y="6175"/>
                    </a:cubicBezTo>
                    <a:cubicBezTo>
                      <a:pt x="4030" y="6175"/>
                      <a:pt x="5213" y="4807"/>
                      <a:pt x="5213" y="3106"/>
                    </a:cubicBezTo>
                    <a:cubicBezTo>
                      <a:pt x="5213" y="1405"/>
                      <a:pt x="4067" y="37"/>
                      <a:pt x="26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53"/>
              <p:cNvSpPr/>
              <p:nvPr/>
            </p:nvSpPr>
            <p:spPr>
              <a:xfrm>
                <a:off x="5424027" y="2601670"/>
                <a:ext cx="25008" cy="119561"/>
              </a:xfrm>
              <a:custGeom>
                <a:avLst/>
                <a:gdLst/>
                <a:ahLst/>
                <a:cxnLst/>
                <a:rect l="l" t="t" r="r" b="b"/>
                <a:pathLst>
                  <a:path w="1369" h="6545" extrusionOk="0">
                    <a:moveTo>
                      <a:pt x="703" y="0"/>
                    </a:moveTo>
                    <a:lnTo>
                      <a:pt x="0" y="444"/>
                    </a:lnTo>
                    <a:lnTo>
                      <a:pt x="555" y="6507"/>
                    </a:lnTo>
                    <a:lnTo>
                      <a:pt x="1368" y="6544"/>
                    </a:lnTo>
                    <a:lnTo>
                      <a:pt x="7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53"/>
              <p:cNvSpPr/>
              <p:nvPr/>
            </p:nvSpPr>
            <p:spPr>
              <a:xfrm>
                <a:off x="5494265" y="2696222"/>
                <a:ext cx="76998" cy="38508"/>
              </a:xfrm>
              <a:custGeom>
                <a:avLst/>
                <a:gdLst/>
                <a:ahLst/>
                <a:cxnLst/>
                <a:rect l="l" t="t" r="r" b="b"/>
                <a:pathLst>
                  <a:path w="4215" h="2108" extrusionOk="0">
                    <a:moveTo>
                      <a:pt x="4215" y="0"/>
                    </a:moveTo>
                    <a:lnTo>
                      <a:pt x="0" y="1035"/>
                    </a:lnTo>
                    <a:lnTo>
                      <a:pt x="0" y="2107"/>
                    </a:lnTo>
                    <a:lnTo>
                      <a:pt x="4215" y="1405"/>
                    </a:lnTo>
                    <a:lnTo>
                      <a:pt x="4215" y="0"/>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53"/>
              <p:cNvSpPr/>
              <p:nvPr/>
            </p:nvSpPr>
            <p:spPr>
              <a:xfrm>
                <a:off x="5374723" y="2744850"/>
                <a:ext cx="74312" cy="57415"/>
              </a:xfrm>
              <a:custGeom>
                <a:avLst/>
                <a:gdLst/>
                <a:ahLst/>
                <a:cxnLst/>
                <a:rect l="l" t="t" r="r" b="b"/>
                <a:pathLst>
                  <a:path w="4068" h="3143" extrusionOk="0">
                    <a:moveTo>
                      <a:pt x="3365" y="0"/>
                    </a:moveTo>
                    <a:lnTo>
                      <a:pt x="0" y="2403"/>
                    </a:lnTo>
                    <a:lnTo>
                      <a:pt x="555" y="3143"/>
                    </a:lnTo>
                    <a:lnTo>
                      <a:pt x="4067" y="887"/>
                    </a:lnTo>
                    <a:lnTo>
                      <a:pt x="33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53"/>
              <p:cNvSpPr/>
              <p:nvPr/>
            </p:nvSpPr>
            <p:spPr>
              <a:xfrm>
                <a:off x="5296374" y="2311929"/>
                <a:ext cx="463994" cy="1108965"/>
              </a:xfrm>
              <a:custGeom>
                <a:avLst/>
                <a:gdLst/>
                <a:ahLst/>
                <a:cxnLst/>
                <a:rect l="l" t="t" r="r" b="b"/>
                <a:pathLst>
                  <a:path w="25400" h="60707" extrusionOk="0">
                    <a:moveTo>
                      <a:pt x="75" y="1"/>
                    </a:moveTo>
                    <a:lnTo>
                      <a:pt x="1" y="11166"/>
                    </a:lnTo>
                    <a:cubicBezTo>
                      <a:pt x="2995" y="14235"/>
                      <a:pt x="6101" y="17229"/>
                      <a:pt x="8541" y="20778"/>
                    </a:cubicBezTo>
                    <a:cubicBezTo>
                      <a:pt x="11646" y="25252"/>
                      <a:pt x="13347" y="30354"/>
                      <a:pt x="14567" y="35641"/>
                    </a:cubicBezTo>
                    <a:cubicBezTo>
                      <a:pt x="15861" y="41186"/>
                      <a:pt x="16600" y="46880"/>
                      <a:pt x="16711" y="52610"/>
                    </a:cubicBezTo>
                    <a:cubicBezTo>
                      <a:pt x="16711" y="53830"/>
                      <a:pt x="16711" y="55050"/>
                      <a:pt x="16674" y="56270"/>
                    </a:cubicBezTo>
                    <a:lnTo>
                      <a:pt x="25104" y="60707"/>
                    </a:lnTo>
                    <a:lnTo>
                      <a:pt x="25399" y="9835"/>
                    </a:lnTo>
                    <a:lnTo>
                      <a:pt x="75" y="1"/>
                    </a:lnTo>
                    <a:close/>
                  </a:path>
                </a:pathLst>
              </a:custGeom>
              <a:solidFill>
                <a:schemeClr val="dk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53"/>
              <p:cNvSpPr/>
              <p:nvPr/>
            </p:nvSpPr>
            <p:spPr>
              <a:xfrm>
                <a:off x="5430092" y="2318012"/>
                <a:ext cx="374173" cy="144551"/>
              </a:xfrm>
              <a:custGeom>
                <a:avLst/>
                <a:gdLst/>
                <a:ahLst/>
                <a:cxnLst/>
                <a:rect l="l" t="t" r="r" b="b"/>
                <a:pathLst>
                  <a:path w="20483" h="7913" extrusionOk="0">
                    <a:moveTo>
                      <a:pt x="1960" y="1"/>
                    </a:moveTo>
                    <a:lnTo>
                      <a:pt x="1" y="370"/>
                    </a:lnTo>
                    <a:lnTo>
                      <a:pt x="18153" y="7912"/>
                    </a:lnTo>
                    <a:lnTo>
                      <a:pt x="20483" y="7432"/>
                    </a:lnTo>
                    <a:lnTo>
                      <a:pt x="19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53"/>
              <p:cNvSpPr/>
              <p:nvPr/>
            </p:nvSpPr>
            <p:spPr>
              <a:xfrm>
                <a:off x="5647566" y="2292346"/>
                <a:ext cx="474791" cy="131709"/>
              </a:xfrm>
              <a:custGeom>
                <a:avLst/>
                <a:gdLst/>
                <a:ahLst/>
                <a:cxnLst/>
                <a:rect l="l" t="t" r="r" b="b"/>
                <a:pathLst>
                  <a:path w="25991" h="7210" extrusionOk="0">
                    <a:moveTo>
                      <a:pt x="2847" y="1"/>
                    </a:moveTo>
                    <a:lnTo>
                      <a:pt x="0" y="112"/>
                    </a:lnTo>
                    <a:lnTo>
                      <a:pt x="21443" y="7173"/>
                    </a:lnTo>
                    <a:lnTo>
                      <a:pt x="25991" y="7210"/>
                    </a:lnTo>
                    <a:lnTo>
                      <a:pt x="25991" y="7210"/>
                    </a:lnTo>
                    <a:lnTo>
                      <a:pt x="284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53"/>
              <p:cNvSpPr/>
              <p:nvPr/>
            </p:nvSpPr>
            <p:spPr>
              <a:xfrm>
                <a:off x="5554365" y="2305188"/>
                <a:ext cx="394432" cy="137116"/>
              </a:xfrm>
              <a:custGeom>
                <a:avLst/>
                <a:gdLst/>
                <a:ahLst/>
                <a:cxnLst/>
                <a:rect l="l" t="t" r="r" b="b"/>
                <a:pathLst>
                  <a:path w="21592" h="7506" extrusionOk="0">
                    <a:moveTo>
                      <a:pt x="1775" y="0"/>
                    </a:moveTo>
                    <a:lnTo>
                      <a:pt x="0" y="370"/>
                    </a:lnTo>
                    <a:lnTo>
                      <a:pt x="18412" y="7505"/>
                    </a:lnTo>
                    <a:lnTo>
                      <a:pt x="21591" y="7062"/>
                    </a:lnTo>
                    <a:lnTo>
                      <a:pt x="17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53"/>
              <p:cNvSpPr/>
              <p:nvPr/>
            </p:nvSpPr>
            <p:spPr>
              <a:xfrm>
                <a:off x="5297725" y="2267356"/>
                <a:ext cx="447115" cy="73636"/>
              </a:xfrm>
              <a:custGeom>
                <a:avLst/>
                <a:gdLst/>
                <a:ahLst/>
                <a:cxnLst/>
                <a:rect l="l" t="t" r="r" b="b"/>
                <a:pathLst>
                  <a:path w="24476" h="4031" extrusionOk="0">
                    <a:moveTo>
                      <a:pt x="20704" y="1"/>
                    </a:moveTo>
                    <a:lnTo>
                      <a:pt x="1" y="2441"/>
                    </a:lnTo>
                    <a:lnTo>
                      <a:pt x="4437" y="4031"/>
                    </a:lnTo>
                    <a:lnTo>
                      <a:pt x="24475" y="1110"/>
                    </a:lnTo>
                    <a:lnTo>
                      <a:pt x="2070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53"/>
              <p:cNvSpPr/>
              <p:nvPr/>
            </p:nvSpPr>
            <p:spPr>
              <a:xfrm>
                <a:off x="5652297" y="2392982"/>
                <a:ext cx="574074" cy="98626"/>
              </a:xfrm>
              <a:custGeom>
                <a:avLst/>
                <a:gdLst/>
                <a:ahLst/>
                <a:cxnLst/>
                <a:rect l="l" t="t" r="r" b="b"/>
                <a:pathLst>
                  <a:path w="31426" h="5399" extrusionOk="0">
                    <a:moveTo>
                      <a:pt x="24031" y="0"/>
                    </a:moveTo>
                    <a:lnTo>
                      <a:pt x="0" y="3254"/>
                    </a:lnTo>
                    <a:lnTo>
                      <a:pt x="5952" y="5398"/>
                    </a:lnTo>
                    <a:lnTo>
                      <a:pt x="31425" y="1997"/>
                    </a:lnTo>
                    <a:lnTo>
                      <a:pt x="240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53"/>
              <p:cNvSpPr/>
              <p:nvPr/>
            </p:nvSpPr>
            <p:spPr>
              <a:xfrm>
                <a:off x="7686475" y="2361909"/>
                <a:ext cx="311370" cy="319553"/>
              </a:xfrm>
              <a:custGeom>
                <a:avLst/>
                <a:gdLst/>
                <a:ahLst/>
                <a:cxnLst/>
                <a:rect l="l" t="t" r="r" b="b"/>
                <a:pathLst>
                  <a:path w="17045" h="17493" extrusionOk="0">
                    <a:moveTo>
                      <a:pt x="10398" y="1"/>
                    </a:moveTo>
                    <a:cubicBezTo>
                      <a:pt x="10036" y="1"/>
                      <a:pt x="9675" y="25"/>
                      <a:pt x="9317" y="75"/>
                    </a:cubicBezTo>
                    <a:cubicBezTo>
                      <a:pt x="8837" y="149"/>
                      <a:pt x="8134" y="38"/>
                      <a:pt x="7654" y="259"/>
                    </a:cubicBezTo>
                    <a:cubicBezTo>
                      <a:pt x="7284" y="444"/>
                      <a:pt x="3846" y="444"/>
                      <a:pt x="2219" y="7469"/>
                    </a:cubicBezTo>
                    <a:cubicBezTo>
                      <a:pt x="1960" y="8541"/>
                      <a:pt x="1" y="11018"/>
                      <a:pt x="1443" y="11499"/>
                    </a:cubicBezTo>
                    <a:cubicBezTo>
                      <a:pt x="2367" y="11794"/>
                      <a:pt x="2626" y="11203"/>
                      <a:pt x="2847" y="12460"/>
                    </a:cubicBezTo>
                    <a:cubicBezTo>
                      <a:pt x="2958" y="13199"/>
                      <a:pt x="2958" y="13939"/>
                      <a:pt x="3069" y="14641"/>
                    </a:cubicBezTo>
                    <a:cubicBezTo>
                      <a:pt x="3328" y="15935"/>
                      <a:pt x="3735" y="17044"/>
                      <a:pt x="5140" y="17414"/>
                    </a:cubicBezTo>
                    <a:cubicBezTo>
                      <a:pt x="5330" y="17468"/>
                      <a:pt x="5603" y="17492"/>
                      <a:pt x="5936" y="17492"/>
                    </a:cubicBezTo>
                    <a:cubicBezTo>
                      <a:pt x="8124" y="17492"/>
                      <a:pt x="12902" y="16427"/>
                      <a:pt x="13865" y="15528"/>
                    </a:cubicBezTo>
                    <a:cubicBezTo>
                      <a:pt x="15565" y="13865"/>
                      <a:pt x="15824" y="11683"/>
                      <a:pt x="16342" y="9280"/>
                    </a:cubicBezTo>
                    <a:cubicBezTo>
                      <a:pt x="17044" y="5879"/>
                      <a:pt x="15787" y="1406"/>
                      <a:pt x="12534" y="296"/>
                    </a:cubicBezTo>
                    <a:cubicBezTo>
                      <a:pt x="11844" y="99"/>
                      <a:pt x="11121" y="1"/>
                      <a:pt x="10398" y="1"/>
                    </a:cubicBezTo>
                    <a:close/>
                  </a:path>
                </a:pathLst>
              </a:custGeom>
              <a:solidFill>
                <a:srgbClr val="FFA2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53"/>
              <p:cNvSpPr/>
              <p:nvPr/>
            </p:nvSpPr>
            <p:spPr>
              <a:xfrm>
                <a:off x="7806693" y="2599642"/>
                <a:ext cx="162782" cy="168865"/>
              </a:xfrm>
              <a:custGeom>
                <a:avLst/>
                <a:gdLst/>
                <a:ahLst/>
                <a:cxnLst/>
                <a:rect l="l" t="t" r="r" b="b"/>
                <a:pathLst>
                  <a:path w="8911" h="9244" extrusionOk="0">
                    <a:moveTo>
                      <a:pt x="8134" y="0"/>
                    </a:moveTo>
                    <a:lnTo>
                      <a:pt x="592" y="1960"/>
                    </a:lnTo>
                    <a:lnTo>
                      <a:pt x="0" y="9243"/>
                    </a:lnTo>
                    <a:cubicBezTo>
                      <a:pt x="0" y="9243"/>
                      <a:pt x="3919" y="9243"/>
                      <a:pt x="6101" y="8651"/>
                    </a:cubicBezTo>
                    <a:cubicBezTo>
                      <a:pt x="6988" y="8393"/>
                      <a:pt x="7949" y="8208"/>
                      <a:pt x="8910" y="8097"/>
                    </a:cubicBezTo>
                    <a:cubicBezTo>
                      <a:pt x="8467" y="6618"/>
                      <a:pt x="8208" y="5065"/>
                      <a:pt x="8097" y="3513"/>
                    </a:cubicBezTo>
                    <a:cubicBezTo>
                      <a:pt x="7986" y="2329"/>
                      <a:pt x="8023" y="1146"/>
                      <a:pt x="8134" y="0"/>
                    </a:cubicBezTo>
                    <a:close/>
                  </a:path>
                </a:pathLst>
              </a:custGeom>
              <a:solidFill>
                <a:srgbClr val="FFA2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53"/>
              <p:cNvSpPr/>
              <p:nvPr/>
            </p:nvSpPr>
            <p:spPr>
              <a:xfrm>
                <a:off x="7747945" y="2342746"/>
                <a:ext cx="372127" cy="382394"/>
              </a:xfrm>
              <a:custGeom>
                <a:avLst/>
                <a:gdLst/>
                <a:ahLst/>
                <a:cxnLst/>
                <a:rect l="l" t="t" r="r" b="b"/>
                <a:pathLst>
                  <a:path w="20371" h="20933" extrusionOk="0">
                    <a:moveTo>
                      <a:pt x="6658" y="0"/>
                    </a:moveTo>
                    <a:cubicBezTo>
                      <a:pt x="6287" y="0"/>
                      <a:pt x="5926" y="39"/>
                      <a:pt x="5583" y="125"/>
                    </a:cubicBezTo>
                    <a:cubicBezTo>
                      <a:pt x="4584" y="347"/>
                      <a:pt x="3512" y="495"/>
                      <a:pt x="2662" y="1050"/>
                    </a:cubicBezTo>
                    <a:cubicBezTo>
                      <a:pt x="1959" y="1493"/>
                      <a:pt x="1294" y="2307"/>
                      <a:pt x="592" y="2639"/>
                    </a:cubicBezTo>
                    <a:lnTo>
                      <a:pt x="629" y="2676"/>
                    </a:lnTo>
                    <a:cubicBezTo>
                      <a:pt x="185" y="3083"/>
                      <a:pt x="0" y="3712"/>
                      <a:pt x="222" y="4303"/>
                    </a:cubicBezTo>
                    <a:cubicBezTo>
                      <a:pt x="592" y="5006"/>
                      <a:pt x="1220" y="4821"/>
                      <a:pt x="1812" y="5042"/>
                    </a:cubicBezTo>
                    <a:cubicBezTo>
                      <a:pt x="3032" y="5486"/>
                      <a:pt x="2625" y="7113"/>
                      <a:pt x="3401" y="8074"/>
                    </a:cubicBezTo>
                    <a:cubicBezTo>
                      <a:pt x="4252" y="9109"/>
                      <a:pt x="5804" y="9146"/>
                      <a:pt x="4880" y="10810"/>
                    </a:cubicBezTo>
                    <a:cubicBezTo>
                      <a:pt x="4178" y="12030"/>
                      <a:pt x="3882" y="13398"/>
                      <a:pt x="4954" y="14507"/>
                    </a:cubicBezTo>
                    <a:cubicBezTo>
                      <a:pt x="6359" y="15986"/>
                      <a:pt x="4732" y="17206"/>
                      <a:pt x="5102" y="18943"/>
                    </a:cubicBezTo>
                    <a:cubicBezTo>
                      <a:pt x="5250" y="19794"/>
                      <a:pt x="5841" y="20459"/>
                      <a:pt x="6655" y="20792"/>
                    </a:cubicBezTo>
                    <a:cubicBezTo>
                      <a:pt x="6901" y="20891"/>
                      <a:pt x="7086" y="20932"/>
                      <a:pt x="7249" y="20932"/>
                    </a:cubicBezTo>
                    <a:cubicBezTo>
                      <a:pt x="7575" y="20932"/>
                      <a:pt x="7813" y="20767"/>
                      <a:pt x="8281" y="20570"/>
                    </a:cubicBezTo>
                    <a:cubicBezTo>
                      <a:pt x="8578" y="20433"/>
                      <a:pt x="8873" y="20380"/>
                      <a:pt x="9169" y="20380"/>
                    </a:cubicBezTo>
                    <a:cubicBezTo>
                      <a:pt x="10130" y="20380"/>
                      <a:pt x="11102" y="20932"/>
                      <a:pt x="12170" y="20932"/>
                    </a:cubicBezTo>
                    <a:cubicBezTo>
                      <a:pt x="12456" y="20932"/>
                      <a:pt x="12749" y="20893"/>
                      <a:pt x="13051" y="20792"/>
                    </a:cubicBezTo>
                    <a:cubicBezTo>
                      <a:pt x="14234" y="20348"/>
                      <a:pt x="14677" y="19609"/>
                      <a:pt x="15417" y="18685"/>
                    </a:cubicBezTo>
                    <a:cubicBezTo>
                      <a:pt x="16082" y="17871"/>
                      <a:pt x="16970" y="17908"/>
                      <a:pt x="17894" y="17539"/>
                    </a:cubicBezTo>
                    <a:cubicBezTo>
                      <a:pt x="18818" y="17206"/>
                      <a:pt x="19558" y="16540"/>
                      <a:pt x="19964" y="15616"/>
                    </a:cubicBezTo>
                    <a:cubicBezTo>
                      <a:pt x="20371" y="14618"/>
                      <a:pt x="19816" y="14470"/>
                      <a:pt x="19594" y="13657"/>
                    </a:cubicBezTo>
                    <a:cubicBezTo>
                      <a:pt x="19410" y="12843"/>
                      <a:pt x="20371" y="12104"/>
                      <a:pt x="20149" y="11143"/>
                    </a:cubicBezTo>
                    <a:cubicBezTo>
                      <a:pt x="19927" y="10144"/>
                      <a:pt x="18892" y="9368"/>
                      <a:pt x="18116" y="8850"/>
                    </a:cubicBezTo>
                    <a:cubicBezTo>
                      <a:pt x="16711" y="7778"/>
                      <a:pt x="15565" y="6410"/>
                      <a:pt x="14751" y="4821"/>
                    </a:cubicBezTo>
                    <a:cubicBezTo>
                      <a:pt x="14123" y="3675"/>
                      <a:pt x="13199" y="2676"/>
                      <a:pt x="12052" y="1974"/>
                    </a:cubicBezTo>
                    <a:cubicBezTo>
                      <a:pt x="10634" y="987"/>
                      <a:pt x="8521" y="0"/>
                      <a:pt x="66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53"/>
              <p:cNvSpPr/>
              <p:nvPr/>
            </p:nvSpPr>
            <p:spPr>
              <a:xfrm>
                <a:off x="7779676" y="2480775"/>
                <a:ext cx="146578" cy="125772"/>
              </a:xfrm>
              <a:custGeom>
                <a:avLst/>
                <a:gdLst/>
                <a:ahLst/>
                <a:cxnLst/>
                <a:rect l="l" t="t" r="r" b="b"/>
                <a:pathLst>
                  <a:path w="8024" h="6885" extrusionOk="0">
                    <a:moveTo>
                      <a:pt x="4548" y="0"/>
                    </a:moveTo>
                    <a:cubicBezTo>
                      <a:pt x="1553" y="0"/>
                      <a:pt x="1" y="3624"/>
                      <a:pt x="2071" y="5805"/>
                    </a:cubicBezTo>
                    <a:cubicBezTo>
                      <a:pt x="2777" y="6549"/>
                      <a:pt x="3669" y="6884"/>
                      <a:pt x="4544" y="6884"/>
                    </a:cubicBezTo>
                    <a:cubicBezTo>
                      <a:pt x="6234" y="6884"/>
                      <a:pt x="7865" y="5634"/>
                      <a:pt x="7986" y="3661"/>
                    </a:cubicBezTo>
                    <a:cubicBezTo>
                      <a:pt x="8023" y="1701"/>
                      <a:pt x="6507" y="74"/>
                      <a:pt x="45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53"/>
              <p:cNvSpPr/>
              <p:nvPr/>
            </p:nvSpPr>
            <p:spPr>
              <a:xfrm>
                <a:off x="7816832" y="2482803"/>
                <a:ext cx="108071" cy="129005"/>
              </a:xfrm>
              <a:custGeom>
                <a:avLst/>
                <a:gdLst/>
                <a:ahLst/>
                <a:cxnLst/>
                <a:rect l="l" t="t" r="r" b="b"/>
                <a:pathLst>
                  <a:path w="5916" h="7062" extrusionOk="0">
                    <a:moveTo>
                      <a:pt x="3512" y="0"/>
                    </a:moveTo>
                    <a:lnTo>
                      <a:pt x="3512" y="0"/>
                    </a:lnTo>
                    <a:cubicBezTo>
                      <a:pt x="4141" y="666"/>
                      <a:pt x="4473" y="1590"/>
                      <a:pt x="4473" y="2514"/>
                    </a:cubicBezTo>
                    <a:cubicBezTo>
                      <a:pt x="4547" y="4474"/>
                      <a:pt x="2995" y="6101"/>
                      <a:pt x="1072" y="6138"/>
                    </a:cubicBezTo>
                    <a:cubicBezTo>
                      <a:pt x="702" y="6138"/>
                      <a:pt x="333" y="6101"/>
                      <a:pt x="0" y="5990"/>
                    </a:cubicBezTo>
                    <a:lnTo>
                      <a:pt x="0" y="5990"/>
                    </a:lnTo>
                    <a:cubicBezTo>
                      <a:pt x="629" y="6655"/>
                      <a:pt x="1516" y="7062"/>
                      <a:pt x="2440" y="7062"/>
                    </a:cubicBezTo>
                    <a:cubicBezTo>
                      <a:pt x="4400" y="7025"/>
                      <a:pt x="5915" y="5398"/>
                      <a:pt x="5878" y="3439"/>
                    </a:cubicBezTo>
                    <a:cubicBezTo>
                      <a:pt x="5915" y="1923"/>
                      <a:pt x="4954" y="518"/>
                      <a:pt x="35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53"/>
              <p:cNvSpPr/>
              <p:nvPr/>
            </p:nvSpPr>
            <p:spPr>
              <a:xfrm>
                <a:off x="7820869" y="2518589"/>
                <a:ext cx="49322" cy="42417"/>
              </a:xfrm>
              <a:custGeom>
                <a:avLst/>
                <a:gdLst/>
                <a:ahLst/>
                <a:cxnLst/>
                <a:rect l="l" t="t" r="r" b="b"/>
                <a:pathLst>
                  <a:path w="2700" h="2322" extrusionOk="0">
                    <a:moveTo>
                      <a:pt x="1554" y="1"/>
                    </a:moveTo>
                    <a:cubicBezTo>
                      <a:pt x="518" y="1"/>
                      <a:pt x="1" y="1258"/>
                      <a:pt x="740" y="1997"/>
                    </a:cubicBezTo>
                    <a:cubicBezTo>
                      <a:pt x="976" y="2221"/>
                      <a:pt x="1260" y="2321"/>
                      <a:pt x="1538" y="2321"/>
                    </a:cubicBezTo>
                    <a:cubicBezTo>
                      <a:pt x="2133" y="2321"/>
                      <a:pt x="2700" y="1864"/>
                      <a:pt x="2700" y="1184"/>
                    </a:cubicBezTo>
                    <a:cubicBezTo>
                      <a:pt x="2700" y="518"/>
                      <a:pt x="2182" y="1"/>
                      <a:pt x="1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53"/>
              <p:cNvSpPr/>
              <p:nvPr/>
            </p:nvSpPr>
            <p:spPr>
              <a:xfrm>
                <a:off x="7787111" y="2343002"/>
                <a:ext cx="83081" cy="143875"/>
              </a:xfrm>
              <a:custGeom>
                <a:avLst/>
                <a:gdLst/>
                <a:ahLst/>
                <a:cxnLst/>
                <a:rect l="l" t="t" r="r" b="b"/>
                <a:pathLst>
                  <a:path w="4548" h="7876" extrusionOk="0">
                    <a:moveTo>
                      <a:pt x="4548" y="0"/>
                    </a:moveTo>
                    <a:cubicBezTo>
                      <a:pt x="3586" y="111"/>
                      <a:pt x="2625" y="296"/>
                      <a:pt x="1701" y="555"/>
                    </a:cubicBezTo>
                    <a:cubicBezTo>
                      <a:pt x="0" y="962"/>
                      <a:pt x="296" y="1664"/>
                      <a:pt x="296" y="1664"/>
                    </a:cubicBezTo>
                    <a:lnTo>
                      <a:pt x="2773" y="7875"/>
                    </a:lnTo>
                    <a:lnTo>
                      <a:pt x="4548" y="7653"/>
                    </a:lnTo>
                    <a:lnTo>
                      <a:pt x="45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53"/>
              <p:cNvSpPr/>
              <p:nvPr/>
            </p:nvSpPr>
            <p:spPr>
              <a:xfrm>
                <a:off x="7013811" y="2929900"/>
                <a:ext cx="183040" cy="183716"/>
              </a:xfrm>
              <a:custGeom>
                <a:avLst/>
                <a:gdLst/>
                <a:ahLst/>
                <a:cxnLst/>
                <a:rect l="l" t="t" r="r" b="b"/>
                <a:pathLst>
                  <a:path w="10020" h="10057" extrusionOk="0">
                    <a:moveTo>
                      <a:pt x="2478" y="0"/>
                    </a:moveTo>
                    <a:lnTo>
                      <a:pt x="2478" y="0"/>
                    </a:lnTo>
                    <a:cubicBezTo>
                      <a:pt x="1923" y="1146"/>
                      <a:pt x="3439" y="2144"/>
                      <a:pt x="3772" y="3106"/>
                    </a:cubicBezTo>
                    <a:cubicBezTo>
                      <a:pt x="3414" y="2780"/>
                      <a:pt x="1882" y="766"/>
                      <a:pt x="1218" y="766"/>
                    </a:cubicBezTo>
                    <a:cubicBezTo>
                      <a:pt x="1127" y="766"/>
                      <a:pt x="1052" y="803"/>
                      <a:pt x="999" y="887"/>
                    </a:cubicBezTo>
                    <a:cubicBezTo>
                      <a:pt x="666" y="1442"/>
                      <a:pt x="2478" y="3364"/>
                      <a:pt x="2700" y="3808"/>
                    </a:cubicBezTo>
                    <a:cubicBezTo>
                      <a:pt x="1886" y="2995"/>
                      <a:pt x="1480" y="1701"/>
                      <a:pt x="223" y="1442"/>
                    </a:cubicBezTo>
                    <a:lnTo>
                      <a:pt x="223" y="1442"/>
                    </a:lnTo>
                    <a:cubicBezTo>
                      <a:pt x="1" y="2588"/>
                      <a:pt x="1886" y="4510"/>
                      <a:pt x="2663" y="5213"/>
                    </a:cubicBezTo>
                    <a:cubicBezTo>
                      <a:pt x="2219" y="4880"/>
                      <a:pt x="1480" y="4547"/>
                      <a:pt x="1295" y="4363"/>
                    </a:cubicBezTo>
                    <a:cubicBezTo>
                      <a:pt x="1114" y="4155"/>
                      <a:pt x="860" y="3912"/>
                      <a:pt x="686" y="3912"/>
                    </a:cubicBezTo>
                    <a:cubicBezTo>
                      <a:pt x="611" y="3912"/>
                      <a:pt x="552" y="3956"/>
                      <a:pt x="519" y="4067"/>
                    </a:cubicBezTo>
                    <a:cubicBezTo>
                      <a:pt x="186" y="5028"/>
                      <a:pt x="2663" y="6803"/>
                      <a:pt x="3550" y="7394"/>
                    </a:cubicBezTo>
                    <a:cubicBezTo>
                      <a:pt x="5140" y="8503"/>
                      <a:pt x="6212" y="9391"/>
                      <a:pt x="7617" y="10056"/>
                    </a:cubicBezTo>
                    <a:lnTo>
                      <a:pt x="7358" y="9908"/>
                    </a:lnTo>
                    <a:cubicBezTo>
                      <a:pt x="7839" y="9575"/>
                      <a:pt x="8319" y="9206"/>
                      <a:pt x="8763" y="8836"/>
                    </a:cubicBezTo>
                    <a:cubicBezTo>
                      <a:pt x="9244" y="8318"/>
                      <a:pt x="9650" y="7764"/>
                      <a:pt x="10020" y="7135"/>
                    </a:cubicBezTo>
                    <a:cubicBezTo>
                      <a:pt x="9170" y="6026"/>
                      <a:pt x="8024" y="4991"/>
                      <a:pt x="7469" y="3697"/>
                    </a:cubicBezTo>
                    <a:cubicBezTo>
                      <a:pt x="7284" y="3216"/>
                      <a:pt x="7136" y="1738"/>
                      <a:pt x="6582" y="1516"/>
                    </a:cubicBezTo>
                    <a:cubicBezTo>
                      <a:pt x="6517" y="1494"/>
                      <a:pt x="6460" y="1484"/>
                      <a:pt x="6408" y="1484"/>
                    </a:cubicBezTo>
                    <a:cubicBezTo>
                      <a:pt x="5840" y="1484"/>
                      <a:pt x="6024" y="2702"/>
                      <a:pt x="5990" y="3143"/>
                    </a:cubicBezTo>
                    <a:cubicBezTo>
                      <a:pt x="4622" y="3143"/>
                      <a:pt x="3809" y="444"/>
                      <a:pt x="2478" y="0"/>
                    </a:cubicBezTo>
                    <a:close/>
                  </a:path>
                </a:pathLst>
              </a:custGeom>
              <a:solidFill>
                <a:srgbClr val="FFA2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53"/>
              <p:cNvSpPr/>
              <p:nvPr/>
            </p:nvSpPr>
            <p:spPr>
              <a:xfrm>
                <a:off x="7118502" y="3896836"/>
                <a:ext cx="289741" cy="170217"/>
              </a:xfrm>
              <a:custGeom>
                <a:avLst/>
                <a:gdLst/>
                <a:ahLst/>
                <a:cxnLst/>
                <a:rect l="l" t="t" r="r" b="b"/>
                <a:pathLst>
                  <a:path w="15861" h="9318" extrusionOk="0">
                    <a:moveTo>
                      <a:pt x="10642" y="0"/>
                    </a:moveTo>
                    <a:cubicBezTo>
                      <a:pt x="10570" y="0"/>
                      <a:pt x="10498" y="4"/>
                      <a:pt x="10426" y="10"/>
                    </a:cubicBezTo>
                    <a:cubicBezTo>
                      <a:pt x="9798" y="84"/>
                      <a:pt x="9280" y="602"/>
                      <a:pt x="8799" y="1045"/>
                    </a:cubicBezTo>
                    <a:cubicBezTo>
                      <a:pt x="6581" y="3005"/>
                      <a:pt x="3661" y="3855"/>
                      <a:pt x="1147" y="5371"/>
                    </a:cubicBezTo>
                    <a:cubicBezTo>
                      <a:pt x="888" y="5482"/>
                      <a:pt x="666" y="5667"/>
                      <a:pt x="481" y="5888"/>
                    </a:cubicBezTo>
                    <a:cubicBezTo>
                      <a:pt x="0" y="6554"/>
                      <a:pt x="259" y="7552"/>
                      <a:pt x="814" y="8144"/>
                    </a:cubicBezTo>
                    <a:cubicBezTo>
                      <a:pt x="1600" y="8995"/>
                      <a:pt x="2720" y="9318"/>
                      <a:pt x="3895" y="9318"/>
                    </a:cubicBezTo>
                    <a:cubicBezTo>
                      <a:pt x="4709" y="9318"/>
                      <a:pt x="5550" y="9162"/>
                      <a:pt x="6322" y="8920"/>
                    </a:cubicBezTo>
                    <a:cubicBezTo>
                      <a:pt x="8103" y="8396"/>
                      <a:pt x="9883" y="7543"/>
                      <a:pt x="11726" y="7543"/>
                    </a:cubicBezTo>
                    <a:cubicBezTo>
                      <a:pt x="11835" y="7543"/>
                      <a:pt x="11944" y="7546"/>
                      <a:pt x="12053" y="7552"/>
                    </a:cubicBezTo>
                    <a:cubicBezTo>
                      <a:pt x="12334" y="7595"/>
                      <a:pt x="12616" y="7613"/>
                      <a:pt x="12897" y="7613"/>
                    </a:cubicBezTo>
                    <a:cubicBezTo>
                      <a:pt x="13097" y="7613"/>
                      <a:pt x="13296" y="7604"/>
                      <a:pt x="13495" y="7589"/>
                    </a:cubicBezTo>
                    <a:cubicBezTo>
                      <a:pt x="14715" y="7330"/>
                      <a:pt x="15380" y="5962"/>
                      <a:pt x="15602" y="4705"/>
                    </a:cubicBezTo>
                    <a:cubicBezTo>
                      <a:pt x="15861" y="3264"/>
                      <a:pt x="15824" y="1785"/>
                      <a:pt x="15417" y="343"/>
                    </a:cubicBezTo>
                    <a:cubicBezTo>
                      <a:pt x="14934" y="428"/>
                      <a:pt x="14451" y="470"/>
                      <a:pt x="13968" y="470"/>
                    </a:cubicBezTo>
                    <a:cubicBezTo>
                      <a:pt x="13194" y="470"/>
                      <a:pt x="12420" y="363"/>
                      <a:pt x="11646" y="158"/>
                    </a:cubicBezTo>
                    <a:cubicBezTo>
                      <a:pt x="11312" y="67"/>
                      <a:pt x="10977" y="0"/>
                      <a:pt x="106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53"/>
              <p:cNvSpPr/>
              <p:nvPr/>
            </p:nvSpPr>
            <p:spPr>
              <a:xfrm>
                <a:off x="7189416" y="3280362"/>
                <a:ext cx="563936" cy="699737"/>
              </a:xfrm>
              <a:custGeom>
                <a:avLst/>
                <a:gdLst/>
                <a:ahLst/>
                <a:cxnLst/>
                <a:rect l="l" t="t" r="r" b="b"/>
                <a:pathLst>
                  <a:path w="30871" h="38305" extrusionOk="0">
                    <a:moveTo>
                      <a:pt x="9224" y="0"/>
                    </a:moveTo>
                    <a:cubicBezTo>
                      <a:pt x="9144" y="0"/>
                      <a:pt x="9064" y="1"/>
                      <a:pt x="8984" y="3"/>
                    </a:cubicBezTo>
                    <a:cubicBezTo>
                      <a:pt x="1664" y="77"/>
                      <a:pt x="0" y="8950"/>
                      <a:pt x="481" y="14643"/>
                    </a:cubicBezTo>
                    <a:cubicBezTo>
                      <a:pt x="703" y="17416"/>
                      <a:pt x="1368" y="20189"/>
                      <a:pt x="1627" y="22962"/>
                    </a:cubicBezTo>
                    <a:cubicBezTo>
                      <a:pt x="1886" y="25771"/>
                      <a:pt x="1923" y="31428"/>
                      <a:pt x="2366" y="34164"/>
                    </a:cubicBezTo>
                    <a:cubicBezTo>
                      <a:pt x="2847" y="36937"/>
                      <a:pt x="10537" y="38046"/>
                      <a:pt x="13088" y="38304"/>
                    </a:cubicBezTo>
                    <a:cubicBezTo>
                      <a:pt x="14530" y="30319"/>
                      <a:pt x="13421" y="20374"/>
                      <a:pt x="13679" y="12425"/>
                    </a:cubicBezTo>
                    <a:lnTo>
                      <a:pt x="13679" y="12425"/>
                    </a:lnTo>
                    <a:cubicBezTo>
                      <a:pt x="17559" y="12523"/>
                      <a:pt x="21928" y="16071"/>
                      <a:pt x="26076" y="16071"/>
                    </a:cubicBezTo>
                    <a:cubicBezTo>
                      <a:pt x="26631" y="16071"/>
                      <a:pt x="27182" y="16007"/>
                      <a:pt x="27728" y="15863"/>
                    </a:cubicBezTo>
                    <a:cubicBezTo>
                      <a:pt x="30871" y="15013"/>
                      <a:pt x="30723" y="8173"/>
                      <a:pt x="29688" y="5918"/>
                    </a:cubicBezTo>
                    <a:lnTo>
                      <a:pt x="29688" y="5918"/>
                    </a:lnTo>
                    <a:cubicBezTo>
                      <a:pt x="29688" y="5918"/>
                      <a:pt x="29687" y="5918"/>
                      <a:pt x="29687" y="5918"/>
                    </a:cubicBezTo>
                    <a:cubicBezTo>
                      <a:pt x="29605" y="5918"/>
                      <a:pt x="22788" y="2919"/>
                      <a:pt x="18966" y="2110"/>
                    </a:cubicBezTo>
                    <a:cubicBezTo>
                      <a:pt x="15900" y="1425"/>
                      <a:pt x="12446" y="0"/>
                      <a:pt x="9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53"/>
              <p:cNvSpPr/>
              <p:nvPr/>
            </p:nvSpPr>
            <p:spPr>
              <a:xfrm>
                <a:off x="6690330" y="4283321"/>
                <a:ext cx="314731" cy="276132"/>
              </a:xfrm>
              <a:custGeom>
                <a:avLst/>
                <a:gdLst/>
                <a:ahLst/>
                <a:cxnLst/>
                <a:rect l="l" t="t" r="r" b="b"/>
                <a:pathLst>
                  <a:path w="17229" h="15116" extrusionOk="0">
                    <a:moveTo>
                      <a:pt x="15084" y="0"/>
                    </a:moveTo>
                    <a:cubicBezTo>
                      <a:pt x="13753" y="740"/>
                      <a:pt x="12237" y="1183"/>
                      <a:pt x="10722" y="1294"/>
                    </a:cubicBezTo>
                    <a:cubicBezTo>
                      <a:pt x="10241" y="1294"/>
                      <a:pt x="9723" y="1405"/>
                      <a:pt x="9280" y="1590"/>
                    </a:cubicBezTo>
                    <a:cubicBezTo>
                      <a:pt x="8577" y="1960"/>
                      <a:pt x="8208" y="2736"/>
                      <a:pt x="7838" y="3439"/>
                    </a:cubicBezTo>
                    <a:cubicBezTo>
                      <a:pt x="6100" y="6507"/>
                      <a:pt x="3106" y="8651"/>
                      <a:pt x="850" y="11350"/>
                    </a:cubicBezTo>
                    <a:cubicBezTo>
                      <a:pt x="629" y="11609"/>
                      <a:pt x="444" y="11905"/>
                      <a:pt x="296" y="12238"/>
                    </a:cubicBezTo>
                    <a:cubicBezTo>
                      <a:pt x="0" y="13162"/>
                      <a:pt x="739" y="14160"/>
                      <a:pt x="1553" y="14641"/>
                    </a:cubicBezTo>
                    <a:cubicBezTo>
                      <a:pt x="2184" y="14973"/>
                      <a:pt x="2854" y="15116"/>
                      <a:pt x="3535" y="15116"/>
                    </a:cubicBezTo>
                    <a:cubicBezTo>
                      <a:pt x="5131" y="15116"/>
                      <a:pt x="6787" y="14331"/>
                      <a:pt x="8134" y="13347"/>
                    </a:cubicBezTo>
                    <a:cubicBezTo>
                      <a:pt x="10056" y="11979"/>
                      <a:pt x="11831" y="10167"/>
                      <a:pt x="14086" y="9539"/>
                    </a:cubicBezTo>
                    <a:cubicBezTo>
                      <a:pt x="14640" y="9428"/>
                      <a:pt x="15195" y="9243"/>
                      <a:pt x="15750" y="8984"/>
                    </a:cubicBezTo>
                    <a:cubicBezTo>
                      <a:pt x="17007" y="8245"/>
                      <a:pt x="17228" y="6396"/>
                      <a:pt x="17007" y="4917"/>
                    </a:cubicBezTo>
                    <a:cubicBezTo>
                      <a:pt x="16711" y="3143"/>
                      <a:pt x="16082" y="1516"/>
                      <a:pt x="15084" y="37"/>
                    </a:cubicBezTo>
                    <a:lnTo>
                      <a:pt x="150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53"/>
              <p:cNvSpPr/>
              <p:nvPr/>
            </p:nvSpPr>
            <p:spPr>
              <a:xfrm>
                <a:off x="6822696" y="3428804"/>
                <a:ext cx="1142723" cy="941653"/>
              </a:xfrm>
              <a:custGeom>
                <a:avLst/>
                <a:gdLst/>
                <a:ahLst/>
                <a:cxnLst/>
                <a:rect l="l" t="t" r="r" b="b"/>
                <a:pathLst>
                  <a:path w="62555" h="51548" extrusionOk="0">
                    <a:moveTo>
                      <a:pt x="52155" y="1"/>
                    </a:moveTo>
                    <a:cubicBezTo>
                      <a:pt x="47722" y="1"/>
                      <a:pt x="23759" y="1452"/>
                      <a:pt x="20334" y="2229"/>
                    </a:cubicBezTo>
                    <a:cubicBezTo>
                      <a:pt x="16193" y="3153"/>
                      <a:pt x="13716" y="8883"/>
                      <a:pt x="11942" y="12617"/>
                    </a:cubicBezTo>
                    <a:cubicBezTo>
                      <a:pt x="7986" y="20825"/>
                      <a:pt x="7653" y="24929"/>
                      <a:pt x="4252" y="35465"/>
                    </a:cubicBezTo>
                    <a:cubicBezTo>
                      <a:pt x="3180" y="38793"/>
                      <a:pt x="0" y="47850"/>
                      <a:pt x="111" y="48997"/>
                    </a:cubicBezTo>
                    <a:cubicBezTo>
                      <a:pt x="185" y="50549"/>
                      <a:pt x="9871" y="50734"/>
                      <a:pt x="11276" y="51548"/>
                    </a:cubicBezTo>
                    <a:cubicBezTo>
                      <a:pt x="13532" y="49366"/>
                      <a:pt x="22404" y="23191"/>
                      <a:pt x="24031" y="20381"/>
                    </a:cubicBezTo>
                    <a:cubicBezTo>
                      <a:pt x="24695" y="19211"/>
                      <a:pt x="26219" y="18866"/>
                      <a:pt x="27965" y="18866"/>
                    </a:cubicBezTo>
                    <a:cubicBezTo>
                      <a:pt x="30300" y="18866"/>
                      <a:pt x="33034" y="19483"/>
                      <a:pt x="34642" y="19568"/>
                    </a:cubicBezTo>
                    <a:cubicBezTo>
                      <a:pt x="40519" y="19889"/>
                      <a:pt x="46173" y="21940"/>
                      <a:pt x="52112" y="21940"/>
                    </a:cubicBezTo>
                    <a:cubicBezTo>
                      <a:pt x="53010" y="21940"/>
                      <a:pt x="53915" y="21893"/>
                      <a:pt x="54828" y="21786"/>
                    </a:cubicBezTo>
                    <a:cubicBezTo>
                      <a:pt x="62555" y="20862"/>
                      <a:pt x="60965" y="9992"/>
                      <a:pt x="58562" y="4964"/>
                    </a:cubicBezTo>
                    <a:lnTo>
                      <a:pt x="52646" y="10"/>
                    </a:lnTo>
                    <a:cubicBezTo>
                      <a:pt x="52529" y="4"/>
                      <a:pt x="52363" y="1"/>
                      <a:pt x="52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53"/>
              <p:cNvSpPr/>
              <p:nvPr/>
            </p:nvSpPr>
            <p:spPr>
              <a:xfrm>
                <a:off x="6942915" y="3448569"/>
                <a:ext cx="1021829" cy="922564"/>
              </a:xfrm>
              <a:custGeom>
                <a:avLst/>
                <a:gdLst/>
                <a:ahLst/>
                <a:cxnLst/>
                <a:rect l="l" t="t" r="r" b="b"/>
                <a:pathLst>
                  <a:path w="55937" h="50503" extrusionOk="0">
                    <a:moveTo>
                      <a:pt x="35122" y="1"/>
                    </a:moveTo>
                    <a:cubicBezTo>
                      <a:pt x="35936" y="1110"/>
                      <a:pt x="33865" y="3698"/>
                      <a:pt x="34568" y="4881"/>
                    </a:cubicBezTo>
                    <a:cubicBezTo>
                      <a:pt x="35307" y="6175"/>
                      <a:pt x="36194" y="7949"/>
                      <a:pt x="35640" y="9502"/>
                    </a:cubicBezTo>
                    <a:cubicBezTo>
                      <a:pt x="34974" y="11277"/>
                      <a:pt x="32978" y="12164"/>
                      <a:pt x="31203" y="12386"/>
                    </a:cubicBezTo>
                    <a:cubicBezTo>
                      <a:pt x="30912" y="12424"/>
                      <a:pt x="30618" y="12441"/>
                      <a:pt x="30324" y="12441"/>
                    </a:cubicBezTo>
                    <a:cubicBezTo>
                      <a:pt x="28606" y="12441"/>
                      <a:pt x="26861" y="11850"/>
                      <a:pt x="25251" y="11314"/>
                    </a:cubicBezTo>
                    <a:cubicBezTo>
                      <a:pt x="23385" y="10657"/>
                      <a:pt x="21357" y="9710"/>
                      <a:pt x="19319" y="9710"/>
                    </a:cubicBezTo>
                    <a:cubicBezTo>
                      <a:pt x="19177" y="9710"/>
                      <a:pt x="19034" y="9714"/>
                      <a:pt x="18892" y="9724"/>
                    </a:cubicBezTo>
                    <a:cubicBezTo>
                      <a:pt x="16045" y="9909"/>
                      <a:pt x="14456" y="12386"/>
                      <a:pt x="13827" y="14974"/>
                    </a:cubicBezTo>
                    <a:cubicBezTo>
                      <a:pt x="13162" y="17931"/>
                      <a:pt x="13014" y="20963"/>
                      <a:pt x="12274" y="23884"/>
                    </a:cubicBezTo>
                    <a:cubicBezTo>
                      <a:pt x="11424" y="27174"/>
                      <a:pt x="10278" y="30353"/>
                      <a:pt x="8873" y="33422"/>
                    </a:cubicBezTo>
                    <a:cubicBezTo>
                      <a:pt x="7431" y="36491"/>
                      <a:pt x="5915" y="39522"/>
                      <a:pt x="4363" y="42480"/>
                    </a:cubicBezTo>
                    <a:cubicBezTo>
                      <a:pt x="3106" y="44957"/>
                      <a:pt x="1664" y="47323"/>
                      <a:pt x="0" y="49504"/>
                    </a:cubicBezTo>
                    <a:cubicBezTo>
                      <a:pt x="2107" y="49837"/>
                      <a:pt x="4067" y="50133"/>
                      <a:pt x="4658" y="50503"/>
                    </a:cubicBezTo>
                    <a:cubicBezTo>
                      <a:pt x="6914" y="48284"/>
                      <a:pt x="15787" y="22109"/>
                      <a:pt x="17413" y="19299"/>
                    </a:cubicBezTo>
                    <a:cubicBezTo>
                      <a:pt x="18080" y="18140"/>
                      <a:pt x="19612" y="17799"/>
                      <a:pt x="21369" y="17799"/>
                    </a:cubicBezTo>
                    <a:cubicBezTo>
                      <a:pt x="23705" y="17799"/>
                      <a:pt x="26436" y="18402"/>
                      <a:pt x="28061" y="18486"/>
                    </a:cubicBezTo>
                    <a:cubicBezTo>
                      <a:pt x="33914" y="18806"/>
                      <a:pt x="39518" y="20869"/>
                      <a:pt x="45448" y="20869"/>
                    </a:cubicBezTo>
                    <a:cubicBezTo>
                      <a:pt x="46372" y="20869"/>
                      <a:pt x="47304" y="20819"/>
                      <a:pt x="48247" y="20704"/>
                    </a:cubicBezTo>
                    <a:cubicBezTo>
                      <a:pt x="55937" y="19780"/>
                      <a:pt x="54347" y="8910"/>
                      <a:pt x="51944" y="3919"/>
                    </a:cubicBezTo>
                    <a:cubicBezTo>
                      <a:pt x="52018" y="3661"/>
                      <a:pt x="52203" y="3735"/>
                      <a:pt x="52350" y="3513"/>
                    </a:cubicBezTo>
                    <a:lnTo>
                      <a:pt x="51685" y="3513"/>
                    </a:lnTo>
                    <a:cubicBezTo>
                      <a:pt x="49652" y="3217"/>
                      <a:pt x="47840" y="2404"/>
                      <a:pt x="45696" y="2293"/>
                    </a:cubicBezTo>
                    <a:cubicBezTo>
                      <a:pt x="43958" y="2219"/>
                      <a:pt x="40483" y="185"/>
                      <a:pt x="35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53"/>
              <p:cNvSpPr/>
              <p:nvPr/>
            </p:nvSpPr>
            <p:spPr>
              <a:xfrm>
                <a:off x="7229934" y="3722089"/>
                <a:ext cx="35147" cy="41887"/>
              </a:xfrm>
              <a:custGeom>
                <a:avLst/>
                <a:gdLst/>
                <a:ahLst/>
                <a:cxnLst/>
                <a:rect l="l" t="t" r="r" b="b"/>
                <a:pathLst>
                  <a:path w="1924" h="2293" fill="none" extrusionOk="0">
                    <a:moveTo>
                      <a:pt x="1" y="1"/>
                    </a:moveTo>
                    <a:lnTo>
                      <a:pt x="1923" y="2293"/>
                    </a:lnTo>
                  </a:path>
                </a:pathLst>
              </a:custGeom>
              <a:noFill/>
              <a:ln w="5550" cap="flat" cmpd="sng">
                <a:solidFill>
                  <a:schemeClr val="lt2"/>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53"/>
              <p:cNvSpPr/>
              <p:nvPr/>
            </p:nvSpPr>
            <p:spPr>
              <a:xfrm>
                <a:off x="7256951" y="3702506"/>
                <a:ext cx="8787" cy="40536"/>
              </a:xfrm>
              <a:custGeom>
                <a:avLst/>
                <a:gdLst/>
                <a:ahLst/>
                <a:cxnLst/>
                <a:rect l="l" t="t" r="r" b="b"/>
                <a:pathLst>
                  <a:path w="481" h="2219" fill="none" extrusionOk="0">
                    <a:moveTo>
                      <a:pt x="0" y="1"/>
                    </a:moveTo>
                    <a:lnTo>
                      <a:pt x="481" y="2219"/>
                    </a:lnTo>
                  </a:path>
                </a:pathLst>
              </a:custGeom>
              <a:noFill/>
              <a:ln w="5550" cap="flat" cmpd="sng">
                <a:solidFill>
                  <a:schemeClr val="lt2"/>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53"/>
              <p:cNvSpPr/>
              <p:nvPr/>
            </p:nvSpPr>
            <p:spPr>
              <a:xfrm>
                <a:off x="7276534" y="3713996"/>
                <a:ext cx="2046" cy="41211"/>
              </a:xfrm>
              <a:custGeom>
                <a:avLst/>
                <a:gdLst/>
                <a:ahLst/>
                <a:cxnLst/>
                <a:rect l="l" t="t" r="r" b="b"/>
                <a:pathLst>
                  <a:path w="112" h="2256" fill="none" extrusionOk="0">
                    <a:moveTo>
                      <a:pt x="111" y="0"/>
                    </a:moveTo>
                    <a:lnTo>
                      <a:pt x="1" y="2255"/>
                    </a:lnTo>
                  </a:path>
                </a:pathLst>
              </a:custGeom>
              <a:noFill/>
              <a:ln w="5550" cap="flat" cmpd="sng">
                <a:solidFill>
                  <a:schemeClr val="lt2"/>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53"/>
              <p:cNvSpPr/>
              <p:nvPr/>
            </p:nvSpPr>
            <p:spPr>
              <a:xfrm>
                <a:off x="7054346" y="3658609"/>
                <a:ext cx="60794" cy="25684"/>
              </a:xfrm>
              <a:custGeom>
                <a:avLst/>
                <a:gdLst/>
                <a:ahLst/>
                <a:cxnLst/>
                <a:rect l="l" t="t" r="r" b="b"/>
                <a:pathLst>
                  <a:path w="3328" h="1406" fill="none" extrusionOk="0">
                    <a:moveTo>
                      <a:pt x="0" y="0"/>
                    </a:moveTo>
                    <a:cubicBezTo>
                      <a:pt x="1109" y="1110"/>
                      <a:pt x="1849" y="1405"/>
                      <a:pt x="3328" y="0"/>
                    </a:cubicBezTo>
                  </a:path>
                </a:pathLst>
              </a:custGeom>
              <a:noFill/>
              <a:ln w="5550" cap="flat" cmpd="sng">
                <a:solidFill>
                  <a:schemeClr val="lt2"/>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53"/>
              <p:cNvSpPr/>
              <p:nvPr/>
            </p:nvSpPr>
            <p:spPr>
              <a:xfrm>
                <a:off x="7116474" y="2749892"/>
                <a:ext cx="768587" cy="519217"/>
              </a:xfrm>
              <a:custGeom>
                <a:avLst/>
                <a:gdLst/>
                <a:ahLst/>
                <a:cxnLst/>
                <a:rect l="l" t="t" r="r" b="b"/>
                <a:pathLst>
                  <a:path w="42074" h="28423" extrusionOk="0">
                    <a:moveTo>
                      <a:pt x="35971" y="0"/>
                    </a:moveTo>
                    <a:cubicBezTo>
                      <a:pt x="29046" y="0"/>
                      <a:pt x="24533" y="6243"/>
                      <a:pt x="21517" y="10556"/>
                    </a:cubicBezTo>
                    <a:cubicBezTo>
                      <a:pt x="19817" y="12997"/>
                      <a:pt x="17525" y="14623"/>
                      <a:pt x="14604" y="15991"/>
                    </a:cubicBezTo>
                    <a:cubicBezTo>
                      <a:pt x="13345" y="16608"/>
                      <a:pt x="12496" y="16885"/>
                      <a:pt x="11376" y="16885"/>
                    </a:cubicBezTo>
                    <a:cubicBezTo>
                      <a:pt x="10884" y="16885"/>
                      <a:pt x="10340" y="16832"/>
                      <a:pt x="9687" y="16731"/>
                    </a:cubicBezTo>
                    <a:cubicBezTo>
                      <a:pt x="7986" y="16435"/>
                      <a:pt x="6286" y="15178"/>
                      <a:pt x="4622" y="15067"/>
                    </a:cubicBezTo>
                    <a:cubicBezTo>
                      <a:pt x="4459" y="15056"/>
                      <a:pt x="4297" y="15052"/>
                      <a:pt x="4135" y="15052"/>
                    </a:cubicBezTo>
                    <a:cubicBezTo>
                      <a:pt x="3742" y="15052"/>
                      <a:pt x="3350" y="15078"/>
                      <a:pt x="2958" y="15104"/>
                    </a:cubicBezTo>
                    <a:cubicBezTo>
                      <a:pt x="1812" y="16657"/>
                      <a:pt x="1110" y="18468"/>
                      <a:pt x="1" y="20021"/>
                    </a:cubicBezTo>
                    <a:cubicBezTo>
                      <a:pt x="1184" y="21315"/>
                      <a:pt x="10278" y="27674"/>
                      <a:pt x="18079" y="28339"/>
                    </a:cubicBezTo>
                    <a:cubicBezTo>
                      <a:pt x="18749" y="28395"/>
                      <a:pt x="19418" y="28423"/>
                      <a:pt x="20086" y="28423"/>
                    </a:cubicBezTo>
                    <a:cubicBezTo>
                      <a:pt x="23402" y="28423"/>
                      <a:pt x="26679" y="27740"/>
                      <a:pt x="29725" y="26417"/>
                    </a:cubicBezTo>
                    <a:cubicBezTo>
                      <a:pt x="33607" y="24679"/>
                      <a:pt x="36269" y="21574"/>
                      <a:pt x="38709" y="18505"/>
                    </a:cubicBezTo>
                    <a:cubicBezTo>
                      <a:pt x="41297" y="15215"/>
                      <a:pt x="42073" y="11259"/>
                      <a:pt x="41703" y="7303"/>
                    </a:cubicBezTo>
                    <a:cubicBezTo>
                      <a:pt x="41555" y="5602"/>
                      <a:pt x="40853" y="4013"/>
                      <a:pt x="39707" y="2719"/>
                    </a:cubicBezTo>
                    <a:cubicBezTo>
                      <a:pt x="39337" y="2275"/>
                      <a:pt x="38820" y="1905"/>
                      <a:pt x="38376" y="1425"/>
                    </a:cubicBezTo>
                    <a:cubicBezTo>
                      <a:pt x="37378" y="279"/>
                      <a:pt x="37156" y="353"/>
                      <a:pt x="37378" y="279"/>
                    </a:cubicBezTo>
                    <a:lnTo>
                      <a:pt x="37119" y="57"/>
                    </a:lnTo>
                    <a:cubicBezTo>
                      <a:pt x="36729" y="19"/>
                      <a:pt x="36346" y="0"/>
                      <a:pt x="359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53"/>
              <p:cNvSpPr/>
              <p:nvPr/>
            </p:nvSpPr>
            <p:spPr>
              <a:xfrm>
                <a:off x="7602061" y="2705667"/>
                <a:ext cx="666599" cy="974078"/>
              </a:xfrm>
              <a:custGeom>
                <a:avLst/>
                <a:gdLst/>
                <a:ahLst/>
                <a:cxnLst/>
                <a:rect l="l" t="t" r="r" b="b"/>
                <a:pathLst>
                  <a:path w="36491" h="53323" extrusionOk="0">
                    <a:moveTo>
                      <a:pt x="22089" y="80"/>
                    </a:moveTo>
                    <a:cubicBezTo>
                      <a:pt x="21367" y="80"/>
                      <a:pt x="20653" y="112"/>
                      <a:pt x="20001" y="112"/>
                    </a:cubicBezTo>
                    <a:cubicBezTo>
                      <a:pt x="20001" y="149"/>
                      <a:pt x="12829" y="1"/>
                      <a:pt x="10537" y="703"/>
                    </a:cubicBezTo>
                    <a:cubicBezTo>
                      <a:pt x="8023" y="1517"/>
                      <a:pt x="4807" y="2071"/>
                      <a:pt x="3291" y="4992"/>
                    </a:cubicBezTo>
                    <a:cubicBezTo>
                      <a:pt x="1849" y="7765"/>
                      <a:pt x="2477" y="12238"/>
                      <a:pt x="2219" y="15418"/>
                    </a:cubicBezTo>
                    <a:cubicBezTo>
                      <a:pt x="1886" y="18782"/>
                      <a:pt x="518" y="22220"/>
                      <a:pt x="518" y="25584"/>
                    </a:cubicBezTo>
                    <a:cubicBezTo>
                      <a:pt x="518" y="28875"/>
                      <a:pt x="1627" y="32165"/>
                      <a:pt x="1738" y="35567"/>
                    </a:cubicBezTo>
                    <a:cubicBezTo>
                      <a:pt x="1886" y="39264"/>
                      <a:pt x="407" y="41852"/>
                      <a:pt x="259" y="45327"/>
                    </a:cubicBezTo>
                    <a:cubicBezTo>
                      <a:pt x="0" y="49948"/>
                      <a:pt x="555" y="51797"/>
                      <a:pt x="4659" y="52795"/>
                    </a:cubicBezTo>
                    <a:cubicBezTo>
                      <a:pt x="6448" y="53216"/>
                      <a:pt x="8379" y="53304"/>
                      <a:pt x="10324" y="53304"/>
                    </a:cubicBezTo>
                    <a:cubicBezTo>
                      <a:pt x="11724" y="53304"/>
                      <a:pt x="13132" y="53258"/>
                      <a:pt x="14501" y="53258"/>
                    </a:cubicBezTo>
                    <a:cubicBezTo>
                      <a:pt x="15239" y="53258"/>
                      <a:pt x="15966" y="53272"/>
                      <a:pt x="16674" y="53313"/>
                    </a:cubicBezTo>
                    <a:cubicBezTo>
                      <a:pt x="16884" y="53319"/>
                      <a:pt x="17093" y="53322"/>
                      <a:pt x="17302" y="53322"/>
                    </a:cubicBezTo>
                    <a:cubicBezTo>
                      <a:pt x="20706" y="53322"/>
                      <a:pt x="24030" y="52473"/>
                      <a:pt x="27026" y="50835"/>
                    </a:cubicBezTo>
                    <a:cubicBezTo>
                      <a:pt x="33902" y="46769"/>
                      <a:pt x="36490" y="34938"/>
                      <a:pt x="35936" y="26620"/>
                    </a:cubicBezTo>
                    <a:cubicBezTo>
                      <a:pt x="35455" y="19299"/>
                      <a:pt x="33163" y="11092"/>
                      <a:pt x="29207" y="5251"/>
                    </a:cubicBezTo>
                    <a:cubicBezTo>
                      <a:pt x="28172" y="3661"/>
                      <a:pt x="27174" y="1406"/>
                      <a:pt x="25510" y="629"/>
                    </a:cubicBezTo>
                    <a:cubicBezTo>
                      <a:pt x="24517" y="167"/>
                      <a:pt x="23292" y="80"/>
                      <a:pt x="22089" y="8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53"/>
              <p:cNvSpPr/>
              <p:nvPr/>
            </p:nvSpPr>
            <p:spPr>
              <a:xfrm>
                <a:off x="7117150" y="2707420"/>
                <a:ext cx="1152186" cy="972982"/>
              </a:xfrm>
              <a:custGeom>
                <a:avLst/>
                <a:gdLst/>
                <a:ahLst/>
                <a:cxnLst/>
                <a:rect l="l" t="t" r="r" b="b"/>
                <a:pathLst>
                  <a:path w="63073" h="53263" extrusionOk="0">
                    <a:moveTo>
                      <a:pt x="48703" y="1"/>
                    </a:moveTo>
                    <a:cubicBezTo>
                      <a:pt x="48108" y="1"/>
                      <a:pt x="47514" y="20"/>
                      <a:pt x="46951" y="20"/>
                    </a:cubicBezTo>
                    <a:cubicBezTo>
                      <a:pt x="46814" y="20"/>
                      <a:pt x="46679" y="18"/>
                      <a:pt x="46546" y="16"/>
                    </a:cubicBezTo>
                    <a:cubicBezTo>
                      <a:pt x="46546" y="16"/>
                      <a:pt x="46038" y="6"/>
                      <a:pt x="45248" y="6"/>
                    </a:cubicBezTo>
                    <a:cubicBezTo>
                      <a:pt x="44458" y="6"/>
                      <a:pt x="43386" y="16"/>
                      <a:pt x="42258" y="53"/>
                    </a:cubicBezTo>
                    <a:cubicBezTo>
                      <a:pt x="40520" y="348"/>
                      <a:pt x="38820" y="940"/>
                      <a:pt x="37267" y="1790"/>
                    </a:cubicBezTo>
                    <a:cubicBezTo>
                      <a:pt x="34753" y="3232"/>
                      <a:pt x="32756" y="5672"/>
                      <a:pt x="30982" y="7890"/>
                    </a:cubicBezTo>
                    <a:cubicBezTo>
                      <a:pt x="29022" y="10367"/>
                      <a:pt x="27211" y="12955"/>
                      <a:pt x="25288" y="15432"/>
                    </a:cubicBezTo>
                    <a:cubicBezTo>
                      <a:pt x="24475" y="16652"/>
                      <a:pt x="23477" y="17725"/>
                      <a:pt x="22368" y="18686"/>
                    </a:cubicBezTo>
                    <a:cubicBezTo>
                      <a:pt x="21443" y="19351"/>
                      <a:pt x="20408" y="19943"/>
                      <a:pt x="19336" y="20387"/>
                    </a:cubicBezTo>
                    <a:cubicBezTo>
                      <a:pt x="17968" y="21052"/>
                      <a:pt x="16748" y="21680"/>
                      <a:pt x="15824" y="22864"/>
                    </a:cubicBezTo>
                    <a:cubicBezTo>
                      <a:pt x="15417" y="23418"/>
                      <a:pt x="14900" y="24121"/>
                      <a:pt x="14197" y="24268"/>
                    </a:cubicBezTo>
                    <a:cubicBezTo>
                      <a:pt x="14026" y="24304"/>
                      <a:pt x="13867" y="24321"/>
                      <a:pt x="13719" y="24321"/>
                    </a:cubicBezTo>
                    <a:cubicBezTo>
                      <a:pt x="11715" y="24321"/>
                      <a:pt x="11607" y="21283"/>
                      <a:pt x="9576" y="20904"/>
                    </a:cubicBezTo>
                    <a:cubicBezTo>
                      <a:pt x="6988" y="20497"/>
                      <a:pt x="4474" y="19758"/>
                      <a:pt x="2071" y="18760"/>
                    </a:cubicBezTo>
                    <a:cubicBezTo>
                      <a:pt x="1368" y="19943"/>
                      <a:pt x="777" y="21200"/>
                      <a:pt x="0" y="22309"/>
                    </a:cubicBezTo>
                    <a:cubicBezTo>
                      <a:pt x="1147" y="23603"/>
                      <a:pt x="10241" y="29962"/>
                      <a:pt x="18042" y="30627"/>
                    </a:cubicBezTo>
                    <a:cubicBezTo>
                      <a:pt x="18704" y="30681"/>
                      <a:pt x="19367" y="30707"/>
                      <a:pt x="20027" y="30707"/>
                    </a:cubicBezTo>
                    <a:cubicBezTo>
                      <a:pt x="22575" y="30707"/>
                      <a:pt x="25099" y="30311"/>
                      <a:pt x="27507" y="29518"/>
                    </a:cubicBezTo>
                    <a:cubicBezTo>
                      <a:pt x="27876" y="31478"/>
                      <a:pt x="28135" y="33474"/>
                      <a:pt x="28283" y="35471"/>
                    </a:cubicBezTo>
                    <a:cubicBezTo>
                      <a:pt x="28431" y="39168"/>
                      <a:pt x="26952" y="41756"/>
                      <a:pt x="26804" y="45231"/>
                    </a:cubicBezTo>
                    <a:cubicBezTo>
                      <a:pt x="26545" y="49852"/>
                      <a:pt x="27100" y="51701"/>
                      <a:pt x="31204" y="52699"/>
                    </a:cubicBezTo>
                    <a:cubicBezTo>
                      <a:pt x="33011" y="53138"/>
                      <a:pt x="34943" y="53226"/>
                      <a:pt x="36885" y="53226"/>
                    </a:cubicBezTo>
                    <a:cubicBezTo>
                      <a:pt x="38210" y="53226"/>
                      <a:pt x="39539" y="53185"/>
                      <a:pt x="40836" y="53185"/>
                    </a:cubicBezTo>
                    <a:cubicBezTo>
                      <a:pt x="41646" y="53185"/>
                      <a:pt x="42443" y="53201"/>
                      <a:pt x="43219" y="53253"/>
                    </a:cubicBezTo>
                    <a:cubicBezTo>
                      <a:pt x="43421" y="53260"/>
                      <a:pt x="43624" y="53263"/>
                      <a:pt x="43826" y="53263"/>
                    </a:cubicBezTo>
                    <a:cubicBezTo>
                      <a:pt x="47241" y="53263"/>
                      <a:pt x="50604" y="52382"/>
                      <a:pt x="53571" y="50776"/>
                    </a:cubicBezTo>
                    <a:cubicBezTo>
                      <a:pt x="60484" y="46710"/>
                      <a:pt x="63072" y="34879"/>
                      <a:pt x="62518" y="26561"/>
                    </a:cubicBezTo>
                    <a:cubicBezTo>
                      <a:pt x="62000" y="19203"/>
                      <a:pt x="59745" y="11033"/>
                      <a:pt x="55789" y="5155"/>
                    </a:cubicBezTo>
                    <a:cubicBezTo>
                      <a:pt x="54717" y="3565"/>
                      <a:pt x="53719" y="1310"/>
                      <a:pt x="52055" y="533"/>
                    </a:cubicBezTo>
                    <a:cubicBezTo>
                      <a:pt x="51096" y="77"/>
                      <a:pt x="49898" y="1"/>
                      <a:pt x="487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53"/>
              <p:cNvSpPr/>
              <p:nvPr/>
            </p:nvSpPr>
            <p:spPr>
              <a:xfrm>
                <a:off x="7360948" y="3061591"/>
                <a:ext cx="18268" cy="37832"/>
              </a:xfrm>
              <a:custGeom>
                <a:avLst/>
                <a:gdLst/>
                <a:ahLst/>
                <a:cxnLst/>
                <a:rect l="l" t="t" r="r" b="b"/>
                <a:pathLst>
                  <a:path w="1000" h="2071" fill="none" extrusionOk="0">
                    <a:moveTo>
                      <a:pt x="999" y="2071"/>
                    </a:moveTo>
                    <a:cubicBezTo>
                      <a:pt x="629" y="1405"/>
                      <a:pt x="334" y="703"/>
                      <a:pt x="1" y="0"/>
                    </a:cubicBezTo>
                  </a:path>
                </a:pathLst>
              </a:custGeom>
              <a:solidFill>
                <a:schemeClr val="accent6"/>
              </a:solidFill>
              <a:ln w="5550"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53"/>
              <p:cNvSpPr/>
              <p:nvPr/>
            </p:nvSpPr>
            <p:spPr>
              <a:xfrm>
                <a:off x="7349476" y="3074414"/>
                <a:ext cx="14870" cy="39202"/>
              </a:xfrm>
              <a:custGeom>
                <a:avLst/>
                <a:gdLst/>
                <a:ahLst/>
                <a:cxnLst/>
                <a:rect l="l" t="t" r="r" b="b"/>
                <a:pathLst>
                  <a:path w="814" h="2146" fill="none" extrusionOk="0">
                    <a:moveTo>
                      <a:pt x="703" y="1849"/>
                    </a:moveTo>
                    <a:cubicBezTo>
                      <a:pt x="814" y="2145"/>
                      <a:pt x="518" y="1332"/>
                      <a:pt x="444" y="1147"/>
                    </a:cubicBezTo>
                    <a:cubicBezTo>
                      <a:pt x="296" y="777"/>
                      <a:pt x="185" y="370"/>
                      <a:pt x="0" y="1"/>
                    </a:cubicBezTo>
                  </a:path>
                </a:pathLst>
              </a:custGeom>
              <a:solidFill>
                <a:schemeClr val="accent6"/>
              </a:solidFill>
              <a:ln w="5550"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53"/>
              <p:cNvSpPr/>
              <p:nvPr/>
            </p:nvSpPr>
            <p:spPr>
              <a:xfrm>
                <a:off x="7375818" y="3060239"/>
                <a:ext cx="16897" cy="14194"/>
              </a:xfrm>
              <a:custGeom>
                <a:avLst/>
                <a:gdLst/>
                <a:ahLst/>
                <a:cxnLst/>
                <a:rect l="l" t="t" r="r" b="b"/>
                <a:pathLst>
                  <a:path w="925" h="777" fill="none" extrusionOk="0">
                    <a:moveTo>
                      <a:pt x="0" y="0"/>
                    </a:moveTo>
                    <a:cubicBezTo>
                      <a:pt x="222" y="333"/>
                      <a:pt x="740" y="407"/>
                      <a:pt x="924" y="777"/>
                    </a:cubicBezTo>
                  </a:path>
                </a:pathLst>
              </a:custGeom>
              <a:solidFill>
                <a:schemeClr val="accent6"/>
              </a:solidFill>
              <a:ln w="5550"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53"/>
              <p:cNvSpPr/>
              <p:nvPr/>
            </p:nvSpPr>
            <p:spPr>
              <a:xfrm>
                <a:off x="7625699" y="3082525"/>
                <a:ext cx="80377" cy="158726"/>
              </a:xfrm>
              <a:custGeom>
                <a:avLst/>
                <a:gdLst/>
                <a:ahLst/>
                <a:cxnLst/>
                <a:rect l="l" t="t" r="r" b="b"/>
                <a:pathLst>
                  <a:path w="4400" h="8689" fill="none" extrusionOk="0">
                    <a:moveTo>
                      <a:pt x="0" y="8689"/>
                    </a:moveTo>
                    <a:cubicBezTo>
                      <a:pt x="1294" y="7505"/>
                      <a:pt x="2293" y="6064"/>
                      <a:pt x="2921" y="4474"/>
                    </a:cubicBezTo>
                    <a:cubicBezTo>
                      <a:pt x="3254" y="3734"/>
                      <a:pt x="4030" y="703"/>
                      <a:pt x="4400" y="0"/>
                    </a:cubicBezTo>
                  </a:path>
                </a:pathLst>
              </a:custGeom>
              <a:solidFill>
                <a:schemeClr val="accent6"/>
              </a:solidFill>
              <a:ln w="5550"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53"/>
              <p:cNvSpPr/>
              <p:nvPr/>
            </p:nvSpPr>
            <p:spPr>
              <a:xfrm>
                <a:off x="7707410" y="3041332"/>
                <a:ext cx="41211" cy="98608"/>
              </a:xfrm>
              <a:custGeom>
                <a:avLst/>
                <a:gdLst/>
                <a:ahLst/>
                <a:cxnLst/>
                <a:rect l="l" t="t" r="r" b="b"/>
                <a:pathLst>
                  <a:path w="2256" h="5398" fill="none" extrusionOk="0">
                    <a:moveTo>
                      <a:pt x="1" y="5398"/>
                    </a:moveTo>
                    <a:cubicBezTo>
                      <a:pt x="407" y="3475"/>
                      <a:pt x="1886" y="1812"/>
                      <a:pt x="2256" y="0"/>
                    </a:cubicBezTo>
                  </a:path>
                </a:pathLst>
              </a:custGeom>
              <a:solidFill>
                <a:schemeClr val="accent6"/>
              </a:solidFill>
              <a:ln w="5550"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53"/>
              <p:cNvSpPr/>
              <p:nvPr/>
            </p:nvSpPr>
            <p:spPr>
              <a:xfrm>
                <a:off x="7698641" y="3141949"/>
                <a:ext cx="86460" cy="129699"/>
              </a:xfrm>
              <a:custGeom>
                <a:avLst/>
                <a:gdLst/>
                <a:ahLst/>
                <a:cxnLst/>
                <a:rect l="l" t="t" r="r" b="b"/>
                <a:pathLst>
                  <a:path w="4733" h="7100" fill="none" extrusionOk="0">
                    <a:moveTo>
                      <a:pt x="0" y="7099"/>
                    </a:moveTo>
                    <a:cubicBezTo>
                      <a:pt x="518" y="5731"/>
                      <a:pt x="2071" y="4881"/>
                      <a:pt x="2958" y="3735"/>
                    </a:cubicBezTo>
                    <a:cubicBezTo>
                      <a:pt x="3512" y="3143"/>
                      <a:pt x="3956" y="2441"/>
                      <a:pt x="4326" y="1701"/>
                    </a:cubicBezTo>
                    <a:cubicBezTo>
                      <a:pt x="4511" y="1184"/>
                      <a:pt x="4622" y="408"/>
                      <a:pt x="4732" y="1"/>
                    </a:cubicBezTo>
                  </a:path>
                </a:pathLst>
              </a:custGeom>
              <a:solidFill>
                <a:schemeClr val="accent6"/>
              </a:solidFill>
              <a:ln w="5550"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53"/>
              <p:cNvSpPr/>
              <p:nvPr/>
            </p:nvSpPr>
            <p:spPr>
              <a:xfrm>
                <a:off x="7760093" y="3235826"/>
                <a:ext cx="20277" cy="19601"/>
              </a:xfrm>
              <a:custGeom>
                <a:avLst/>
                <a:gdLst/>
                <a:ahLst/>
                <a:cxnLst/>
                <a:rect l="l" t="t" r="r" b="b"/>
                <a:pathLst>
                  <a:path w="1110" h="1073" fill="none" extrusionOk="0">
                    <a:moveTo>
                      <a:pt x="1" y="1073"/>
                    </a:moveTo>
                    <a:cubicBezTo>
                      <a:pt x="259" y="629"/>
                      <a:pt x="740" y="370"/>
                      <a:pt x="1110" y="1"/>
                    </a:cubicBezTo>
                  </a:path>
                </a:pathLst>
              </a:custGeom>
              <a:solidFill>
                <a:schemeClr val="accent6"/>
              </a:solidFill>
              <a:ln w="5550"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53"/>
              <p:cNvSpPr/>
              <p:nvPr/>
            </p:nvSpPr>
            <p:spPr>
              <a:xfrm>
                <a:off x="7802638" y="3739644"/>
                <a:ext cx="102006" cy="364729"/>
              </a:xfrm>
              <a:custGeom>
                <a:avLst/>
                <a:gdLst/>
                <a:ahLst/>
                <a:cxnLst/>
                <a:rect l="l" t="t" r="r" b="b"/>
                <a:pathLst>
                  <a:path w="5584" h="19966" extrusionOk="0">
                    <a:moveTo>
                      <a:pt x="112" y="1"/>
                    </a:moveTo>
                    <a:lnTo>
                      <a:pt x="1" y="19965"/>
                    </a:lnTo>
                    <a:lnTo>
                      <a:pt x="5472" y="19965"/>
                    </a:lnTo>
                    <a:lnTo>
                      <a:pt x="5583" y="38"/>
                    </a:lnTo>
                    <a:lnTo>
                      <a:pt x="1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53"/>
              <p:cNvSpPr/>
              <p:nvPr/>
            </p:nvSpPr>
            <p:spPr>
              <a:xfrm>
                <a:off x="7804666" y="3739644"/>
                <a:ext cx="100654" cy="178327"/>
              </a:xfrm>
              <a:custGeom>
                <a:avLst/>
                <a:gdLst/>
                <a:ahLst/>
                <a:cxnLst/>
                <a:rect l="l" t="t" r="r" b="b"/>
                <a:pathLst>
                  <a:path w="5510" h="9762" extrusionOk="0">
                    <a:moveTo>
                      <a:pt x="38" y="1"/>
                    </a:moveTo>
                    <a:lnTo>
                      <a:pt x="1" y="6175"/>
                    </a:lnTo>
                    <a:cubicBezTo>
                      <a:pt x="367" y="6059"/>
                      <a:pt x="720" y="6004"/>
                      <a:pt x="1060" y="6004"/>
                    </a:cubicBezTo>
                    <a:cubicBezTo>
                      <a:pt x="2877" y="6004"/>
                      <a:pt x="4314" y="7581"/>
                      <a:pt x="5435" y="9761"/>
                    </a:cubicBezTo>
                    <a:lnTo>
                      <a:pt x="5509" y="38"/>
                    </a:lnTo>
                    <a:lnTo>
                      <a:pt x="38"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53"/>
              <p:cNvSpPr/>
              <p:nvPr/>
            </p:nvSpPr>
            <p:spPr>
              <a:xfrm>
                <a:off x="7799934" y="4023977"/>
                <a:ext cx="105385" cy="426857"/>
              </a:xfrm>
              <a:custGeom>
                <a:avLst/>
                <a:gdLst/>
                <a:ahLst/>
                <a:cxnLst/>
                <a:rect l="l" t="t" r="r" b="b"/>
                <a:pathLst>
                  <a:path w="5769" h="23367" extrusionOk="0">
                    <a:moveTo>
                      <a:pt x="1" y="1"/>
                    </a:moveTo>
                    <a:lnTo>
                      <a:pt x="1849" y="22996"/>
                    </a:lnTo>
                    <a:lnTo>
                      <a:pt x="4326" y="23366"/>
                    </a:lnTo>
                    <a:lnTo>
                      <a:pt x="5768" y="38"/>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53"/>
              <p:cNvSpPr/>
              <p:nvPr/>
            </p:nvSpPr>
            <p:spPr>
              <a:xfrm>
                <a:off x="7763472" y="4403539"/>
                <a:ext cx="151967" cy="130229"/>
              </a:xfrm>
              <a:custGeom>
                <a:avLst/>
                <a:gdLst/>
                <a:ahLst/>
                <a:cxnLst/>
                <a:rect l="l" t="t" r="r" b="b"/>
                <a:pathLst>
                  <a:path w="8319" h="7129" extrusionOk="0">
                    <a:moveTo>
                      <a:pt x="4770" y="0"/>
                    </a:moveTo>
                    <a:cubicBezTo>
                      <a:pt x="1590" y="0"/>
                      <a:pt x="0" y="3771"/>
                      <a:pt x="2182" y="6026"/>
                    </a:cubicBezTo>
                    <a:cubicBezTo>
                      <a:pt x="2918" y="6787"/>
                      <a:pt x="3834" y="7129"/>
                      <a:pt x="4730" y="7129"/>
                    </a:cubicBezTo>
                    <a:cubicBezTo>
                      <a:pt x="6533" y="7129"/>
                      <a:pt x="8257" y="5747"/>
                      <a:pt x="8282" y="3623"/>
                    </a:cubicBezTo>
                    <a:cubicBezTo>
                      <a:pt x="8319" y="1664"/>
                      <a:pt x="6729" y="37"/>
                      <a:pt x="4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53"/>
              <p:cNvSpPr/>
              <p:nvPr/>
            </p:nvSpPr>
            <p:spPr>
              <a:xfrm>
                <a:off x="7294765" y="3996284"/>
                <a:ext cx="558547" cy="303259"/>
              </a:xfrm>
              <a:custGeom>
                <a:avLst/>
                <a:gdLst/>
                <a:ahLst/>
                <a:cxnLst/>
                <a:rect l="l" t="t" r="r" b="b"/>
                <a:pathLst>
                  <a:path w="30576" h="16601" extrusionOk="0">
                    <a:moveTo>
                      <a:pt x="29651" y="1"/>
                    </a:moveTo>
                    <a:cubicBezTo>
                      <a:pt x="29651" y="1"/>
                      <a:pt x="17266" y="3735"/>
                      <a:pt x="8615" y="6692"/>
                    </a:cubicBezTo>
                    <a:cubicBezTo>
                      <a:pt x="1" y="9650"/>
                      <a:pt x="1221" y="16601"/>
                      <a:pt x="1221" y="16601"/>
                    </a:cubicBezTo>
                    <a:cubicBezTo>
                      <a:pt x="1221" y="16601"/>
                      <a:pt x="4770" y="11499"/>
                      <a:pt x="14678" y="9465"/>
                    </a:cubicBezTo>
                    <a:cubicBezTo>
                      <a:pt x="24549" y="7469"/>
                      <a:pt x="30575" y="5916"/>
                      <a:pt x="30575" y="5916"/>
                    </a:cubicBezTo>
                    <a:lnTo>
                      <a:pt x="296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53"/>
              <p:cNvSpPr/>
              <p:nvPr/>
            </p:nvSpPr>
            <p:spPr>
              <a:xfrm>
                <a:off x="7294765" y="4213758"/>
                <a:ext cx="160754" cy="137171"/>
              </a:xfrm>
              <a:custGeom>
                <a:avLst/>
                <a:gdLst/>
                <a:ahLst/>
                <a:cxnLst/>
                <a:rect l="l" t="t" r="r" b="b"/>
                <a:pathLst>
                  <a:path w="8800" h="7509" extrusionOk="0">
                    <a:moveTo>
                      <a:pt x="5029" y="0"/>
                    </a:moveTo>
                    <a:cubicBezTo>
                      <a:pt x="1701" y="0"/>
                      <a:pt x="1" y="3919"/>
                      <a:pt x="2256" y="6322"/>
                    </a:cubicBezTo>
                    <a:cubicBezTo>
                      <a:pt x="3024" y="7140"/>
                      <a:pt x="3997" y="7509"/>
                      <a:pt x="4954" y="7509"/>
                    </a:cubicBezTo>
                    <a:cubicBezTo>
                      <a:pt x="6809" y="7509"/>
                      <a:pt x="8604" y="6126"/>
                      <a:pt x="8726" y="3956"/>
                    </a:cubicBezTo>
                    <a:cubicBezTo>
                      <a:pt x="8800" y="1849"/>
                      <a:pt x="7136" y="74"/>
                      <a:pt x="50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53"/>
              <p:cNvSpPr/>
              <p:nvPr/>
            </p:nvSpPr>
            <p:spPr>
              <a:xfrm>
                <a:off x="7317051" y="4213758"/>
                <a:ext cx="133060" cy="134412"/>
              </a:xfrm>
              <a:custGeom>
                <a:avLst/>
                <a:gdLst/>
                <a:ahLst/>
                <a:cxnLst/>
                <a:rect l="l" t="t" r="r" b="b"/>
                <a:pathLst>
                  <a:path w="7284" h="7358" extrusionOk="0">
                    <a:moveTo>
                      <a:pt x="3809" y="0"/>
                    </a:moveTo>
                    <a:cubicBezTo>
                      <a:pt x="1664" y="37"/>
                      <a:pt x="1" y="1812"/>
                      <a:pt x="1" y="3919"/>
                    </a:cubicBezTo>
                    <a:cubicBezTo>
                      <a:pt x="1" y="5324"/>
                      <a:pt x="740" y="6655"/>
                      <a:pt x="1923" y="7358"/>
                    </a:cubicBezTo>
                    <a:cubicBezTo>
                      <a:pt x="1849" y="7247"/>
                      <a:pt x="1775" y="7136"/>
                      <a:pt x="1701" y="7025"/>
                    </a:cubicBezTo>
                    <a:cubicBezTo>
                      <a:pt x="1036" y="5620"/>
                      <a:pt x="1369" y="3956"/>
                      <a:pt x="2552" y="2921"/>
                    </a:cubicBezTo>
                    <a:cubicBezTo>
                      <a:pt x="3444" y="2184"/>
                      <a:pt x="4315" y="1875"/>
                      <a:pt x="5145" y="1875"/>
                    </a:cubicBezTo>
                    <a:cubicBezTo>
                      <a:pt x="5898" y="1875"/>
                      <a:pt x="6616" y="2129"/>
                      <a:pt x="7284" y="2551"/>
                    </a:cubicBezTo>
                    <a:cubicBezTo>
                      <a:pt x="6766" y="1072"/>
                      <a:pt x="5362" y="37"/>
                      <a:pt x="38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53"/>
              <p:cNvSpPr/>
              <p:nvPr/>
            </p:nvSpPr>
            <p:spPr>
              <a:xfrm>
                <a:off x="7852618" y="3996284"/>
                <a:ext cx="557195" cy="309342"/>
              </a:xfrm>
              <a:custGeom>
                <a:avLst/>
                <a:gdLst/>
                <a:ahLst/>
                <a:cxnLst/>
                <a:rect l="l" t="t" r="r" b="b"/>
                <a:pathLst>
                  <a:path w="30502" h="16934" extrusionOk="0">
                    <a:moveTo>
                      <a:pt x="962" y="1"/>
                    </a:moveTo>
                    <a:lnTo>
                      <a:pt x="0" y="5916"/>
                    </a:lnTo>
                    <a:cubicBezTo>
                      <a:pt x="0" y="5916"/>
                      <a:pt x="5990" y="7543"/>
                      <a:pt x="15861" y="9687"/>
                    </a:cubicBezTo>
                    <a:cubicBezTo>
                      <a:pt x="25732" y="11794"/>
                      <a:pt x="29170" y="16933"/>
                      <a:pt x="29170" y="16933"/>
                    </a:cubicBezTo>
                    <a:cubicBezTo>
                      <a:pt x="29170" y="16933"/>
                      <a:pt x="30501" y="10020"/>
                      <a:pt x="21887" y="6988"/>
                    </a:cubicBezTo>
                    <a:cubicBezTo>
                      <a:pt x="13273" y="3920"/>
                      <a:pt x="962" y="1"/>
                      <a:pt x="9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53"/>
              <p:cNvSpPr/>
              <p:nvPr/>
            </p:nvSpPr>
            <p:spPr>
              <a:xfrm>
                <a:off x="8248383" y="4219841"/>
                <a:ext cx="160078" cy="136513"/>
              </a:xfrm>
              <a:custGeom>
                <a:avLst/>
                <a:gdLst/>
                <a:ahLst/>
                <a:cxnLst/>
                <a:rect l="l" t="t" r="r" b="b"/>
                <a:pathLst>
                  <a:path w="8763" h="7473" extrusionOk="0">
                    <a:moveTo>
                      <a:pt x="3808" y="0"/>
                    </a:moveTo>
                    <a:cubicBezTo>
                      <a:pt x="1701" y="37"/>
                      <a:pt x="0" y="1775"/>
                      <a:pt x="37" y="3882"/>
                    </a:cubicBezTo>
                    <a:cubicBezTo>
                      <a:pt x="136" y="6069"/>
                      <a:pt x="1933" y="7472"/>
                      <a:pt x="3800" y="7472"/>
                    </a:cubicBezTo>
                    <a:cubicBezTo>
                      <a:pt x="4742" y="7472"/>
                      <a:pt x="5702" y="7115"/>
                      <a:pt x="6470" y="6322"/>
                    </a:cubicBezTo>
                    <a:cubicBezTo>
                      <a:pt x="8762" y="3956"/>
                      <a:pt x="7099" y="0"/>
                      <a:pt x="38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53"/>
              <p:cNvSpPr/>
              <p:nvPr/>
            </p:nvSpPr>
            <p:spPr>
              <a:xfrm>
                <a:off x="8253790" y="4219841"/>
                <a:ext cx="133060" cy="134412"/>
              </a:xfrm>
              <a:custGeom>
                <a:avLst/>
                <a:gdLst/>
                <a:ahLst/>
                <a:cxnLst/>
                <a:rect l="l" t="t" r="r" b="b"/>
                <a:pathLst>
                  <a:path w="7284" h="7358" extrusionOk="0">
                    <a:moveTo>
                      <a:pt x="3512" y="0"/>
                    </a:moveTo>
                    <a:cubicBezTo>
                      <a:pt x="1923" y="0"/>
                      <a:pt x="518" y="998"/>
                      <a:pt x="0" y="2477"/>
                    </a:cubicBezTo>
                    <a:cubicBezTo>
                      <a:pt x="657" y="2080"/>
                      <a:pt x="1362" y="1836"/>
                      <a:pt x="2100" y="1836"/>
                    </a:cubicBezTo>
                    <a:cubicBezTo>
                      <a:pt x="2941" y="1836"/>
                      <a:pt x="3826" y="2153"/>
                      <a:pt x="4732" y="2921"/>
                    </a:cubicBezTo>
                    <a:cubicBezTo>
                      <a:pt x="5878" y="3956"/>
                      <a:pt x="6211" y="5620"/>
                      <a:pt x="5509" y="7025"/>
                    </a:cubicBezTo>
                    <a:cubicBezTo>
                      <a:pt x="5435" y="7135"/>
                      <a:pt x="5361" y="7246"/>
                      <a:pt x="5287" y="7357"/>
                    </a:cubicBezTo>
                    <a:cubicBezTo>
                      <a:pt x="6507" y="6655"/>
                      <a:pt x="7246" y="5361"/>
                      <a:pt x="7246" y="3956"/>
                    </a:cubicBezTo>
                    <a:cubicBezTo>
                      <a:pt x="7283" y="1812"/>
                      <a:pt x="5620" y="37"/>
                      <a:pt x="3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53"/>
              <p:cNvSpPr/>
              <p:nvPr/>
            </p:nvSpPr>
            <p:spPr>
              <a:xfrm>
                <a:off x="7258979" y="3611205"/>
                <a:ext cx="875287" cy="315535"/>
              </a:xfrm>
              <a:custGeom>
                <a:avLst/>
                <a:gdLst/>
                <a:ahLst/>
                <a:cxnLst/>
                <a:rect l="l" t="t" r="r" b="b"/>
                <a:pathLst>
                  <a:path w="47915" h="17273" extrusionOk="0">
                    <a:moveTo>
                      <a:pt x="10057" y="0"/>
                    </a:moveTo>
                    <a:cubicBezTo>
                      <a:pt x="7502" y="0"/>
                      <a:pt x="5189" y="542"/>
                      <a:pt x="3771" y="2152"/>
                    </a:cubicBezTo>
                    <a:cubicBezTo>
                      <a:pt x="1331" y="4925"/>
                      <a:pt x="0" y="10137"/>
                      <a:pt x="4437" y="12060"/>
                    </a:cubicBezTo>
                    <a:cubicBezTo>
                      <a:pt x="12459" y="15461"/>
                      <a:pt x="24955" y="16164"/>
                      <a:pt x="33754" y="17051"/>
                    </a:cubicBezTo>
                    <a:cubicBezTo>
                      <a:pt x="35061" y="17187"/>
                      <a:pt x="36679" y="17273"/>
                      <a:pt x="38387" y="17273"/>
                    </a:cubicBezTo>
                    <a:cubicBezTo>
                      <a:pt x="41802" y="17273"/>
                      <a:pt x="45573" y="16928"/>
                      <a:pt x="47914" y="15942"/>
                    </a:cubicBezTo>
                    <a:lnTo>
                      <a:pt x="45141" y="8696"/>
                    </a:lnTo>
                    <a:cubicBezTo>
                      <a:pt x="42997" y="7919"/>
                      <a:pt x="40816" y="7513"/>
                      <a:pt x="38524" y="6958"/>
                    </a:cubicBezTo>
                    <a:cubicBezTo>
                      <a:pt x="32682" y="5479"/>
                      <a:pt x="26878" y="3335"/>
                      <a:pt x="21000" y="1893"/>
                    </a:cubicBezTo>
                    <a:cubicBezTo>
                      <a:pt x="18290" y="1227"/>
                      <a:pt x="13901" y="0"/>
                      <a:pt x="100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53"/>
              <p:cNvSpPr/>
              <p:nvPr/>
            </p:nvSpPr>
            <p:spPr>
              <a:xfrm>
                <a:off x="7296793" y="3638022"/>
                <a:ext cx="788170" cy="199572"/>
              </a:xfrm>
              <a:custGeom>
                <a:avLst/>
                <a:gdLst/>
                <a:ahLst/>
                <a:cxnLst/>
                <a:rect l="l" t="t" r="r" b="b"/>
                <a:pathLst>
                  <a:path w="43146" h="10925" extrusionOk="0">
                    <a:moveTo>
                      <a:pt x="7244" y="1"/>
                    </a:moveTo>
                    <a:cubicBezTo>
                      <a:pt x="4676" y="1"/>
                      <a:pt x="2348" y="546"/>
                      <a:pt x="925" y="2163"/>
                    </a:cubicBezTo>
                    <a:cubicBezTo>
                      <a:pt x="592" y="2532"/>
                      <a:pt x="259" y="2976"/>
                      <a:pt x="1" y="3420"/>
                    </a:cubicBezTo>
                    <a:cubicBezTo>
                      <a:pt x="1477" y="2440"/>
                      <a:pt x="3492" y="2086"/>
                      <a:pt x="5684" y="2086"/>
                    </a:cubicBezTo>
                    <a:cubicBezTo>
                      <a:pt x="9860" y="2086"/>
                      <a:pt x="14678" y="3369"/>
                      <a:pt x="17636" y="4048"/>
                    </a:cubicBezTo>
                    <a:cubicBezTo>
                      <a:pt x="23958" y="5564"/>
                      <a:pt x="30206" y="7745"/>
                      <a:pt x="36491" y="9261"/>
                    </a:cubicBezTo>
                    <a:cubicBezTo>
                      <a:pt x="38783" y="9816"/>
                      <a:pt x="41001" y="10222"/>
                      <a:pt x="43145" y="10925"/>
                    </a:cubicBezTo>
                    <a:lnTo>
                      <a:pt x="42295" y="8706"/>
                    </a:lnTo>
                    <a:cubicBezTo>
                      <a:pt x="40151" y="7930"/>
                      <a:pt x="37969" y="7523"/>
                      <a:pt x="35677" y="6932"/>
                    </a:cubicBezTo>
                    <a:cubicBezTo>
                      <a:pt x="29836" y="5453"/>
                      <a:pt x="24032" y="3309"/>
                      <a:pt x="18153" y="1904"/>
                    </a:cubicBezTo>
                    <a:cubicBezTo>
                      <a:pt x="15452" y="1217"/>
                      <a:pt x="11080" y="1"/>
                      <a:pt x="724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53"/>
              <p:cNvSpPr/>
              <p:nvPr/>
            </p:nvSpPr>
            <p:spPr>
              <a:xfrm>
                <a:off x="7620292" y="2247445"/>
                <a:ext cx="1090058" cy="1685542"/>
              </a:xfrm>
              <a:custGeom>
                <a:avLst/>
                <a:gdLst/>
                <a:ahLst/>
                <a:cxnLst/>
                <a:rect l="l" t="t" r="r" b="b"/>
                <a:pathLst>
                  <a:path w="59672" h="92270" extrusionOk="0">
                    <a:moveTo>
                      <a:pt x="43955" y="0"/>
                    </a:moveTo>
                    <a:cubicBezTo>
                      <a:pt x="40892" y="0"/>
                      <a:pt x="37249" y="846"/>
                      <a:pt x="33607" y="3974"/>
                    </a:cubicBezTo>
                    <a:cubicBezTo>
                      <a:pt x="26767" y="9853"/>
                      <a:pt x="24068" y="23347"/>
                      <a:pt x="20445" y="27192"/>
                    </a:cubicBezTo>
                    <a:cubicBezTo>
                      <a:pt x="16970" y="30926"/>
                      <a:pt x="11942" y="35030"/>
                      <a:pt x="10722" y="39984"/>
                    </a:cubicBezTo>
                    <a:cubicBezTo>
                      <a:pt x="9354" y="45640"/>
                      <a:pt x="12423" y="48191"/>
                      <a:pt x="14419" y="52776"/>
                    </a:cubicBezTo>
                    <a:cubicBezTo>
                      <a:pt x="16416" y="57360"/>
                      <a:pt x="14900" y="59357"/>
                      <a:pt x="11720" y="63460"/>
                    </a:cubicBezTo>
                    <a:cubicBezTo>
                      <a:pt x="6249" y="70559"/>
                      <a:pt x="1" y="79654"/>
                      <a:pt x="8467" y="86604"/>
                    </a:cubicBezTo>
                    <a:cubicBezTo>
                      <a:pt x="13233" y="90492"/>
                      <a:pt x="20205" y="92270"/>
                      <a:pt x="27075" y="92270"/>
                    </a:cubicBezTo>
                    <a:cubicBezTo>
                      <a:pt x="29744" y="92270"/>
                      <a:pt x="32398" y="92001"/>
                      <a:pt x="34901" y="91484"/>
                    </a:cubicBezTo>
                    <a:cubicBezTo>
                      <a:pt x="46805" y="89044"/>
                      <a:pt x="43589" y="80467"/>
                      <a:pt x="42887" y="72518"/>
                    </a:cubicBezTo>
                    <a:cubicBezTo>
                      <a:pt x="42147" y="63682"/>
                      <a:pt x="47508" y="56880"/>
                      <a:pt x="50392" y="48339"/>
                    </a:cubicBezTo>
                    <a:cubicBezTo>
                      <a:pt x="53312" y="39503"/>
                      <a:pt x="53941" y="33847"/>
                      <a:pt x="54902" y="21683"/>
                    </a:cubicBezTo>
                    <a:cubicBezTo>
                      <a:pt x="55567" y="13032"/>
                      <a:pt x="59671" y="3235"/>
                      <a:pt x="49061" y="684"/>
                    </a:cubicBezTo>
                    <a:cubicBezTo>
                      <a:pt x="47715" y="362"/>
                      <a:pt x="45959" y="0"/>
                      <a:pt x="439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53"/>
              <p:cNvSpPr/>
              <p:nvPr/>
            </p:nvSpPr>
            <p:spPr>
              <a:xfrm>
                <a:off x="7635819" y="2247408"/>
                <a:ext cx="984034" cy="1682035"/>
              </a:xfrm>
              <a:custGeom>
                <a:avLst/>
                <a:gdLst/>
                <a:ahLst/>
                <a:cxnLst/>
                <a:rect l="l" t="t" r="r" b="b"/>
                <a:pathLst>
                  <a:path w="53868" h="92078" extrusionOk="0">
                    <a:moveTo>
                      <a:pt x="43548" y="1"/>
                    </a:moveTo>
                    <a:cubicBezTo>
                      <a:pt x="40487" y="1"/>
                      <a:pt x="36878" y="929"/>
                      <a:pt x="33201" y="4087"/>
                    </a:cubicBezTo>
                    <a:cubicBezTo>
                      <a:pt x="26361" y="9966"/>
                      <a:pt x="23625" y="23460"/>
                      <a:pt x="20039" y="27305"/>
                    </a:cubicBezTo>
                    <a:cubicBezTo>
                      <a:pt x="16527" y="31039"/>
                      <a:pt x="11499" y="35143"/>
                      <a:pt x="10279" y="40097"/>
                    </a:cubicBezTo>
                    <a:cubicBezTo>
                      <a:pt x="8911" y="45753"/>
                      <a:pt x="12016" y="48304"/>
                      <a:pt x="13976" y="52889"/>
                    </a:cubicBezTo>
                    <a:cubicBezTo>
                      <a:pt x="15972" y="57473"/>
                      <a:pt x="14456" y="59506"/>
                      <a:pt x="11277" y="63573"/>
                    </a:cubicBezTo>
                    <a:cubicBezTo>
                      <a:pt x="5842" y="70672"/>
                      <a:pt x="1" y="80580"/>
                      <a:pt x="8504" y="87530"/>
                    </a:cubicBezTo>
                    <a:cubicBezTo>
                      <a:pt x="12201" y="90525"/>
                      <a:pt x="17192" y="91412"/>
                      <a:pt x="22479" y="92078"/>
                    </a:cubicBezTo>
                    <a:cubicBezTo>
                      <a:pt x="21444" y="91486"/>
                      <a:pt x="20002" y="90895"/>
                      <a:pt x="19115" y="90155"/>
                    </a:cubicBezTo>
                    <a:cubicBezTo>
                      <a:pt x="10611" y="83205"/>
                      <a:pt x="16896" y="74110"/>
                      <a:pt x="22368" y="67012"/>
                    </a:cubicBezTo>
                    <a:cubicBezTo>
                      <a:pt x="25511" y="62908"/>
                      <a:pt x="27063" y="60911"/>
                      <a:pt x="25067" y="56327"/>
                    </a:cubicBezTo>
                    <a:cubicBezTo>
                      <a:pt x="23071" y="51743"/>
                      <a:pt x="19965" y="49192"/>
                      <a:pt x="21370" y="43535"/>
                    </a:cubicBezTo>
                    <a:cubicBezTo>
                      <a:pt x="22590" y="38581"/>
                      <a:pt x="27581" y="34477"/>
                      <a:pt x="31093" y="30743"/>
                    </a:cubicBezTo>
                    <a:cubicBezTo>
                      <a:pt x="34716" y="26898"/>
                      <a:pt x="37415" y="13404"/>
                      <a:pt x="44255" y="7526"/>
                    </a:cubicBezTo>
                    <a:cubicBezTo>
                      <a:pt x="47582" y="4679"/>
                      <a:pt x="50983" y="4161"/>
                      <a:pt x="53867" y="4050"/>
                    </a:cubicBezTo>
                    <a:cubicBezTo>
                      <a:pt x="52684" y="2202"/>
                      <a:pt x="50983" y="1536"/>
                      <a:pt x="48617" y="797"/>
                    </a:cubicBezTo>
                    <a:cubicBezTo>
                      <a:pt x="47234" y="379"/>
                      <a:pt x="45503" y="1"/>
                      <a:pt x="435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53"/>
              <p:cNvSpPr/>
              <p:nvPr/>
            </p:nvSpPr>
            <p:spPr>
              <a:xfrm>
                <a:off x="7743890" y="2287615"/>
                <a:ext cx="714552" cy="1612107"/>
              </a:xfrm>
              <a:custGeom>
                <a:avLst/>
                <a:gdLst/>
                <a:ahLst/>
                <a:cxnLst/>
                <a:rect l="l" t="t" r="r" b="b"/>
                <a:pathLst>
                  <a:path w="39116" h="88250" extrusionOk="0">
                    <a:moveTo>
                      <a:pt x="39115" y="1"/>
                    </a:moveTo>
                    <a:lnTo>
                      <a:pt x="39115" y="1"/>
                    </a:lnTo>
                    <a:cubicBezTo>
                      <a:pt x="37119" y="703"/>
                      <a:pt x="35270" y="1812"/>
                      <a:pt x="33717" y="3254"/>
                    </a:cubicBezTo>
                    <a:cubicBezTo>
                      <a:pt x="26878" y="9317"/>
                      <a:pt x="24142" y="23182"/>
                      <a:pt x="20556" y="27137"/>
                    </a:cubicBezTo>
                    <a:cubicBezTo>
                      <a:pt x="17044" y="30982"/>
                      <a:pt x="12016" y="35197"/>
                      <a:pt x="10796" y="40299"/>
                    </a:cubicBezTo>
                    <a:cubicBezTo>
                      <a:pt x="9428" y="46140"/>
                      <a:pt x="12496" y="48765"/>
                      <a:pt x="14493" y="53461"/>
                    </a:cubicBezTo>
                    <a:cubicBezTo>
                      <a:pt x="16489" y="58193"/>
                      <a:pt x="14973" y="60263"/>
                      <a:pt x="11794" y="64478"/>
                    </a:cubicBezTo>
                    <a:cubicBezTo>
                      <a:pt x="6396" y="71687"/>
                      <a:pt x="0" y="81115"/>
                      <a:pt x="8208" y="88250"/>
                    </a:cubicBezTo>
                    <a:cubicBezTo>
                      <a:pt x="7986" y="87917"/>
                      <a:pt x="7579" y="87437"/>
                      <a:pt x="7320" y="87141"/>
                    </a:cubicBezTo>
                    <a:cubicBezTo>
                      <a:pt x="1442" y="79414"/>
                      <a:pt x="6914" y="71317"/>
                      <a:pt x="12127" y="64367"/>
                    </a:cubicBezTo>
                    <a:cubicBezTo>
                      <a:pt x="15269" y="60152"/>
                      <a:pt x="16822" y="58082"/>
                      <a:pt x="14825" y="53387"/>
                    </a:cubicBezTo>
                    <a:cubicBezTo>
                      <a:pt x="12829" y="48654"/>
                      <a:pt x="9760" y="46029"/>
                      <a:pt x="11128" y="40225"/>
                    </a:cubicBezTo>
                    <a:cubicBezTo>
                      <a:pt x="12348" y="35123"/>
                      <a:pt x="17376" y="30908"/>
                      <a:pt x="20889" y="27063"/>
                    </a:cubicBezTo>
                    <a:cubicBezTo>
                      <a:pt x="24475" y="23108"/>
                      <a:pt x="27211" y="9207"/>
                      <a:pt x="34013" y="3143"/>
                    </a:cubicBezTo>
                    <a:cubicBezTo>
                      <a:pt x="35529" y="1812"/>
                      <a:pt x="37230" y="740"/>
                      <a:pt x="391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53"/>
              <p:cNvSpPr/>
              <p:nvPr/>
            </p:nvSpPr>
            <p:spPr>
              <a:xfrm>
                <a:off x="7616912" y="2246951"/>
                <a:ext cx="803021" cy="1619688"/>
              </a:xfrm>
              <a:custGeom>
                <a:avLst/>
                <a:gdLst/>
                <a:ahLst/>
                <a:cxnLst/>
                <a:rect l="l" t="t" r="r" b="b"/>
                <a:pathLst>
                  <a:path w="43959" h="88665" extrusionOk="0">
                    <a:moveTo>
                      <a:pt x="43496" y="0"/>
                    </a:moveTo>
                    <a:cubicBezTo>
                      <a:pt x="40442" y="0"/>
                      <a:pt x="36783" y="1061"/>
                      <a:pt x="33089" y="4297"/>
                    </a:cubicBezTo>
                    <a:cubicBezTo>
                      <a:pt x="26361" y="10139"/>
                      <a:pt x="23699" y="23596"/>
                      <a:pt x="20150" y="27441"/>
                    </a:cubicBezTo>
                    <a:cubicBezTo>
                      <a:pt x="16711" y="31175"/>
                      <a:pt x="11757" y="35279"/>
                      <a:pt x="10574" y="40196"/>
                    </a:cubicBezTo>
                    <a:cubicBezTo>
                      <a:pt x="9206" y="45852"/>
                      <a:pt x="12238" y="48403"/>
                      <a:pt x="14197" y="52951"/>
                    </a:cubicBezTo>
                    <a:cubicBezTo>
                      <a:pt x="16194" y="57535"/>
                      <a:pt x="14641" y="59531"/>
                      <a:pt x="11573" y="63635"/>
                    </a:cubicBezTo>
                    <a:cubicBezTo>
                      <a:pt x="6175" y="70697"/>
                      <a:pt x="1" y="79791"/>
                      <a:pt x="8393" y="86705"/>
                    </a:cubicBezTo>
                    <a:cubicBezTo>
                      <a:pt x="9243" y="87407"/>
                      <a:pt x="10131" y="88073"/>
                      <a:pt x="11055" y="88664"/>
                    </a:cubicBezTo>
                    <a:cubicBezTo>
                      <a:pt x="9835" y="87629"/>
                      <a:pt x="8763" y="86409"/>
                      <a:pt x="7875" y="85041"/>
                    </a:cubicBezTo>
                    <a:cubicBezTo>
                      <a:pt x="3032" y="77277"/>
                      <a:pt x="7765" y="70142"/>
                      <a:pt x="12719" y="63635"/>
                    </a:cubicBezTo>
                    <a:cubicBezTo>
                      <a:pt x="15824" y="59568"/>
                      <a:pt x="17340" y="57535"/>
                      <a:pt x="15381" y="52988"/>
                    </a:cubicBezTo>
                    <a:cubicBezTo>
                      <a:pt x="13421" y="48403"/>
                      <a:pt x="10389" y="45889"/>
                      <a:pt x="11720" y="40233"/>
                    </a:cubicBezTo>
                    <a:cubicBezTo>
                      <a:pt x="12903" y="35279"/>
                      <a:pt x="17858" y="31175"/>
                      <a:pt x="21333" y="27441"/>
                    </a:cubicBezTo>
                    <a:cubicBezTo>
                      <a:pt x="24882" y="23633"/>
                      <a:pt x="27544" y="10176"/>
                      <a:pt x="34273" y="4297"/>
                    </a:cubicBezTo>
                    <a:cubicBezTo>
                      <a:pt x="37674" y="1303"/>
                      <a:pt x="41297" y="637"/>
                      <a:pt x="43959" y="9"/>
                    </a:cubicBezTo>
                    <a:cubicBezTo>
                      <a:pt x="43806" y="3"/>
                      <a:pt x="43652" y="0"/>
                      <a:pt x="434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53"/>
              <p:cNvSpPr/>
              <p:nvPr/>
            </p:nvSpPr>
            <p:spPr>
              <a:xfrm>
                <a:off x="8052519" y="2826945"/>
                <a:ext cx="520733" cy="1101658"/>
              </a:xfrm>
              <a:custGeom>
                <a:avLst/>
                <a:gdLst/>
                <a:ahLst/>
                <a:cxnLst/>
                <a:rect l="l" t="t" r="r" b="b"/>
                <a:pathLst>
                  <a:path w="28506" h="60307" extrusionOk="0">
                    <a:moveTo>
                      <a:pt x="18204" y="0"/>
                    </a:moveTo>
                    <a:cubicBezTo>
                      <a:pt x="17919" y="0"/>
                      <a:pt x="17665" y="29"/>
                      <a:pt x="17451" y="90"/>
                    </a:cubicBezTo>
                    <a:cubicBezTo>
                      <a:pt x="6249" y="3233"/>
                      <a:pt x="8726" y="26783"/>
                      <a:pt x="8726" y="26783"/>
                    </a:cubicBezTo>
                    <a:cubicBezTo>
                      <a:pt x="8689" y="33068"/>
                      <a:pt x="6249" y="38022"/>
                      <a:pt x="4252" y="43864"/>
                    </a:cubicBezTo>
                    <a:cubicBezTo>
                      <a:pt x="2921" y="47672"/>
                      <a:pt x="1" y="55953"/>
                      <a:pt x="4068" y="58948"/>
                    </a:cubicBezTo>
                    <a:cubicBezTo>
                      <a:pt x="5357" y="59898"/>
                      <a:pt x="6691" y="60306"/>
                      <a:pt x="7974" y="60306"/>
                    </a:cubicBezTo>
                    <a:cubicBezTo>
                      <a:pt x="11584" y="60306"/>
                      <a:pt x="14780" y="57069"/>
                      <a:pt x="15381" y="53550"/>
                    </a:cubicBezTo>
                    <a:cubicBezTo>
                      <a:pt x="16305" y="48078"/>
                      <a:pt x="15824" y="42015"/>
                      <a:pt x="15861" y="36396"/>
                    </a:cubicBezTo>
                    <a:cubicBezTo>
                      <a:pt x="15898" y="25785"/>
                      <a:pt x="28505" y="14065"/>
                      <a:pt x="25178" y="3418"/>
                    </a:cubicBezTo>
                    <a:cubicBezTo>
                      <a:pt x="24685" y="1840"/>
                      <a:pt x="20482" y="0"/>
                      <a:pt x="182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53"/>
              <p:cNvSpPr/>
              <p:nvPr/>
            </p:nvSpPr>
            <p:spPr>
              <a:xfrm>
                <a:off x="7372438" y="3233616"/>
                <a:ext cx="481550" cy="194713"/>
              </a:xfrm>
              <a:custGeom>
                <a:avLst/>
                <a:gdLst/>
                <a:ahLst/>
                <a:cxnLst/>
                <a:rect l="l" t="t" r="r" b="b"/>
                <a:pathLst>
                  <a:path w="26361" h="10659" extrusionOk="0">
                    <a:moveTo>
                      <a:pt x="3426" y="0"/>
                    </a:moveTo>
                    <a:cubicBezTo>
                      <a:pt x="2710" y="0"/>
                      <a:pt x="2099" y="87"/>
                      <a:pt x="1701" y="307"/>
                    </a:cubicBezTo>
                    <a:cubicBezTo>
                      <a:pt x="814" y="861"/>
                      <a:pt x="222" y="1711"/>
                      <a:pt x="0" y="2747"/>
                    </a:cubicBezTo>
                    <a:lnTo>
                      <a:pt x="1257" y="2747"/>
                    </a:lnTo>
                    <a:cubicBezTo>
                      <a:pt x="2182" y="2821"/>
                      <a:pt x="3106" y="2968"/>
                      <a:pt x="4030" y="3190"/>
                    </a:cubicBezTo>
                    <a:cubicBezTo>
                      <a:pt x="5102" y="3412"/>
                      <a:pt x="6174" y="3671"/>
                      <a:pt x="7247" y="3930"/>
                    </a:cubicBezTo>
                    <a:cubicBezTo>
                      <a:pt x="9058" y="4373"/>
                      <a:pt x="10870" y="4669"/>
                      <a:pt x="12718" y="5076"/>
                    </a:cubicBezTo>
                    <a:cubicBezTo>
                      <a:pt x="14789" y="5556"/>
                      <a:pt x="16859" y="6074"/>
                      <a:pt x="18855" y="6740"/>
                    </a:cubicBezTo>
                    <a:cubicBezTo>
                      <a:pt x="20741" y="7294"/>
                      <a:pt x="22515" y="8070"/>
                      <a:pt x="24179" y="9032"/>
                    </a:cubicBezTo>
                    <a:cubicBezTo>
                      <a:pt x="24919" y="9401"/>
                      <a:pt x="25510" y="9956"/>
                      <a:pt x="25917" y="10658"/>
                    </a:cubicBezTo>
                    <a:cubicBezTo>
                      <a:pt x="26360" y="9069"/>
                      <a:pt x="25843" y="6444"/>
                      <a:pt x="24105" y="5335"/>
                    </a:cubicBezTo>
                    <a:cubicBezTo>
                      <a:pt x="23588" y="5002"/>
                      <a:pt x="19632" y="3893"/>
                      <a:pt x="18264" y="3486"/>
                    </a:cubicBezTo>
                    <a:cubicBezTo>
                      <a:pt x="15232" y="2599"/>
                      <a:pt x="12164" y="1638"/>
                      <a:pt x="9095" y="898"/>
                    </a:cubicBezTo>
                    <a:cubicBezTo>
                      <a:pt x="7717" y="554"/>
                      <a:pt x="5238" y="0"/>
                      <a:pt x="34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53"/>
              <p:cNvSpPr/>
              <p:nvPr/>
            </p:nvSpPr>
            <p:spPr>
              <a:xfrm>
                <a:off x="7368383" y="3281751"/>
                <a:ext cx="477494" cy="187425"/>
              </a:xfrm>
              <a:custGeom>
                <a:avLst/>
                <a:gdLst/>
                <a:ahLst/>
                <a:cxnLst/>
                <a:rect l="l" t="t" r="r" b="b"/>
                <a:pathLst>
                  <a:path w="26139" h="10260" extrusionOk="0">
                    <a:moveTo>
                      <a:pt x="185" y="1"/>
                    </a:moveTo>
                    <a:cubicBezTo>
                      <a:pt x="1" y="777"/>
                      <a:pt x="148" y="1554"/>
                      <a:pt x="592" y="2182"/>
                    </a:cubicBezTo>
                    <a:cubicBezTo>
                      <a:pt x="2071" y="4031"/>
                      <a:pt x="6766" y="5251"/>
                      <a:pt x="9280" y="6138"/>
                    </a:cubicBezTo>
                    <a:cubicBezTo>
                      <a:pt x="12718" y="7284"/>
                      <a:pt x="16268" y="8652"/>
                      <a:pt x="19743" y="9724"/>
                    </a:cubicBezTo>
                    <a:cubicBezTo>
                      <a:pt x="20867" y="10073"/>
                      <a:pt x="21874" y="10259"/>
                      <a:pt x="22748" y="10259"/>
                    </a:cubicBezTo>
                    <a:cubicBezTo>
                      <a:pt x="24373" y="10259"/>
                      <a:pt x="25538" y="9614"/>
                      <a:pt x="26139" y="8171"/>
                    </a:cubicBezTo>
                    <a:lnTo>
                      <a:pt x="26139" y="8134"/>
                    </a:lnTo>
                    <a:cubicBezTo>
                      <a:pt x="25584" y="6249"/>
                      <a:pt x="21333" y="4733"/>
                      <a:pt x="19114" y="4031"/>
                    </a:cubicBezTo>
                    <a:cubicBezTo>
                      <a:pt x="17118" y="3365"/>
                      <a:pt x="15048" y="2811"/>
                      <a:pt x="12977" y="2367"/>
                    </a:cubicBezTo>
                    <a:cubicBezTo>
                      <a:pt x="11129" y="1960"/>
                      <a:pt x="9280" y="1664"/>
                      <a:pt x="7469" y="1184"/>
                    </a:cubicBezTo>
                    <a:cubicBezTo>
                      <a:pt x="5472" y="740"/>
                      <a:pt x="3328" y="112"/>
                      <a:pt x="12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53"/>
              <p:cNvSpPr/>
              <p:nvPr/>
            </p:nvSpPr>
            <p:spPr>
              <a:xfrm>
                <a:off x="7383234" y="3239881"/>
                <a:ext cx="229093" cy="58474"/>
              </a:xfrm>
              <a:custGeom>
                <a:avLst/>
                <a:gdLst/>
                <a:ahLst/>
                <a:cxnLst/>
                <a:rect l="l" t="t" r="r" b="b"/>
                <a:pathLst>
                  <a:path w="12541" h="3201" extrusionOk="0">
                    <a:moveTo>
                      <a:pt x="1110" y="1"/>
                    </a:moveTo>
                    <a:cubicBezTo>
                      <a:pt x="703" y="333"/>
                      <a:pt x="334" y="666"/>
                      <a:pt x="1" y="1036"/>
                    </a:cubicBezTo>
                    <a:cubicBezTo>
                      <a:pt x="61" y="1024"/>
                      <a:pt x="142" y="1018"/>
                      <a:pt x="241" y="1018"/>
                    </a:cubicBezTo>
                    <a:cubicBezTo>
                      <a:pt x="1970" y="1018"/>
                      <a:pt x="9285" y="2754"/>
                      <a:pt x="10648" y="3069"/>
                    </a:cubicBezTo>
                    <a:cubicBezTo>
                      <a:pt x="11036" y="3160"/>
                      <a:pt x="11363" y="3201"/>
                      <a:pt x="11619" y="3201"/>
                    </a:cubicBezTo>
                    <a:cubicBezTo>
                      <a:pt x="12510" y="3201"/>
                      <a:pt x="12541" y="2703"/>
                      <a:pt x="11277" y="2071"/>
                    </a:cubicBezTo>
                    <a:cubicBezTo>
                      <a:pt x="9613" y="1258"/>
                      <a:pt x="1110" y="1"/>
                      <a:pt x="11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53"/>
              <p:cNvSpPr/>
              <p:nvPr/>
            </p:nvSpPr>
            <p:spPr>
              <a:xfrm>
                <a:off x="7442001" y="3375627"/>
                <a:ext cx="238409" cy="461492"/>
              </a:xfrm>
              <a:custGeom>
                <a:avLst/>
                <a:gdLst/>
                <a:ahLst/>
                <a:cxnLst/>
                <a:rect l="l" t="t" r="r" b="b"/>
                <a:pathLst>
                  <a:path w="13051" h="25263" extrusionOk="0">
                    <a:moveTo>
                      <a:pt x="8097" y="1"/>
                    </a:moveTo>
                    <a:cubicBezTo>
                      <a:pt x="8097" y="1"/>
                      <a:pt x="666" y="21555"/>
                      <a:pt x="0" y="23070"/>
                    </a:cubicBezTo>
                    <a:cubicBezTo>
                      <a:pt x="1522" y="24408"/>
                      <a:pt x="3565" y="25262"/>
                      <a:pt x="5482" y="25262"/>
                    </a:cubicBezTo>
                    <a:cubicBezTo>
                      <a:pt x="6266" y="25262"/>
                      <a:pt x="7029" y="25119"/>
                      <a:pt x="7727" y="24808"/>
                    </a:cubicBezTo>
                    <a:cubicBezTo>
                      <a:pt x="10352" y="16564"/>
                      <a:pt x="13051" y="1184"/>
                      <a:pt x="13051" y="1184"/>
                    </a:cubicBezTo>
                    <a:lnTo>
                      <a:pt x="80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1186" name="Google Shape;1186;p53"/>
          <p:cNvCxnSpPr/>
          <p:nvPr/>
        </p:nvCxnSpPr>
        <p:spPr>
          <a:xfrm rot="10800000">
            <a:off x="4013" y="3269650"/>
            <a:ext cx="4292100" cy="0"/>
          </a:xfrm>
          <a:prstGeom prst="straightConnector1">
            <a:avLst/>
          </a:prstGeom>
          <a:noFill/>
          <a:ln w="19050" cap="flat" cmpd="sng">
            <a:solidFill>
              <a:schemeClr val="accent1"/>
            </a:solidFill>
            <a:prstDash val="solid"/>
            <a:round/>
            <a:headEnd type="none" w="med" len="med"/>
            <a:tailEnd type="none" w="med" len="med"/>
          </a:ln>
        </p:spPr>
      </p:cxnSp>
      <p:sp>
        <p:nvSpPr>
          <p:cNvPr id="1187" name="Google Shape;1187;p53"/>
          <p:cNvSpPr/>
          <p:nvPr/>
        </p:nvSpPr>
        <p:spPr>
          <a:xfrm rot="10800000" flipH="1">
            <a:off x="4296125" y="31956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8" name="Google Shape;1188;p53"/>
          <p:cNvGrpSpPr/>
          <p:nvPr/>
        </p:nvGrpSpPr>
        <p:grpSpPr>
          <a:xfrm>
            <a:off x="803157" y="785625"/>
            <a:ext cx="7946368" cy="3960919"/>
            <a:chOff x="803157" y="785625"/>
            <a:chExt cx="7946368" cy="3960919"/>
          </a:xfrm>
        </p:grpSpPr>
        <p:grpSp>
          <p:nvGrpSpPr>
            <p:cNvPr id="1189" name="Google Shape;1189;p53"/>
            <p:cNvGrpSpPr/>
            <p:nvPr/>
          </p:nvGrpSpPr>
          <p:grpSpPr>
            <a:xfrm>
              <a:off x="803157" y="4098576"/>
              <a:ext cx="545147" cy="506901"/>
              <a:chOff x="4818730" y="3307263"/>
              <a:chExt cx="1827512" cy="1699300"/>
            </a:xfrm>
          </p:grpSpPr>
          <p:sp>
            <p:nvSpPr>
              <p:cNvPr id="1190" name="Google Shape;1190;p53"/>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53"/>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53"/>
              <p:cNvSpPr/>
              <p:nvPr/>
            </p:nvSpPr>
            <p:spPr>
              <a:xfrm rot="-2700000">
                <a:off x="5618569" y="3354448"/>
                <a:ext cx="227830" cy="227830"/>
              </a:xfrm>
              <a:prstGeom prst="plus">
                <a:avLst>
                  <a:gd name="adj" fmla="val 39015"/>
                </a:avLst>
              </a:prstGeom>
              <a:solidFill>
                <a:srgbClr val="FFFFFF">
                  <a:alpha val="36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53"/>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53"/>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53"/>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53"/>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53"/>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53"/>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53"/>
              <p:cNvSpPr/>
              <p:nvPr/>
            </p:nvSpPr>
            <p:spPr>
              <a:xfrm rot="-2700000">
                <a:off x="6371227" y="3698723"/>
                <a:ext cx="227830" cy="227830"/>
              </a:xfrm>
              <a:prstGeom prst="plus">
                <a:avLst>
                  <a:gd name="adj" fmla="val 39015"/>
                </a:avLst>
              </a:prstGeom>
              <a:solidFill>
                <a:srgbClr val="FFFFFF">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53"/>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53"/>
              <p:cNvSpPr/>
              <p:nvPr/>
            </p:nvSpPr>
            <p:spPr>
              <a:xfrm rot="-2700000">
                <a:off x="5242240" y="4042998"/>
                <a:ext cx="227830" cy="227830"/>
              </a:xfrm>
              <a:prstGeom prst="plus">
                <a:avLst>
                  <a:gd name="adj" fmla="val 39015"/>
                </a:avLst>
              </a:prstGeom>
              <a:solidFill>
                <a:srgbClr val="FFFFFF">
                  <a:alpha val="33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53"/>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53"/>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53"/>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53"/>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53"/>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53"/>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53"/>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53"/>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53"/>
              <p:cNvSpPr/>
              <p:nvPr/>
            </p:nvSpPr>
            <p:spPr>
              <a:xfrm rot="-2700000">
                <a:off x="4865915" y="4731548"/>
                <a:ext cx="227830" cy="227830"/>
              </a:xfrm>
              <a:prstGeom prst="plus">
                <a:avLst>
                  <a:gd name="adj" fmla="val 39015"/>
                </a:avLst>
              </a:prstGeom>
              <a:solidFill>
                <a:srgbClr val="FFFFFF">
                  <a:alpha val="48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53"/>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53"/>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53"/>
              <p:cNvSpPr/>
              <p:nvPr/>
            </p:nvSpPr>
            <p:spPr>
              <a:xfrm rot="-2700000">
                <a:off x="5994898" y="4731548"/>
                <a:ext cx="227830" cy="227830"/>
              </a:xfrm>
              <a:prstGeom prst="plus">
                <a:avLst>
                  <a:gd name="adj" fmla="val 39015"/>
                </a:avLst>
              </a:pr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53"/>
              <p:cNvSpPr/>
              <p:nvPr/>
            </p:nvSpPr>
            <p:spPr>
              <a:xfrm rot="-2700000">
                <a:off x="6371227" y="4731548"/>
                <a:ext cx="227830" cy="227830"/>
              </a:xfrm>
              <a:prstGeom prst="plus">
                <a:avLst>
                  <a:gd name="adj" fmla="val 39015"/>
                </a:avLst>
              </a:prstGeom>
              <a:solidFill>
                <a:srgbClr val="FFFFFF">
                  <a:alpha val="330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5" name="Google Shape;1215;p53"/>
            <p:cNvSpPr/>
            <p:nvPr/>
          </p:nvSpPr>
          <p:spPr>
            <a:xfrm>
              <a:off x="2505525" y="41654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53"/>
            <p:cNvSpPr/>
            <p:nvPr/>
          </p:nvSpPr>
          <p:spPr>
            <a:xfrm>
              <a:off x="2551425" y="7856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53"/>
            <p:cNvSpPr/>
            <p:nvPr/>
          </p:nvSpPr>
          <p:spPr>
            <a:xfrm>
              <a:off x="8189350" y="8514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8" name="Google Shape;1218;p53"/>
            <p:cNvGrpSpPr/>
            <p:nvPr/>
          </p:nvGrpSpPr>
          <p:grpSpPr>
            <a:xfrm rot="-7546048">
              <a:off x="4135822" y="4172331"/>
              <a:ext cx="161701" cy="641985"/>
              <a:chOff x="7004550" y="3676293"/>
              <a:chExt cx="161700" cy="641982"/>
            </a:xfrm>
          </p:grpSpPr>
          <p:sp>
            <p:nvSpPr>
              <p:cNvPr id="1219" name="Google Shape;1219;p53"/>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53"/>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53"/>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53"/>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3" name="Google Shape;1223;p53"/>
            <p:cNvSpPr/>
            <p:nvPr/>
          </p:nvSpPr>
          <p:spPr>
            <a:xfrm>
              <a:off x="4829900" y="17842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53"/>
            <p:cNvSpPr/>
            <p:nvPr/>
          </p:nvSpPr>
          <p:spPr>
            <a:xfrm>
              <a:off x="8559925" y="39089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50"/>
          <p:cNvSpPr txBox="1">
            <a:spLocks noGrp="1"/>
          </p:cNvSpPr>
          <p:nvPr>
            <p:ph type="title"/>
          </p:nvPr>
        </p:nvSpPr>
        <p:spPr>
          <a:xfrm>
            <a:off x="717425" y="388925"/>
            <a:ext cx="7709100" cy="588600"/>
          </a:xfrm>
          <a:prstGeom prst="rect">
            <a:avLst/>
          </a:prstGeom>
        </p:spPr>
        <p:txBody>
          <a:bodyPr spcFirstLastPara="1" wrap="square" lIns="91425" tIns="91425" rIns="91425" bIns="91425" anchor="t" anchorCtr="0">
            <a:noAutofit/>
          </a:bodyPr>
          <a:lstStyle/>
          <a:p>
            <a:pPr lvl="0"/>
            <a:r>
              <a:rPr lang="en" dirty="0" smtClean="0"/>
              <a:t>INTRODUCTION</a:t>
            </a:r>
            <a:endParaRPr/>
          </a:p>
        </p:txBody>
      </p:sp>
      <p:sp>
        <p:nvSpPr>
          <p:cNvPr id="734" name="Google Shape;734;p50"/>
          <p:cNvSpPr txBox="1">
            <a:spLocks noGrp="1"/>
          </p:cNvSpPr>
          <p:nvPr>
            <p:ph type="body" idx="1"/>
          </p:nvPr>
        </p:nvSpPr>
        <p:spPr>
          <a:xfrm>
            <a:off x="685800" y="1352550"/>
            <a:ext cx="4099800" cy="2399400"/>
          </a:xfrm>
          <a:prstGeom prst="rect">
            <a:avLst/>
          </a:prstGeom>
        </p:spPr>
        <p:txBody>
          <a:bodyPr spcFirstLastPara="1" wrap="square" lIns="91425" tIns="91425" rIns="91425" bIns="91425" anchor="ctr" anchorCtr="0">
            <a:noAutofit/>
          </a:bodyPr>
          <a:lstStyle/>
          <a:p>
            <a:pPr marL="0" lvl="0" indent="0">
              <a:buClr>
                <a:schemeClr val="dk1"/>
              </a:buClr>
              <a:buSzPts val="1100"/>
              <a:buNone/>
            </a:pPr>
            <a:r>
              <a:rPr lang="en-US" dirty="0" smtClean="0"/>
              <a:t>Hungry </a:t>
            </a:r>
            <a:r>
              <a:rPr lang="en-US" dirty="0" smtClean="0"/>
              <a:t>snake game is one of the most popular arcade games of all time. In this game, the main objective of the player is to catch the maximum number of fruits without hitting the wall or itself</a:t>
            </a:r>
            <a:endParaRPr/>
          </a:p>
        </p:txBody>
      </p:sp>
      <p:grpSp>
        <p:nvGrpSpPr>
          <p:cNvPr id="736" name="Google Shape;736;p50"/>
          <p:cNvGrpSpPr/>
          <p:nvPr/>
        </p:nvGrpSpPr>
        <p:grpSpPr>
          <a:xfrm>
            <a:off x="403100" y="977525"/>
            <a:ext cx="7849088" cy="3593227"/>
            <a:chOff x="403100" y="977525"/>
            <a:chExt cx="7849088" cy="3593227"/>
          </a:xfrm>
        </p:grpSpPr>
        <p:grpSp>
          <p:nvGrpSpPr>
            <p:cNvPr id="737" name="Google Shape;737;p50"/>
            <p:cNvGrpSpPr/>
            <p:nvPr/>
          </p:nvGrpSpPr>
          <p:grpSpPr>
            <a:xfrm rot="-7546048">
              <a:off x="4428659" y="3909768"/>
              <a:ext cx="161701" cy="641985"/>
              <a:chOff x="7004550" y="3676293"/>
              <a:chExt cx="161700" cy="641982"/>
            </a:xfrm>
          </p:grpSpPr>
          <p:sp>
            <p:nvSpPr>
              <p:cNvPr id="738" name="Google Shape;738;p50"/>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50"/>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50"/>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50"/>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2" name="Google Shape;742;p50"/>
            <p:cNvGrpSpPr/>
            <p:nvPr/>
          </p:nvGrpSpPr>
          <p:grpSpPr>
            <a:xfrm>
              <a:off x="2002095" y="4063851"/>
              <a:ext cx="545147" cy="506901"/>
              <a:chOff x="4818730" y="3307263"/>
              <a:chExt cx="1827512" cy="1699300"/>
            </a:xfrm>
          </p:grpSpPr>
          <p:sp>
            <p:nvSpPr>
              <p:cNvPr id="743" name="Google Shape;743;p50"/>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50"/>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50"/>
              <p:cNvSpPr/>
              <p:nvPr/>
            </p:nvSpPr>
            <p:spPr>
              <a:xfrm rot="-2700000">
                <a:off x="5618569" y="3354448"/>
                <a:ext cx="227830" cy="227830"/>
              </a:xfrm>
              <a:prstGeom prst="plus">
                <a:avLst>
                  <a:gd name="adj" fmla="val 39015"/>
                </a:avLst>
              </a:prstGeom>
              <a:solidFill>
                <a:srgbClr val="FFFFFF">
                  <a:alpha val="36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50"/>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50"/>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50"/>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50"/>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50"/>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50"/>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50"/>
              <p:cNvSpPr/>
              <p:nvPr/>
            </p:nvSpPr>
            <p:spPr>
              <a:xfrm rot="-2700000">
                <a:off x="6371227" y="3698723"/>
                <a:ext cx="227830" cy="227830"/>
              </a:xfrm>
              <a:prstGeom prst="plus">
                <a:avLst>
                  <a:gd name="adj" fmla="val 39015"/>
                </a:avLst>
              </a:prstGeom>
              <a:solidFill>
                <a:srgbClr val="FFFFFF">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50"/>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50"/>
              <p:cNvSpPr/>
              <p:nvPr/>
            </p:nvSpPr>
            <p:spPr>
              <a:xfrm rot="-2700000">
                <a:off x="5242240" y="4042998"/>
                <a:ext cx="227830" cy="227830"/>
              </a:xfrm>
              <a:prstGeom prst="plus">
                <a:avLst>
                  <a:gd name="adj" fmla="val 39015"/>
                </a:avLst>
              </a:prstGeom>
              <a:solidFill>
                <a:srgbClr val="FFFFFF">
                  <a:alpha val="33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50"/>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50"/>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50"/>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50"/>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50"/>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50"/>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50"/>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50"/>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50"/>
              <p:cNvSpPr/>
              <p:nvPr/>
            </p:nvSpPr>
            <p:spPr>
              <a:xfrm rot="-2700000">
                <a:off x="4865915" y="4731548"/>
                <a:ext cx="227830" cy="227830"/>
              </a:xfrm>
              <a:prstGeom prst="plus">
                <a:avLst>
                  <a:gd name="adj" fmla="val 39015"/>
                </a:avLst>
              </a:prstGeom>
              <a:solidFill>
                <a:srgbClr val="FFFFFF">
                  <a:alpha val="48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50"/>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50"/>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50"/>
              <p:cNvSpPr/>
              <p:nvPr/>
            </p:nvSpPr>
            <p:spPr>
              <a:xfrm rot="-2700000">
                <a:off x="5994898" y="4731548"/>
                <a:ext cx="227830" cy="227830"/>
              </a:xfrm>
              <a:prstGeom prst="plus">
                <a:avLst>
                  <a:gd name="adj" fmla="val 39015"/>
                </a:avLst>
              </a:pr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50"/>
              <p:cNvSpPr/>
              <p:nvPr/>
            </p:nvSpPr>
            <p:spPr>
              <a:xfrm rot="-2700000">
                <a:off x="6371227" y="4731548"/>
                <a:ext cx="227830" cy="227830"/>
              </a:xfrm>
              <a:prstGeom prst="plus">
                <a:avLst>
                  <a:gd name="adj" fmla="val 39015"/>
                </a:avLst>
              </a:prstGeom>
              <a:solidFill>
                <a:srgbClr val="FFFFFF">
                  <a:alpha val="330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8" name="Google Shape;768;p50"/>
            <p:cNvSpPr/>
            <p:nvPr/>
          </p:nvSpPr>
          <p:spPr>
            <a:xfrm>
              <a:off x="4357400" y="1329438"/>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50"/>
            <p:cNvSpPr/>
            <p:nvPr/>
          </p:nvSpPr>
          <p:spPr>
            <a:xfrm>
              <a:off x="403100" y="35188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50"/>
            <p:cNvSpPr/>
            <p:nvPr/>
          </p:nvSpPr>
          <p:spPr>
            <a:xfrm>
              <a:off x="7756925" y="38742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50"/>
            <p:cNvSpPr/>
            <p:nvPr/>
          </p:nvSpPr>
          <p:spPr>
            <a:xfrm>
              <a:off x="8110888" y="9775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1" name="Picture 40" descr="images.jpg"/>
          <p:cNvPicPr>
            <a:picLocks noChangeAspect="1"/>
          </p:cNvPicPr>
          <p:nvPr/>
        </p:nvPicPr>
        <p:blipFill>
          <a:blip r:embed="rId3"/>
          <a:stretch>
            <a:fillRect/>
          </a:stretch>
        </p:blipFill>
        <p:spPr>
          <a:xfrm>
            <a:off x="4953000" y="1428750"/>
            <a:ext cx="3932918" cy="22098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p53"/>
          <p:cNvSpPr txBox="1">
            <a:spLocks noGrp="1"/>
          </p:cNvSpPr>
          <p:nvPr>
            <p:ph type="title"/>
          </p:nvPr>
        </p:nvSpPr>
        <p:spPr>
          <a:xfrm>
            <a:off x="228600" y="1809750"/>
            <a:ext cx="5715000" cy="1295400"/>
          </a:xfrm>
          <a:prstGeom prst="rect">
            <a:avLst/>
          </a:prstGeom>
        </p:spPr>
        <p:txBody>
          <a:bodyPr spcFirstLastPara="1" wrap="square" lIns="91425" tIns="91425" rIns="91425" bIns="91425" anchor="ctr" anchorCtr="0">
            <a:noAutofit/>
          </a:bodyPr>
          <a:lstStyle/>
          <a:p>
            <a:pPr lvl="0">
              <a:buClr>
                <a:schemeClr val="dk1"/>
              </a:buClr>
              <a:buSzPts val="1100"/>
            </a:pPr>
            <a:r>
              <a:rPr lang="en" sz="6600" dirty="0" smtClean="0"/>
              <a:t>HISTORY</a:t>
            </a:r>
            <a:endParaRPr sz="6600"/>
          </a:p>
        </p:txBody>
      </p:sp>
      <p:grpSp>
        <p:nvGrpSpPr>
          <p:cNvPr id="2" name="Google Shape;891;p53"/>
          <p:cNvGrpSpPr/>
          <p:nvPr/>
        </p:nvGrpSpPr>
        <p:grpSpPr>
          <a:xfrm>
            <a:off x="5606100" y="1047750"/>
            <a:ext cx="3537900" cy="3681776"/>
            <a:chOff x="5032847" y="888966"/>
            <a:chExt cx="3537900" cy="3681776"/>
          </a:xfrm>
        </p:grpSpPr>
        <p:sp>
          <p:nvSpPr>
            <p:cNvPr id="892" name="Google Shape;892;p53"/>
            <p:cNvSpPr/>
            <p:nvPr/>
          </p:nvSpPr>
          <p:spPr>
            <a:xfrm>
              <a:off x="5032847" y="4047000"/>
              <a:ext cx="3537900" cy="523742"/>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 name="Google Shape;893;p53"/>
            <p:cNvGrpSpPr/>
            <p:nvPr/>
          </p:nvGrpSpPr>
          <p:grpSpPr>
            <a:xfrm>
              <a:off x="5117540" y="888966"/>
              <a:ext cx="3368830" cy="3591052"/>
              <a:chOff x="5126869" y="785625"/>
              <a:chExt cx="3583481" cy="3819862"/>
            </a:xfrm>
          </p:grpSpPr>
          <p:sp>
            <p:nvSpPr>
              <p:cNvPr id="894" name="Google Shape;894;p53"/>
              <p:cNvSpPr/>
              <p:nvPr/>
            </p:nvSpPr>
            <p:spPr>
              <a:xfrm>
                <a:off x="6132477" y="3262844"/>
                <a:ext cx="824631" cy="198568"/>
              </a:xfrm>
              <a:custGeom>
                <a:avLst/>
                <a:gdLst/>
                <a:ahLst/>
                <a:cxnLst/>
                <a:rect l="l" t="t" r="r" b="b"/>
                <a:pathLst>
                  <a:path w="45142" h="10870" extrusionOk="0">
                    <a:moveTo>
                      <a:pt x="18375" y="1"/>
                    </a:moveTo>
                    <a:lnTo>
                      <a:pt x="0" y="2330"/>
                    </a:lnTo>
                    <a:lnTo>
                      <a:pt x="22552" y="10870"/>
                    </a:lnTo>
                    <a:lnTo>
                      <a:pt x="45141" y="7690"/>
                    </a:lnTo>
                    <a:lnTo>
                      <a:pt x="1837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53"/>
              <p:cNvSpPr/>
              <p:nvPr/>
            </p:nvSpPr>
            <p:spPr>
              <a:xfrm>
                <a:off x="6544446" y="3403321"/>
                <a:ext cx="414015" cy="882722"/>
              </a:xfrm>
              <a:custGeom>
                <a:avLst/>
                <a:gdLst/>
                <a:ahLst/>
                <a:cxnLst/>
                <a:rect l="l" t="t" r="r" b="b"/>
                <a:pathLst>
                  <a:path w="22664" h="48322" extrusionOk="0">
                    <a:moveTo>
                      <a:pt x="22589" y="0"/>
                    </a:moveTo>
                    <a:lnTo>
                      <a:pt x="0" y="3180"/>
                    </a:lnTo>
                    <a:lnTo>
                      <a:pt x="74" y="48321"/>
                    </a:lnTo>
                    <a:lnTo>
                      <a:pt x="22663" y="43404"/>
                    </a:lnTo>
                    <a:lnTo>
                      <a:pt x="225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53"/>
              <p:cNvSpPr/>
              <p:nvPr/>
            </p:nvSpPr>
            <p:spPr>
              <a:xfrm>
                <a:off x="6132477" y="3305389"/>
                <a:ext cx="413339" cy="980654"/>
              </a:xfrm>
              <a:custGeom>
                <a:avLst/>
                <a:gdLst/>
                <a:ahLst/>
                <a:cxnLst/>
                <a:rect l="l" t="t" r="r" b="b"/>
                <a:pathLst>
                  <a:path w="22627" h="53683" extrusionOk="0">
                    <a:moveTo>
                      <a:pt x="0" y="1"/>
                    </a:moveTo>
                    <a:lnTo>
                      <a:pt x="74" y="42036"/>
                    </a:lnTo>
                    <a:lnTo>
                      <a:pt x="22626" y="53682"/>
                    </a:lnTo>
                    <a:lnTo>
                      <a:pt x="22552" y="8541"/>
                    </a:lnTo>
                    <a:lnTo>
                      <a:pt x="0" y="1"/>
                    </a:lnTo>
                    <a:close/>
                  </a:path>
                </a:pathLst>
              </a:custGeom>
              <a:solidFill>
                <a:srgbClr val="2C0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53"/>
              <p:cNvSpPr/>
              <p:nvPr/>
            </p:nvSpPr>
            <p:spPr>
              <a:xfrm>
                <a:off x="6132477" y="3305389"/>
                <a:ext cx="413339" cy="980654"/>
              </a:xfrm>
              <a:custGeom>
                <a:avLst/>
                <a:gdLst/>
                <a:ahLst/>
                <a:cxnLst/>
                <a:rect l="l" t="t" r="r" b="b"/>
                <a:pathLst>
                  <a:path w="22627" h="53683" extrusionOk="0">
                    <a:moveTo>
                      <a:pt x="0" y="1"/>
                    </a:moveTo>
                    <a:lnTo>
                      <a:pt x="74" y="42036"/>
                    </a:lnTo>
                    <a:lnTo>
                      <a:pt x="22626" y="53682"/>
                    </a:lnTo>
                    <a:lnTo>
                      <a:pt x="22552" y="8541"/>
                    </a:lnTo>
                    <a:lnTo>
                      <a:pt x="0"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53"/>
              <p:cNvSpPr/>
              <p:nvPr/>
            </p:nvSpPr>
            <p:spPr>
              <a:xfrm>
                <a:off x="6552556" y="3464773"/>
                <a:ext cx="391710" cy="191827"/>
              </a:xfrm>
              <a:custGeom>
                <a:avLst/>
                <a:gdLst/>
                <a:ahLst/>
                <a:cxnLst/>
                <a:rect l="l" t="t" r="r" b="b"/>
                <a:pathLst>
                  <a:path w="21443" h="10501" extrusionOk="0">
                    <a:moveTo>
                      <a:pt x="21443" y="1"/>
                    </a:moveTo>
                    <a:lnTo>
                      <a:pt x="11720" y="4179"/>
                    </a:lnTo>
                    <a:lnTo>
                      <a:pt x="0" y="1591"/>
                    </a:lnTo>
                    <a:lnTo>
                      <a:pt x="0" y="7580"/>
                    </a:lnTo>
                    <a:lnTo>
                      <a:pt x="12385" y="10501"/>
                    </a:lnTo>
                    <a:lnTo>
                      <a:pt x="21443" y="6027"/>
                    </a:lnTo>
                    <a:lnTo>
                      <a:pt x="2144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53"/>
              <p:cNvSpPr/>
              <p:nvPr/>
            </p:nvSpPr>
            <p:spPr>
              <a:xfrm>
                <a:off x="6552556" y="3622147"/>
                <a:ext cx="392386" cy="191133"/>
              </a:xfrm>
              <a:custGeom>
                <a:avLst/>
                <a:gdLst/>
                <a:ahLst/>
                <a:cxnLst/>
                <a:rect l="l" t="t" r="r" b="b"/>
                <a:pathLst>
                  <a:path w="21480" h="10463" extrusionOk="0">
                    <a:moveTo>
                      <a:pt x="21480" y="0"/>
                    </a:moveTo>
                    <a:lnTo>
                      <a:pt x="11757" y="4141"/>
                    </a:lnTo>
                    <a:lnTo>
                      <a:pt x="0" y="1590"/>
                    </a:lnTo>
                    <a:lnTo>
                      <a:pt x="0" y="7542"/>
                    </a:lnTo>
                    <a:lnTo>
                      <a:pt x="12385" y="10463"/>
                    </a:lnTo>
                    <a:lnTo>
                      <a:pt x="21480" y="5989"/>
                    </a:lnTo>
                    <a:lnTo>
                      <a:pt x="214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53"/>
              <p:cNvSpPr/>
              <p:nvPr/>
            </p:nvSpPr>
            <p:spPr>
              <a:xfrm>
                <a:off x="6552556" y="3793679"/>
                <a:ext cx="392386" cy="191827"/>
              </a:xfrm>
              <a:custGeom>
                <a:avLst/>
                <a:gdLst/>
                <a:ahLst/>
                <a:cxnLst/>
                <a:rect l="l" t="t" r="r" b="b"/>
                <a:pathLst>
                  <a:path w="21480" h="10501" extrusionOk="0">
                    <a:moveTo>
                      <a:pt x="21480" y="1"/>
                    </a:moveTo>
                    <a:lnTo>
                      <a:pt x="11757" y="4141"/>
                    </a:lnTo>
                    <a:lnTo>
                      <a:pt x="0" y="1590"/>
                    </a:lnTo>
                    <a:lnTo>
                      <a:pt x="0" y="1590"/>
                    </a:lnTo>
                    <a:lnTo>
                      <a:pt x="37" y="7580"/>
                    </a:lnTo>
                    <a:lnTo>
                      <a:pt x="12422" y="10500"/>
                    </a:lnTo>
                    <a:lnTo>
                      <a:pt x="21480" y="5990"/>
                    </a:lnTo>
                    <a:lnTo>
                      <a:pt x="214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53"/>
              <p:cNvSpPr/>
              <p:nvPr/>
            </p:nvSpPr>
            <p:spPr>
              <a:xfrm>
                <a:off x="6553232" y="3969266"/>
                <a:ext cx="392386" cy="191827"/>
              </a:xfrm>
              <a:custGeom>
                <a:avLst/>
                <a:gdLst/>
                <a:ahLst/>
                <a:cxnLst/>
                <a:rect l="l" t="t" r="r" b="b"/>
                <a:pathLst>
                  <a:path w="21480" h="10501" extrusionOk="0">
                    <a:moveTo>
                      <a:pt x="21480" y="1"/>
                    </a:moveTo>
                    <a:lnTo>
                      <a:pt x="11720" y="4142"/>
                    </a:lnTo>
                    <a:lnTo>
                      <a:pt x="0" y="1591"/>
                    </a:lnTo>
                    <a:lnTo>
                      <a:pt x="0" y="7580"/>
                    </a:lnTo>
                    <a:lnTo>
                      <a:pt x="12385" y="10501"/>
                    </a:lnTo>
                    <a:lnTo>
                      <a:pt x="21480" y="6027"/>
                    </a:lnTo>
                    <a:lnTo>
                      <a:pt x="214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53"/>
              <p:cNvSpPr/>
              <p:nvPr/>
            </p:nvSpPr>
            <p:spPr>
              <a:xfrm>
                <a:off x="6577528" y="3603222"/>
                <a:ext cx="359322" cy="78368"/>
              </a:xfrm>
              <a:custGeom>
                <a:avLst/>
                <a:gdLst/>
                <a:ahLst/>
                <a:cxnLst/>
                <a:rect l="l" t="t" r="r" b="b"/>
                <a:pathLst>
                  <a:path w="19670" h="4290" fill="none" extrusionOk="0">
                    <a:moveTo>
                      <a:pt x="1" y="1849"/>
                    </a:moveTo>
                    <a:lnTo>
                      <a:pt x="10612" y="4289"/>
                    </a:lnTo>
                    <a:lnTo>
                      <a:pt x="19669" y="1"/>
                    </a:lnTo>
                  </a:path>
                </a:pathLst>
              </a:custGeom>
              <a:noFill/>
              <a:ln w="277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53"/>
              <p:cNvSpPr/>
              <p:nvPr/>
            </p:nvSpPr>
            <p:spPr>
              <a:xfrm>
                <a:off x="6584287" y="3768013"/>
                <a:ext cx="358646" cy="78368"/>
              </a:xfrm>
              <a:custGeom>
                <a:avLst/>
                <a:gdLst/>
                <a:ahLst/>
                <a:cxnLst/>
                <a:rect l="l" t="t" r="r" b="b"/>
                <a:pathLst>
                  <a:path w="19633" h="4290" fill="none" extrusionOk="0">
                    <a:moveTo>
                      <a:pt x="1" y="1849"/>
                    </a:moveTo>
                    <a:lnTo>
                      <a:pt x="10574" y="4289"/>
                    </a:lnTo>
                    <a:lnTo>
                      <a:pt x="19632" y="1"/>
                    </a:lnTo>
                  </a:path>
                </a:pathLst>
              </a:custGeom>
              <a:noFill/>
              <a:ln w="277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53"/>
              <p:cNvSpPr/>
              <p:nvPr/>
            </p:nvSpPr>
            <p:spPr>
              <a:xfrm>
                <a:off x="6578204" y="3939563"/>
                <a:ext cx="359322" cy="78349"/>
              </a:xfrm>
              <a:custGeom>
                <a:avLst/>
                <a:gdLst/>
                <a:ahLst/>
                <a:cxnLst/>
                <a:rect l="l" t="t" r="r" b="b"/>
                <a:pathLst>
                  <a:path w="19670" h="4289" fill="none" extrusionOk="0">
                    <a:moveTo>
                      <a:pt x="1" y="1886"/>
                    </a:moveTo>
                    <a:lnTo>
                      <a:pt x="10575" y="4289"/>
                    </a:lnTo>
                    <a:lnTo>
                      <a:pt x="19669" y="0"/>
                    </a:lnTo>
                  </a:path>
                </a:pathLst>
              </a:custGeom>
              <a:noFill/>
              <a:ln w="277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53"/>
              <p:cNvSpPr/>
              <p:nvPr/>
            </p:nvSpPr>
            <p:spPr>
              <a:xfrm>
                <a:off x="6740967" y="3464097"/>
                <a:ext cx="56757" cy="48117"/>
              </a:xfrm>
              <a:custGeom>
                <a:avLst/>
                <a:gdLst/>
                <a:ahLst/>
                <a:cxnLst/>
                <a:rect l="l" t="t" r="r" b="b"/>
                <a:pathLst>
                  <a:path w="3107" h="2634" extrusionOk="0">
                    <a:moveTo>
                      <a:pt x="1775" y="1"/>
                    </a:moveTo>
                    <a:cubicBezTo>
                      <a:pt x="592" y="1"/>
                      <a:pt x="1" y="1406"/>
                      <a:pt x="851" y="2256"/>
                    </a:cubicBezTo>
                    <a:cubicBezTo>
                      <a:pt x="1112" y="2517"/>
                      <a:pt x="1437" y="2633"/>
                      <a:pt x="1759" y="2633"/>
                    </a:cubicBezTo>
                    <a:cubicBezTo>
                      <a:pt x="2441" y="2633"/>
                      <a:pt x="3106" y="2110"/>
                      <a:pt x="3106" y="1332"/>
                    </a:cubicBezTo>
                    <a:cubicBezTo>
                      <a:pt x="3106" y="592"/>
                      <a:pt x="2515" y="1"/>
                      <a:pt x="17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53"/>
              <p:cNvSpPr/>
              <p:nvPr/>
            </p:nvSpPr>
            <p:spPr>
              <a:xfrm>
                <a:off x="6696395" y="3472208"/>
                <a:ext cx="24332" cy="20752"/>
              </a:xfrm>
              <a:custGeom>
                <a:avLst/>
                <a:gdLst/>
                <a:ahLst/>
                <a:cxnLst/>
                <a:rect l="l" t="t" r="r" b="b"/>
                <a:pathLst>
                  <a:path w="1332" h="1136" extrusionOk="0">
                    <a:moveTo>
                      <a:pt x="740" y="1"/>
                    </a:moveTo>
                    <a:cubicBezTo>
                      <a:pt x="223" y="1"/>
                      <a:pt x="1" y="592"/>
                      <a:pt x="334" y="962"/>
                    </a:cubicBezTo>
                    <a:cubicBezTo>
                      <a:pt x="454" y="1082"/>
                      <a:pt x="601" y="1136"/>
                      <a:pt x="746" y="1136"/>
                    </a:cubicBezTo>
                    <a:cubicBezTo>
                      <a:pt x="1046" y="1136"/>
                      <a:pt x="1332" y="904"/>
                      <a:pt x="1332" y="555"/>
                    </a:cubicBezTo>
                    <a:cubicBezTo>
                      <a:pt x="1295" y="259"/>
                      <a:pt x="1073" y="1"/>
                      <a:pt x="74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53"/>
              <p:cNvSpPr/>
              <p:nvPr/>
            </p:nvSpPr>
            <p:spPr>
              <a:xfrm>
                <a:off x="6813234" y="3462745"/>
                <a:ext cx="22305" cy="19163"/>
              </a:xfrm>
              <a:custGeom>
                <a:avLst/>
                <a:gdLst/>
                <a:ahLst/>
                <a:cxnLst/>
                <a:rect l="l" t="t" r="r" b="b"/>
                <a:pathLst>
                  <a:path w="1221" h="1049" extrusionOk="0">
                    <a:moveTo>
                      <a:pt x="703" y="1"/>
                    </a:moveTo>
                    <a:cubicBezTo>
                      <a:pt x="223" y="1"/>
                      <a:pt x="1" y="592"/>
                      <a:pt x="333" y="888"/>
                    </a:cubicBezTo>
                    <a:cubicBezTo>
                      <a:pt x="444" y="999"/>
                      <a:pt x="580" y="1048"/>
                      <a:pt x="711" y="1048"/>
                    </a:cubicBezTo>
                    <a:cubicBezTo>
                      <a:pt x="974" y="1048"/>
                      <a:pt x="1221" y="851"/>
                      <a:pt x="1221" y="555"/>
                    </a:cubicBezTo>
                    <a:cubicBezTo>
                      <a:pt x="1221" y="260"/>
                      <a:pt x="999" y="1"/>
                      <a:pt x="7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53"/>
              <p:cNvSpPr/>
              <p:nvPr/>
            </p:nvSpPr>
            <p:spPr>
              <a:xfrm>
                <a:off x="6046035" y="3027138"/>
                <a:ext cx="91191" cy="1172445"/>
              </a:xfrm>
              <a:custGeom>
                <a:avLst/>
                <a:gdLst/>
                <a:ahLst/>
                <a:cxnLst/>
                <a:rect l="l" t="t" r="r" b="b"/>
                <a:pathLst>
                  <a:path w="4992" h="64182" extrusionOk="0">
                    <a:moveTo>
                      <a:pt x="370" y="1"/>
                    </a:moveTo>
                    <a:lnTo>
                      <a:pt x="0" y="61631"/>
                    </a:lnTo>
                    <a:cubicBezTo>
                      <a:pt x="0" y="61631"/>
                      <a:pt x="0" y="64182"/>
                      <a:pt x="2329" y="64182"/>
                    </a:cubicBezTo>
                    <a:cubicBezTo>
                      <a:pt x="3845" y="64182"/>
                      <a:pt x="4621" y="62296"/>
                      <a:pt x="4621" y="62296"/>
                    </a:cubicBezTo>
                    <a:lnTo>
                      <a:pt x="4991" y="1701"/>
                    </a:lnTo>
                    <a:lnTo>
                      <a:pt x="370"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53"/>
              <p:cNvSpPr/>
              <p:nvPr/>
            </p:nvSpPr>
            <p:spPr>
              <a:xfrm>
                <a:off x="6591722" y="3228409"/>
                <a:ext cx="91191" cy="1172445"/>
              </a:xfrm>
              <a:custGeom>
                <a:avLst/>
                <a:gdLst/>
                <a:ahLst/>
                <a:cxnLst/>
                <a:rect l="l" t="t" r="r" b="b"/>
                <a:pathLst>
                  <a:path w="4992" h="64182" extrusionOk="0">
                    <a:moveTo>
                      <a:pt x="370" y="0"/>
                    </a:moveTo>
                    <a:lnTo>
                      <a:pt x="0" y="61630"/>
                    </a:lnTo>
                    <a:cubicBezTo>
                      <a:pt x="0" y="61630"/>
                      <a:pt x="0" y="64181"/>
                      <a:pt x="2329" y="64181"/>
                    </a:cubicBezTo>
                    <a:cubicBezTo>
                      <a:pt x="3845" y="64181"/>
                      <a:pt x="4622" y="62296"/>
                      <a:pt x="4622" y="62296"/>
                    </a:cubicBezTo>
                    <a:lnTo>
                      <a:pt x="4991" y="1701"/>
                    </a:lnTo>
                    <a:lnTo>
                      <a:pt x="3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53"/>
              <p:cNvSpPr/>
              <p:nvPr/>
            </p:nvSpPr>
            <p:spPr>
              <a:xfrm>
                <a:off x="7842479" y="2709722"/>
                <a:ext cx="85802" cy="1131270"/>
              </a:xfrm>
              <a:custGeom>
                <a:avLst/>
                <a:gdLst/>
                <a:ahLst/>
                <a:cxnLst/>
                <a:rect l="l" t="t" r="r" b="b"/>
                <a:pathLst>
                  <a:path w="4697" h="61928" extrusionOk="0">
                    <a:moveTo>
                      <a:pt x="371" y="1"/>
                    </a:moveTo>
                    <a:lnTo>
                      <a:pt x="38" y="59486"/>
                    </a:lnTo>
                    <a:cubicBezTo>
                      <a:pt x="38" y="59486"/>
                      <a:pt x="1" y="61927"/>
                      <a:pt x="2182" y="61927"/>
                    </a:cubicBezTo>
                    <a:cubicBezTo>
                      <a:pt x="2196" y="61927"/>
                      <a:pt x="2211" y="61927"/>
                      <a:pt x="2225" y="61927"/>
                    </a:cubicBezTo>
                    <a:cubicBezTo>
                      <a:pt x="3639" y="61927"/>
                      <a:pt x="4363" y="60115"/>
                      <a:pt x="4363" y="60115"/>
                    </a:cubicBezTo>
                    <a:lnTo>
                      <a:pt x="4696" y="1627"/>
                    </a:lnTo>
                    <a:lnTo>
                      <a:pt x="371"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53"/>
              <p:cNvSpPr/>
              <p:nvPr/>
            </p:nvSpPr>
            <p:spPr>
              <a:xfrm>
                <a:off x="6007527" y="2709722"/>
                <a:ext cx="2563022" cy="506540"/>
              </a:xfrm>
              <a:custGeom>
                <a:avLst/>
                <a:gdLst/>
                <a:ahLst/>
                <a:cxnLst/>
                <a:rect l="l" t="t" r="r" b="b"/>
                <a:pathLst>
                  <a:path w="140305" h="27729" extrusionOk="0">
                    <a:moveTo>
                      <a:pt x="102335" y="1"/>
                    </a:moveTo>
                    <a:lnTo>
                      <a:pt x="1" y="14937"/>
                    </a:lnTo>
                    <a:lnTo>
                      <a:pt x="34679" y="27729"/>
                    </a:lnTo>
                    <a:lnTo>
                      <a:pt x="140304" y="6101"/>
                    </a:lnTo>
                    <a:lnTo>
                      <a:pt x="102335" y="1"/>
                    </a:lnTo>
                    <a:close/>
                  </a:path>
                </a:pathLst>
              </a:custGeom>
              <a:solidFill>
                <a:srgbClr val="400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53"/>
              <p:cNvSpPr/>
              <p:nvPr/>
            </p:nvSpPr>
            <p:spPr>
              <a:xfrm>
                <a:off x="6006176" y="2982565"/>
                <a:ext cx="634869" cy="330276"/>
              </a:xfrm>
              <a:custGeom>
                <a:avLst/>
                <a:gdLst/>
                <a:ahLst/>
                <a:cxnLst/>
                <a:rect l="l" t="t" r="r" b="b"/>
                <a:pathLst>
                  <a:path w="34754" h="18080" extrusionOk="0">
                    <a:moveTo>
                      <a:pt x="75" y="1"/>
                    </a:moveTo>
                    <a:lnTo>
                      <a:pt x="1" y="3328"/>
                    </a:lnTo>
                    <a:lnTo>
                      <a:pt x="34642" y="18079"/>
                    </a:lnTo>
                    <a:lnTo>
                      <a:pt x="34753" y="12793"/>
                    </a:lnTo>
                    <a:lnTo>
                      <a:pt x="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53"/>
              <p:cNvSpPr/>
              <p:nvPr/>
            </p:nvSpPr>
            <p:spPr>
              <a:xfrm>
                <a:off x="6638998" y="2821154"/>
                <a:ext cx="1931551" cy="491688"/>
              </a:xfrm>
              <a:custGeom>
                <a:avLst/>
                <a:gdLst/>
                <a:ahLst/>
                <a:cxnLst/>
                <a:rect l="l" t="t" r="r" b="b"/>
                <a:pathLst>
                  <a:path w="105737" h="26916" extrusionOk="0">
                    <a:moveTo>
                      <a:pt x="105736" y="1"/>
                    </a:moveTo>
                    <a:lnTo>
                      <a:pt x="111" y="21629"/>
                    </a:lnTo>
                    <a:lnTo>
                      <a:pt x="0" y="26915"/>
                    </a:lnTo>
                    <a:lnTo>
                      <a:pt x="105699" y="3883"/>
                    </a:lnTo>
                    <a:lnTo>
                      <a:pt x="1057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53"/>
              <p:cNvSpPr/>
              <p:nvPr/>
            </p:nvSpPr>
            <p:spPr>
              <a:xfrm>
                <a:off x="6007527" y="2982565"/>
                <a:ext cx="633517" cy="269500"/>
              </a:xfrm>
              <a:custGeom>
                <a:avLst/>
                <a:gdLst/>
                <a:ahLst/>
                <a:cxnLst/>
                <a:rect l="l" t="t" r="r" b="b"/>
                <a:pathLst>
                  <a:path w="34680" h="14753" extrusionOk="0">
                    <a:moveTo>
                      <a:pt x="1" y="1"/>
                    </a:moveTo>
                    <a:lnTo>
                      <a:pt x="1" y="851"/>
                    </a:lnTo>
                    <a:lnTo>
                      <a:pt x="34642" y="14752"/>
                    </a:lnTo>
                    <a:lnTo>
                      <a:pt x="34679" y="12793"/>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53"/>
              <p:cNvSpPr/>
              <p:nvPr/>
            </p:nvSpPr>
            <p:spPr>
              <a:xfrm>
                <a:off x="6640350" y="2821154"/>
                <a:ext cx="1930199" cy="430912"/>
              </a:xfrm>
              <a:custGeom>
                <a:avLst/>
                <a:gdLst/>
                <a:ahLst/>
                <a:cxnLst/>
                <a:rect l="l" t="t" r="r" b="b"/>
                <a:pathLst>
                  <a:path w="105663" h="23589" extrusionOk="0">
                    <a:moveTo>
                      <a:pt x="105662" y="1"/>
                    </a:moveTo>
                    <a:lnTo>
                      <a:pt x="37" y="21629"/>
                    </a:lnTo>
                    <a:lnTo>
                      <a:pt x="0" y="23588"/>
                    </a:lnTo>
                    <a:lnTo>
                      <a:pt x="105662" y="925"/>
                    </a:lnTo>
                    <a:lnTo>
                      <a:pt x="1056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53"/>
              <p:cNvSpPr/>
              <p:nvPr/>
            </p:nvSpPr>
            <p:spPr>
              <a:xfrm>
                <a:off x="6007527" y="2709722"/>
                <a:ext cx="2563697" cy="428190"/>
              </a:xfrm>
              <a:custGeom>
                <a:avLst/>
                <a:gdLst/>
                <a:ahLst/>
                <a:cxnLst/>
                <a:rect l="l" t="t" r="r" b="b"/>
                <a:pathLst>
                  <a:path w="140342" h="23440" extrusionOk="0">
                    <a:moveTo>
                      <a:pt x="102335" y="1"/>
                    </a:moveTo>
                    <a:lnTo>
                      <a:pt x="1" y="14937"/>
                    </a:lnTo>
                    <a:lnTo>
                      <a:pt x="23107" y="23440"/>
                    </a:lnTo>
                    <a:cubicBezTo>
                      <a:pt x="22959" y="23329"/>
                      <a:pt x="22812" y="23144"/>
                      <a:pt x="22701" y="22996"/>
                    </a:cubicBezTo>
                    <a:cubicBezTo>
                      <a:pt x="20224" y="19743"/>
                      <a:pt x="24143" y="17303"/>
                      <a:pt x="26878" y="16416"/>
                    </a:cubicBezTo>
                    <a:cubicBezTo>
                      <a:pt x="28764" y="15824"/>
                      <a:pt x="30686" y="15491"/>
                      <a:pt x="32609" y="15085"/>
                    </a:cubicBezTo>
                    <a:cubicBezTo>
                      <a:pt x="35862" y="14382"/>
                      <a:pt x="39153" y="13791"/>
                      <a:pt x="42443" y="13310"/>
                    </a:cubicBezTo>
                    <a:cubicBezTo>
                      <a:pt x="49726" y="12238"/>
                      <a:pt x="57083" y="11572"/>
                      <a:pt x="64367" y="10463"/>
                    </a:cubicBezTo>
                    <a:cubicBezTo>
                      <a:pt x="78933" y="8319"/>
                      <a:pt x="93056" y="3328"/>
                      <a:pt x="107918" y="3291"/>
                    </a:cubicBezTo>
                    <a:cubicBezTo>
                      <a:pt x="113981" y="3291"/>
                      <a:pt x="120007" y="4585"/>
                      <a:pt x="125516" y="7099"/>
                    </a:cubicBezTo>
                    <a:cubicBezTo>
                      <a:pt x="126514" y="7543"/>
                      <a:pt x="127512" y="8023"/>
                      <a:pt x="128511" y="8541"/>
                    </a:cubicBezTo>
                    <a:lnTo>
                      <a:pt x="140341" y="6101"/>
                    </a:lnTo>
                    <a:lnTo>
                      <a:pt x="102335"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53"/>
              <p:cNvSpPr/>
              <p:nvPr/>
            </p:nvSpPr>
            <p:spPr>
              <a:xfrm>
                <a:off x="6582259" y="2738091"/>
                <a:ext cx="736838" cy="237076"/>
              </a:xfrm>
              <a:custGeom>
                <a:avLst/>
                <a:gdLst/>
                <a:ahLst/>
                <a:cxnLst/>
                <a:rect l="l" t="t" r="r" b="b"/>
                <a:pathLst>
                  <a:path w="40336" h="12978" extrusionOk="0">
                    <a:moveTo>
                      <a:pt x="31315" y="0"/>
                    </a:moveTo>
                    <a:lnTo>
                      <a:pt x="38" y="4363"/>
                    </a:lnTo>
                    <a:lnTo>
                      <a:pt x="1" y="12977"/>
                    </a:lnTo>
                    <a:lnTo>
                      <a:pt x="40336" y="6396"/>
                    </a:lnTo>
                    <a:lnTo>
                      <a:pt x="31315" y="0"/>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53"/>
              <p:cNvSpPr/>
              <p:nvPr/>
            </p:nvSpPr>
            <p:spPr>
              <a:xfrm>
                <a:off x="6582259" y="2940020"/>
                <a:ext cx="532881" cy="210734"/>
              </a:xfrm>
              <a:custGeom>
                <a:avLst/>
                <a:gdLst/>
                <a:ahLst/>
                <a:cxnLst/>
                <a:rect l="l" t="t" r="r" b="b"/>
                <a:pathLst>
                  <a:path w="29171" h="11536" extrusionOk="0">
                    <a:moveTo>
                      <a:pt x="11757" y="1"/>
                    </a:moveTo>
                    <a:lnTo>
                      <a:pt x="1" y="1664"/>
                    </a:lnTo>
                    <a:lnTo>
                      <a:pt x="14308" y="11535"/>
                    </a:lnTo>
                    <a:lnTo>
                      <a:pt x="29171" y="8430"/>
                    </a:lnTo>
                    <a:lnTo>
                      <a:pt x="11757"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53"/>
              <p:cNvSpPr/>
              <p:nvPr/>
            </p:nvSpPr>
            <p:spPr>
              <a:xfrm>
                <a:off x="6575519" y="2667853"/>
                <a:ext cx="1391253" cy="482901"/>
              </a:xfrm>
              <a:custGeom>
                <a:avLst/>
                <a:gdLst/>
                <a:ahLst/>
                <a:cxnLst/>
                <a:rect l="l" t="t" r="r" b="b"/>
                <a:pathLst>
                  <a:path w="76160" h="26435" extrusionOk="0">
                    <a:moveTo>
                      <a:pt x="59560" y="0"/>
                    </a:moveTo>
                    <a:lnTo>
                      <a:pt x="407" y="7727"/>
                    </a:lnTo>
                    <a:lnTo>
                      <a:pt x="0" y="9391"/>
                    </a:lnTo>
                    <a:lnTo>
                      <a:pt x="14677" y="26434"/>
                    </a:lnTo>
                    <a:lnTo>
                      <a:pt x="76123" y="13680"/>
                    </a:lnTo>
                    <a:lnTo>
                      <a:pt x="76160" y="12275"/>
                    </a:lnTo>
                    <a:lnTo>
                      <a:pt x="59560" y="0"/>
                    </a:lnTo>
                    <a:close/>
                  </a:path>
                </a:pathLst>
              </a:custGeom>
              <a:solidFill>
                <a:srgbClr val="3FC1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53"/>
              <p:cNvSpPr/>
              <p:nvPr/>
            </p:nvSpPr>
            <p:spPr>
              <a:xfrm>
                <a:off x="6582935" y="2652326"/>
                <a:ext cx="1383836" cy="467356"/>
              </a:xfrm>
              <a:custGeom>
                <a:avLst/>
                <a:gdLst/>
                <a:ahLst/>
                <a:cxnLst/>
                <a:rect l="l" t="t" r="r" b="b"/>
                <a:pathLst>
                  <a:path w="75754" h="25584" extrusionOk="0">
                    <a:moveTo>
                      <a:pt x="59708" y="0"/>
                    </a:moveTo>
                    <a:lnTo>
                      <a:pt x="1" y="8577"/>
                    </a:lnTo>
                    <a:lnTo>
                      <a:pt x="14715" y="25584"/>
                    </a:lnTo>
                    <a:lnTo>
                      <a:pt x="75754" y="13125"/>
                    </a:lnTo>
                    <a:lnTo>
                      <a:pt x="5970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53"/>
              <p:cNvSpPr/>
              <p:nvPr/>
            </p:nvSpPr>
            <p:spPr>
              <a:xfrm>
                <a:off x="6646415" y="2816423"/>
                <a:ext cx="415366" cy="264093"/>
              </a:xfrm>
              <a:custGeom>
                <a:avLst/>
                <a:gdLst/>
                <a:ahLst/>
                <a:cxnLst/>
                <a:rect l="l" t="t" r="r" b="b"/>
                <a:pathLst>
                  <a:path w="22738" h="14457" fill="none" extrusionOk="0">
                    <a:moveTo>
                      <a:pt x="1" y="1"/>
                    </a:moveTo>
                    <a:lnTo>
                      <a:pt x="11758" y="13865"/>
                    </a:lnTo>
                    <a:lnTo>
                      <a:pt x="15455" y="14456"/>
                    </a:lnTo>
                    <a:lnTo>
                      <a:pt x="22738" y="13126"/>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53"/>
              <p:cNvSpPr/>
              <p:nvPr/>
            </p:nvSpPr>
            <p:spPr>
              <a:xfrm>
                <a:off x="6705181" y="2802247"/>
                <a:ext cx="15546" cy="49322"/>
              </a:xfrm>
              <a:custGeom>
                <a:avLst/>
                <a:gdLst/>
                <a:ahLst/>
                <a:cxnLst/>
                <a:rect l="l" t="t" r="r" b="b"/>
                <a:pathLst>
                  <a:path w="851" h="2700" fill="none" extrusionOk="0">
                    <a:moveTo>
                      <a:pt x="851" y="1"/>
                    </a:moveTo>
                    <a:lnTo>
                      <a:pt x="0" y="2699"/>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53"/>
              <p:cNvSpPr/>
              <p:nvPr/>
            </p:nvSpPr>
            <p:spPr>
              <a:xfrm>
                <a:off x="6722736" y="2807654"/>
                <a:ext cx="15546" cy="49322"/>
              </a:xfrm>
              <a:custGeom>
                <a:avLst/>
                <a:gdLst/>
                <a:ahLst/>
                <a:cxnLst/>
                <a:rect l="l" t="t" r="r" b="b"/>
                <a:pathLst>
                  <a:path w="851" h="2700" fill="none" extrusionOk="0">
                    <a:moveTo>
                      <a:pt x="851" y="0"/>
                    </a:moveTo>
                    <a:lnTo>
                      <a:pt x="1" y="2699"/>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53"/>
              <p:cNvSpPr/>
              <p:nvPr/>
            </p:nvSpPr>
            <p:spPr>
              <a:xfrm>
                <a:off x="7825600" y="2836024"/>
                <a:ext cx="16222" cy="49304"/>
              </a:xfrm>
              <a:custGeom>
                <a:avLst/>
                <a:gdLst/>
                <a:ahLst/>
                <a:cxnLst/>
                <a:rect l="l" t="t" r="r" b="b"/>
                <a:pathLst>
                  <a:path w="888" h="2699" fill="none" extrusionOk="0">
                    <a:moveTo>
                      <a:pt x="888" y="0"/>
                    </a:moveTo>
                    <a:lnTo>
                      <a:pt x="1" y="2699"/>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53"/>
              <p:cNvSpPr/>
              <p:nvPr/>
            </p:nvSpPr>
            <p:spPr>
              <a:xfrm>
                <a:off x="7843155" y="2840737"/>
                <a:ext cx="16240" cy="49322"/>
              </a:xfrm>
              <a:custGeom>
                <a:avLst/>
                <a:gdLst/>
                <a:ahLst/>
                <a:cxnLst/>
                <a:rect l="l" t="t" r="r" b="b"/>
                <a:pathLst>
                  <a:path w="889" h="2700" fill="none" extrusionOk="0">
                    <a:moveTo>
                      <a:pt x="888" y="1"/>
                    </a:moveTo>
                    <a:lnTo>
                      <a:pt x="1" y="2700"/>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53"/>
              <p:cNvSpPr/>
              <p:nvPr/>
            </p:nvSpPr>
            <p:spPr>
              <a:xfrm>
                <a:off x="7598681" y="2673260"/>
                <a:ext cx="295824" cy="184392"/>
              </a:xfrm>
              <a:custGeom>
                <a:avLst/>
                <a:gdLst/>
                <a:ahLst/>
                <a:cxnLst/>
                <a:rect l="l" t="t" r="r" b="b"/>
                <a:pathLst>
                  <a:path w="16194" h="10094" fill="none" extrusionOk="0">
                    <a:moveTo>
                      <a:pt x="1" y="444"/>
                    </a:moveTo>
                    <a:lnTo>
                      <a:pt x="2404" y="0"/>
                    </a:lnTo>
                    <a:lnTo>
                      <a:pt x="4511" y="592"/>
                    </a:lnTo>
                    <a:lnTo>
                      <a:pt x="16194" y="10093"/>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53"/>
              <p:cNvSpPr/>
              <p:nvPr/>
            </p:nvSpPr>
            <p:spPr>
              <a:xfrm>
                <a:off x="7480491" y="2675288"/>
                <a:ext cx="148606" cy="76998"/>
              </a:xfrm>
              <a:custGeom>
                <a:avLst/>
                <a:gdLst/>
                <a:ahLst/>
                <a:cxnLst/>
                <a:rect l="l" t="t" r="r" b="b"/>
                <a:pathLst>
                  <a:path w="8135" h="4215" fill="none" extrusionOk="0">
                    <a:moveTo>
                      <a:pt x="925" y="0"/>
                    </a:moveTo>
                    <a:cubicBezTo>
                      <a:pt x="629" y="629"/>
                      <a:pt x="1" y="1220"/>
                      <a:pt x="1295" y="1553"/>
                    </a:cubicBezTo>
                    <a:cubicBezTo>
                      <a:pt x="2219" y="1775"/>
                      <a:pt x="3402" y="1553"/>
                      <a:pt x="4400" y="1553"/>
                    </a:cubicBezTo>
                    <a:cubicBezTo>
                      <a:pt x="5472" y="1516"/>
                      <a:pt x="5953" y="1812"/>
                      <a:pt x="6249" y="2477"/>
                    </a:cubicBezTo>
                    <a:cubicBezTo>
                      <a:pt x="6508" y="3032"/>
                      <a:pt x="6803" y="4215"/>
                      <a:pt x="8134" y="4030"/>
                    </a:cubicBez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53"/>
              <p:cNvSpPr/>
              <p:nvPr/>
            </p:nvSpPr>
            <p:spPr>
              <a:xfrm>
                <a:off x="7576395" y="2734237"/>
                <a:ext cx="197892" cy="131983"/>
              </a:xfrm>
              <a:custGeom>
                <a:avLst/>
                <a:gdLst/>
                <a:ahLst/>
                <a:cxnLst/>
                <a:rect l="l" t="t" r="r" b="b"/>
                <a:pathLst>
                  <a:path w="10833" h="7225" extrusionOk="0">
                    <a:moveTo>
                      <a:pt x="4689" y="1"/>
                    </a:moveTo>
                    <a:cubicBezTo>
                      <a:pt x="3957" y="1"/>
                      <a:pt x="3291" y="272"/>
                      <a:pt x="2108" y="803"/>
                    </a:cubicBezTo>
                    <a:cubicBezTo>
                      <a:pt x="1" y="1764"/>
                      <a:pt x="814" y="3724"/>
                      <a:pt x="1442" y="4352"/>
                    </a:cubicBezTo>
                    <a:cubicBezTo>
                      <a:pt x="1602" y="4497"/>
                      <a:pt x="1636" y="4528"/>
                      <a:pt x="1686" y="4528"/>
                    </a:cubicBezTo>
                    <a:cubicBezTo>
                      <a:pt x="1724" y="4528"/>
                      <a:pt x="1770" y="4511"/>
                      <a:pt x="1886" y="4511"/>
                    </a:cubicBezTo>
                    <a:cubicBezTo>
                      <a:pt x="2008" y="4511"/>
                      <a:pt x="2206" y="4530"/>
                      <a:pt x="2551" y="4611"/>
                    </a:cubicBezTo>
                    <a:cubicBezTo>
                      <a:pt x="3661" y="4833"/>
                      <a:pt x="3845" y="5239"/>
                      <a:pt x="4622" y="6275"/>
                    </a:cubicBezTo>
                    <a:cubicBezTo>
                      <a:pt x="5091" y="6878"/>
                      <a:pt x="6047" y="7225"/>
                      <a:pt x="7114" y="7225"/>
                    </a:cubicBezTo>
                    <a:cubicBezTo>
                      <a:pt x="7812" y="7225"/>
                      <a:pt x="8556" y="7077"/>
                      <a:pt x="9243" y="6755"/>
                    </a:cubicBezTo>
                    <a:cubicBezTo>
                      <a:pt x="10500" y="6164"/>
                      <a:pt x="10833" y="4944"/>
                      <a:pt x="10833" y="3945"/>
                    </a:cubicBezTo>
                    <a:cubicBezTo>
                      <a:pt x="10796" y="2910"/>
                      <a:pt x="9428" y="1505"/>
                      <a:pt x="6914" y="544"/>
                    </a:cubicBezTo>
                    <a:cubicBezTo>
                      <a:pt x="5920" y="180"/>
                      <a:pt x="5283" y="1"/>
                      <a:pt x="46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53"/>
              <p:cNvSpPr/>
              <p:nvPr/>
            </p:nvSpPr>
            <p:spPr>
              <a:xfrm>
                <a:off x="7614209" y="2736941"/>
                <a:ext cx="107413" cy="62694"/>
              </a:xfrm>
              <a:custGeom>
                <a:avLst/>
                <a:gdLst/>
                <a:ahLst/>
                <a:cxnLst/>
                <a:rect l="l" t="t" r="r" b="b"/>
                <a:pathLst>
                  <a:path w="5880" h="3432" extrusionOk="0">
                    <a:moveTo>
                      <a:pt x="1496" y="1"/>
                    </a:moveTo>
                    <a:cubicBezTo>
                      <a:pt x="1254" y="1"/>
                      <a:pt x="1008" y="59"/>
                      <a:pt x="777" y="174"/>
                    </a:cubicBezTo>
                    <a:cubicBezTo>
                      <a:pt x="629" y="211"/>
                      <a:pt x="1" y="544"/>
                      <a:pt x="38" y="618"/>
                    </a:cubicBezTo>
                    <a:cubicBezTo>
                      <a:pt x="518" y="1394"/>
                      <a:pt x="3254" y="3021"/>
                      <a:pt x="3254" y="3021"/>
                    </a:cubicBezTo>
                    <a:cubicBezTo>
                      <a:pt x="3654" y="3305"/>
                      <a:pt x="4095" y="3431"/>
                      <a:pt x="4499" y="3431"/>
                    </a:cubicBezTo>
                    <a:cubicBezTo>
                      <a:pt x="5253" y="3431"/>
                      <a:pt x="5879" y="2992"/>
                      <a:pt x="5879" y="2319"/>
                    </a:cubicBezTo>
                    <a:cubicBezTo>
                      <a:pt x="5879" y="1334"/>
                      <a:pt x="2429" y="63"/>
                      <a:pt x="1942" y="63"/>
                    </a:cubicBezTo>
                    <a:cubicBezTo>
                      <a:pt x="1935" y="63"/>
                      <a:pt x="1929" y="63"/>
                      <a:pt x="1923" y="63"/>
                    </a:cubicBezTo>
                    <a:cubicBezTo>
                      <a:pt x="1785" y="22"/>
                      <a:pt x="1641" y="1"/>
                      <a:pt x="14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53"/>
              <p:cNvSpPr/>
              <p:nvPr/>
            </p:nvSpPr>
            <p:spPr>
              <a:xfrm>
                <a:off x="7591922" y="2772197"/>
                <a:ext cx="181013" cy="97603"/>
              </a:xfrm>
              <a:custGeom>
                <a:avLst/>
                <a:gdLst/>
                <a:ahLst/>
                <a:cxnLst/>
                <a:rect l="l" t="t" r="r" b="b"/>
                <a:pathLst>
                  <a:path w="9909" h="5343" extrusionOk="0">
                    <a:moveTo>
                      <a:pt x="812" y="1"/>
                    </a:moveTo>
                    <a:cubicBezTo>
                      <a:pt x="641" y="1"/>
                      <a:pt x="488" y="69"/>
                      <a:pt x="371" y="241"/>
                    </a:cubicBezTo>
                    <a:cubicBezTo>
                      <a:pt x="1" y="943"/>
                      <a:pt x="112" y="1793"/>
                      <a:pt x="666" y="2385"/>
                    </a:cubicBezTo>
                    <a:cubicBezTo>
                      <a:pt x="999" y="2718"/>
                      <a:pt x="1997" y="3013"/>
                      <a:pt x="2441" y="3272"/>
                    </a:cubicBezTo>
                    <a:cubicBezTo>
                      <a:pt x="3069" y="3605"/>
                      <a:pt x="3402" y="4307"/>
                      <a:pt x="4031" y="4714"/>
                    </a:cubicBezTo>
                    <a:cubicBezTo>
                      <a:pt x="4696" y="5121"/>
                      <a:pt x="5436" y="5306"/>
                      <a:pt x="6212" y="5343"/>
                    </a:cubicBezTo>
                    <a:cubicBezTo>
                      <a:pt x="7136" y="5343"/>
                      <a:pt x="9613" y="4751"/>
                      <a:pt x="9909" y="2755"/>
                    </a:cubicBezTo>
                    <a:lnTo>
                      <a:pt x="9909" y="2755"/>
                    </a:lnTo>
                    <a:cubicBezTo>
                      <a:pt x="9027" y="3931"/>
                      <a:pt x="8116" y="4327"/>
                      <a:pt x="7253" y="4327"/>
                    </a:cubicBezTo>
                    <a:cubicBezTo>
                      <a:pt x="7139" y="4327"/>
                      <a:pt x="7026" y="4320"/>
                      <a:pt x="6914" y="4307"/>
                    </a:cubicBezTo>
                    <a:cubicBezTo>
                      <a:pt x="4881" y="4123"/>
                      <a:pt x="3772" y="1978"/>
                      <a:pt x="2330" y="869"/>
                    </a:cubicBezTo>
                    <a:cubicBezTo>
                      <a:pt x="2023" y="646"/>
                      <a:pt x="1336" y="1"/>
                      <a:pt x="8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53"/>
              <p:cNvSpPr/>
              <p:nvPr/>
            </p:nvSpPr>
            <p:spPr>
              <a:xfrm>
                <a:off x="7635143" y="2741380"/>
                <a:ext cx="39878" cy="20624"/>
              </a:xfrm>
              <a:custGeom>
                <a:avLst/>
                <a:gdLst/>
                <a:ahLst/>
                <a:cxnLst/>
                <a:rect l="l" t="t" r="r" b="b"/>
                <a:pathLst>
                  <a:path w="2183" h="1129" extrusionOk="0">
                    <a:moveTo>
                      <a:pt x="453" y="0"/>
                    </a:moveTo>
                    <a:cubicBezTo>
                      <a:pt x="229" y="0"/>
                      <a:pt x="68" y="172"/>
                      <a:pt x="1" y="375"/>
                    </a:cubicBezTo>
                    <a:cubicBezTo>
                      <a:pt x="519" y="671"/>
                      <a:pt x="999" y="929"/>
                      <a:pt x="1554" y="1114"/>
                    </a:cubicBezTo>
                    <a:cubicBezTo>
                      <a:pt x="1652" y="1114"/>
                      <a:pt x="1729" y="1129"/>
                      <a:pt x="1797" y="1129"/>
                    </a:cubicBezTo>
                    <a:cubicBezTo>
                      <a:pt x="1881" y="1129"/>
                      <a:pt x="1952" y="1106"/>
                      <a:pt x="2034" y="1003"/>
                    </a:cubicBezTo>
                    <a:cubicBezTo>
                      <a:pt x="2182" y="856"/>
                      <a:pt x="2034" y="671"/>
                      <a:pt x="1739" y="449"/>
                    </a:cubicBezTo>
                    <a:cubicBezTo>
                      <a:pt x="1406" y="190"/>
                      <a:pt x="962" y="5"/>
                      <a:pt x="519" y="5"/>
                    </a:cubicBezTo>
                    <a:cubicBezTo>
                      <a:pt x="496" y="2"/>
                      <a:pt x="474" y="0"/>
                      <a:pt x="4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53"/>
              <p:cNvSpPr/>
              <p:nvPr/>
            </p:nvSpPr>
            <p:spPr>
              <a:xfrm>
                <a:off x="7385262" y="2794136"/>
                <a:ext cx="54729" cy="29739"/>
              </a:xfrm>
              <a:custGeom>
                <a:avLst/>
                <a:gdLst/>
                <a:ahLst/>
                <a:cxnLst/>
                <a:rect l="l" t="t" r="r" b="b"/>
                <a:pathLst>
                  <a:path w="2996" h="1628" extrusionOk="0">
                    <a:moveTo>
                      <a:pt x="1812" y="1"/>
                    </a:moveTo>
                    <a:lnTo>
                      <a:pt x="1" y="297"/>
                    </a:lnTo>
                    <a:lnTo>
                      <a:pt x="1221" y="1628"/>
                    </a:lnTo>
                    <a:lnTo>
                      <a:pt x="2995" y="1295"/>
                    </a:lnTo>
                    <a:lnTo>
                      <a:pt x="181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53"/>
              <p:cNvSpPr/>
              <p:nvPr/>
            </p:nvSpPr>
            <p:spPr>
              <a:xfrm>
                <a:off x="7364328" y="2770498"/>
                <a:ext cx="48646" cy="22981"/>
              </a:xfrm>
              <a:custGeom>
                <a:avLst/>
                <a:gdLst/>
                <a:ahLst/>
                <a:cxnLst/>
                <a:rect l="l" t="t" r="r" b="b"/>
                <a:pathLst>
                  <a:path w="2663" h="1258" extrusionOk="0">
                    <a:moveTo>
                      <a:pt x="1812" y="1"/>
                    </a:moveTo>
                    <a:lnTo>
                      <a:pt x="1" y="297"/>
                    </a:lnTo>
                    <a:lnTo>
                      <a:pt x="851" y="1258"/>
                    </a:lnTo>
                    <a:lnTo>
                      <a:pt x="2663" y="962"/>
                    </a:lnTo>
                    <a:lnTo>
                      <a:pt x="18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53"/>
              <p:cNvSpPr/>
              <p:nvPr/>
            </p:nvSpPr>
            <p:spPr>
              <a:xfrm>
                <a:off x="7118502" y="2811034"/>
                <a:ext cx="46619" cy="24332"/>
              </a:xfrm>
              <a:custGeom>
                <a:avLst/>
                <a:gdLst/>
                <a:ahLst/>
                <a:cxnLst/>
                <a:rect l="l" t="t" r="r" b="b"/>
                <a:pathLst>
                  <a:path w="2552" h="1332" extrusionOk="0">
                    <a:moveTo>
                      <a:pt x="1590" y="0"/>
                    </a:moveTo>
                    <a:lnTo>
                      <a:pt x="0" y="222"/>
                    </a:lnTo>
                    <a:lnTo>
                      <a:pt x="999" y="1331"/>
                    </a:lnTo>
                    <a:lnTo>
                      <a:pt x="2551" y="1072"/>
                    </a:lnTo>
                    <a:lnTo>
                      <a:pt x="159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53"/>
              <p:cNvSpPr/>
              <p:nvPr/>
            </p:nvSpPr>
            <p:spPr>
              <a:xfrm>
                <a:off x="7425122" y="2787395"/>
                <a:ext cx="52683" cy="29045"/>
              </a:xfrm>
              <a:custGeom>
                <a:avLst/>
                <a:gdLst/>
                <a:ahLst/>
                <a:cxnLst/>
                <a:rect l="l" t="t" r="r" b="b"/>
                <a:pathLst>
                  <a:path w="2884" h="1590" extrusionOk="0">
                    <a:moveTo>
                      <a:pt x="1738" y="0"/>
                    </a:moveTo>
                    <a:lnTo>
                      <a:pt x="0" y="296"/>
                    </a:lnTo>
                    <a:lnTo>
                      <a:pt x="1183" y="1590"/>
                    </a:lnTo>
                    <a:lnTo>
                      <a:pt x="2884" y="1257"/>
                    </a:lnTo>
                    <a:lnTo>
                      <a:pt x="173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53"/>
              <p:cNvSpPr/>
              <p:nvPr/>
            </p:nvSpPr>
            <p:spPr>
              <a:xfrm>
                <a:off x="7404169" y="2764433"/>
                <a:ext cx="47295" cy="22305"/>
              </a:xfrm>
              <a:custGeom>
                <a:avLst/>
                <a:gdLst/>
                <a:ahLst/>
                <a:cxnLst/>
                <a:rect l="l" t="t" r="r" b="b"/>
                <a:pathLst>
                  <a:path w="2589" h="1221" extrusionOk="0">
                    <a:moveTo>
                      <a:pt x="1739" y="0"/>
                    </a:moveTo>
                    <a:lnTo>
                      <a:pt x="1" y="296"/>
                    </a:lnTo>
                    <a:lnTo>
                      <a:pt x="851" y="1220"/>
                    </a:lnTo>
                    <a:lnTo>
                      <a:pt x="2589" y="924"/>
                    </a:lnTo>
                    <a:lnTo>
                      <a:pt x="173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53"/>
              <p:cNvSpPr/>
              <p:nvPr/>
            </p:nvSpPr>
            <p:spPr>
              <a:xfrm>
                <a:off x="7290710" y="2783340"/>
                <a:ext cx="45267" cy="22981"/>
              </a:xfrm>
              <a:custGeom>
                <a:avLst/>
                <a:gdLst/>
                <a:ahLst/>
                <a:cxnLst/>
                <a:rect l="l" t="t" r="r" b="b"/>
                <a:pathLst>
                  <a:path w="2478" h="1258" extrusionOk="0">
                    <a:moveTo>
                      <a:pt x="1591" y="0"/>
                    </a:moveTo>
                    <a:lnTo>
                      <a:pt x="1" y="222"/>
                    </a:lnTo>
                    <a:lnTo>
                      <a:pt x="925" y="1257"/>
                    </a:lnTo>
                    <a:lnTo>
                      <a:pt x="2478" y="962"/>
                    </a:lnTo>
                    <a:lnTo>
                      <a:pt x="15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53"/>
              <p:cNvSpPr/>
              <p:nvPr/>
            </p:nvSpPr>
            <p:spPr>
              <a:xfrm>
                <a:off x="7153612" y="2803599"/>
                <a:ext cx="54729" cy="25684"/>
              </a:xfrm>
              <a:custGeom>
                <a:avLst/>
                <a:gdLst/>
                <a:ahLst/>
                <a:cxnLst/>
                <a:rect l="l" t="t" r="r" b="b"/>
                <a:pathLst>
                  <a:path w="2996" h="1406" extrusionOk="0">
                    <a:moveTo>
                      <a:pt x="2034" y="0"/>
                    </a:moveTo>
                    <a:lnTo>
                      <a:pt x="1" y="333"/>
                    </a:lnTo>
                    <a:lnTo>
                      <a:pt x="999" y="1405"/>
                    </a:lnTo>
                    <a:lnTo>
                      <a:pt x="2996" y="1073"/>
                    </a:lnTo>
                    <a:lnTo>
                      <a:pt x="20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53"/>
              <p:cNvSpPr/>
              <p:nvPr/>
            </p:nvSpPr>
            <p:spPr>
              <a:xfrm>
                <a:off x="7197509" y="2795488"/>
                <a:ext cx="62164" cy="26360"/>
              </a:xfrm>
              <a:custGeom>
                <a:avLst/>
                <a:gdLst/>
                <a:ahLst/>
                <a:cxnLst/>
                <a:rect l="l" t="t" r="r" b="b"/>
                <a:pathLst>
                  <a:path w="3403" h="1443" extrusionOk="0">
                    <a:moveTo>
                      <a:pt x="2478" y="1"/>
                    </a:moveTo>
                    <a:lnTo>
                      <a:pt x="1" y="408"/>
                    </a:lnTo>
                    <a:lnTo>
                      <a:pt x="962" y="1443"/>
                    </a:lnTo>
                    <a:lnTo>
                      <a:pt x="3402" y="1036"/>
                    </a:lnTo>
                    <a:lnTo>
                      <a:pt x="247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53"/>
              <p:cNvSpPr/>
              <p:nvPr/>
            </p:nvSpPr>
            <p:spPr>
              <a:xfrm>
                <a:off x="7249516" y="2788747"/>
                <a:ext cx="51350" cy="24332"/>
              </a:xfrm>
              <a:custGeom>
                <a:avLst/>
                <a:gdLst/>
                <a:ahLst/>
                <a:cxnLst/>
                <a:rect l="l" t="t" r="r" b="b"/>
                <a:pathLst>
                  <a:path w="2811" h="1332" extrusionOk="0">
                    <a:moveTo>
                      <a:pt x="1886" y="0"/>
                    </a:moveTo>
                    <a:lnTo>
                      <a:pt x="1" y="296"/>
                    </a:lnTo>
                    <a:lnTo>
                      <a:pt x="925" y="1331"/>
                    </a:lnTo>
                    <a:lnTo>
                      <a:pt x="2810" y="998"/>
                    </a:lnTo>
                    <a:lnTo>
                      <a:pt x="188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53"/>
              <p:cNvSpPr/>
              <p:nvPr/>
            </p:nvSpPr>
            <p:spPr>
              <a:xfrm>
                <a:off x="7326514" y="2777257"/>
                <a:ext cx="46619" cy="22981"/>
              </a:xfrm>
              <a:custGeom>
                <a:avLst/>
                <a:gdLst/>
                <a:ahLst/>
                <a:cxnLst/>
                <a:rect l="l" t="t" r="r" b="b"/>
                <a:pathLst>
                  <a:path w="2552" h="1258" extrusionOk="0">
                    <a:moveTo>
                      <a:pt x="1701" y="1"/>
                    </a:moveTo>
                    <a:lnTo>
                      <a:pt x="0" y="259"/>
                    </a:lnTo>
                    <a:lnTo>
                      <a:pt x="888" y="1258"/>
                    </a:lnTo>
                    <a:lnTo>
                      <a:pt x="2551" y="962"/>
                    </a:lnTo>
                    <a:lnTo>
                      <a:pt x="170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53"/>
              <p:cNvSpPr/>
              <p:nvPr/>
            </p:nvSpPr>
            <p:spPr>
              <a:xfrm>
                <a:off x="7142816" y="2836699"/>
                <a:ext cx="53378" cy="33101"/>
              </a:xfrm>
              <a:custGeom>
                <a:avLst/>
                <a:gdLst/>
                <a:ahLst/>
                <a:cxnLst/>
                <a:rect l="l" t="t" r="r" b="b"/>
                <a:pathLst>
                  <a:path w="2922" h="1812" extrusionOk="0">
                    <a:moveTo>
                      <a:pt x="1553" y="0"/>
                    </a:moveTo>
                    <a:lnTo>
                      <a:pt x="0" y="296"/>
                    </a:lnTo>
                    <a:lnTo>
                      <a:pt x="1368" y="1812"/>
                    </a:lnTo>
                    <a:lnTo>
                      <a:pt x="2921" y="1516"/>
                    </a:lnTo>
                    <a:lnTo>
                      <a:pt x="155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53"/>
              <p:cNvSpPr/>
              <p:nvPr/>
            </p:nvSpPr>
            <p:spPr>
              <a:xfrm>
                <a:off x="7100271" y="2842764"/>
                <a:ext cx="61470" cy="34471"/>
              </a:xfrm>
              <a:custGeom>
                <a:avLst/>
                <a:gdLst/>
                <a:ahLst/>
                <a:cxnLst/>
                <a:rect l="l" t="t" r="r" b="b"/>
                <a:pathLst>
                  <a:path w="3365" h="1887" extrusionOk="0">
                    <a:moveTo>
                      <a:pt x="1997" y="1"/>
                    </a:moveTo>
                    <a:lnTo>
                      <a:pt x="0" y="371"/>
                    </a:lnTo>
                    <a:lnTo>
                      <a:pt x="1405" y="1886"/>
                    </a:lnTo>
                    <a:lnTo>
                      <a:pt x="3365" y="1517"/>
                    </a:lnTo>
                    <a:lnTo>
                      <a:pt x="19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53"/>
              <p:cNvSpPr/>
              <p:nvPr/>
            </p:nvSpPr>
            <p:spPr>
              <a:xfrm>
                <a:off x="7015163" y="2856958"/>
                <a:ext cx="67553" cy="36480"/>
              </a:xfrm>
              <a:custGeom>
                <a:avLst/>
                <a:gdLst/>
                <a:ahLst/>
                <a:cxnLst/>
                <a:rect l="l" t="t" r="r" b="b"/>
                <a:pathLst>
                  <a:path w="3698" h="1997" extrusionOk="0">
                    <a:moveTo>
                      <a:pt x="2256" y="0"/>
                    </a:moveTo>
                    <a:lnTo>
                      <a:pt x="1" y="407"/>
                    </a:lnTo>
                    <a:lnTo>
                      <a:pt x="1480" y="1997"/>
                    </a:lnTo>
                    <a:lnTo>
                      <a:pt x="3698" y="1590"/>
                    </a:lnTo>
                    <a:lnTo>
                      <a:pt x="22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53"/>
              <p:cNvSpPr/>
              <p:nvPr/>
            </p:nvSpPr>
            <p:spPr>
              <a:xfrm>
                <a:off x="7348124" y="2800895"/>
                <a:ext cx="52702" cy="29739"/>
              </a:xfrm>
              <a:custGeom>
                <a:avLst/>
                <a:gdLst/>
                <a:ahLst/>
                <a:cxnLst/>
                <a:rect l="l" t="t" r="r" b="b"/>
                <a:pathLst>
                  <a:path w="2885" h="1628" extrusionOk="0">
                    <a:moveTo>
                      <a:pt x="1701" y="1"/>
                    </a:moveTo>
                    <a:lnTo>
                      <a:pt x="0" y="296"/>
                    </a:lnTo>
                    <a:lnTo>
                      <a:pt x="1220" y="1627"/>
                    </a:lnTo>
                    <a:lnTo>
                      <a:pt x="2884" y="1332"/>
                    </a:lnTo>
                    <a:lnTo>
                      <a:pt x="170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53"/>
              <p:cNvSpPr/>
              <p:nvPr/>
            </p:nvSpPr>
            <p:spPr>
              <a:xfrm>
                <a:off x="7063115" y="2850199"/>
                <a:ext cx="56757" cy="34453"/>
              </a:xfrm>
              <a:custGeom>
                <a:avLst/>
                <a:gdLst/>
                <a:ahLst/>
                <a:cxnLst/>
                <a:rect l="l" t="t" r="r" b="b"/>
                <a:pathLst>
                  <a:path w="3107" h="1886" extrusionOk="0">
                    <a:moveTo>
                      <a:pt x="1665" y="0"/>
                    </a:moveTo>
                    <a:lnTo>
                      <a:pt x="1" y="296"/>
                    </a:lnTo>
                    <a:lnTo>
                      <a:pt x="1406" y="1886"/>
                    </a:lnTo>
                    <a:lnTo>
                      <a:pt x="3106" y="1553"/>
                    </a:lnTo>
                    <a:lnTo>
                      <a:pt x="166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53"/>
              <p:cNvSpPr/>
              <p:nvPr/>
            </p:nvSpPr>
            <p:spPr>
              <a:xfrm>
                <a:off x="7312996" y="2806978"/>
                <a:ext cx="51350" cy="30415"/>
              </a:xfrm>
              <a:custGeom>
                <a:avLst/>
                <a:gdLst/>
                <a:ahLst/>
                <a:cxnLst/>
                <a:rect l="l" t="t" r="r" b="b"/>
                <a:pathLst>
                  <a:path w="2811" h="1665" extrusionOk="0">
                    <a:moveTo>
                      <a:pt x="1554" y="0"/>
                    </a:moveTo>
                    <a:lnTo>
                      <a:pt x="1" y="296"/>
                    </a:lnTo>
                    <a:lnTo>
                      <a:pt x="1258" y="1664"/>
                    </a:lnTo>
                    <a:lnTo>
                      <a:pt x="2811" y="1368"/>
                    </a:lnTo>
                    <a:lnTo>
                      <a:pt x="155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53"/>
              <p:cNvSpPr/>
              <p:nvPr/>
            </p:nvSpPr>
            <p:spPr>
              <a:xfrm>
                <a:off x="7271803" y="2813737"/>
                <a:ext cx="57433" cy="31073"/>
              </a:xfrm>
              <a:custGeom>
                <a:avLst/>
                <a:gdLst/>
                <a:ahLst/>
                <a:cxnLst/>
                <a:rect l="l" t="t" r="r" b="b"/>
                <a:pathLst>
                  <a:path w="3144" h="1701" extrusionOk="0">
                    <a:moveTo>
                      <a:pt x="1886" y="0"/>
                    </a:moveTo>
                    <a:lnTo>
                      <a:pt x="1" y="296"/>
                    </a:lnTo>
                    <a:lnTo>
                      <a:pt x="1295" y="1701"/>
                    </a:lnTo>
                    <a:lnTo>
                      <a:pt x="3143" y="1368"/>
                    </a:lnTo>
                    <a:lnTo>
                      <a:pt x="188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53"/>
              <p:cNvSpPr/>
              <p:nvPr/>
            </p:nvSpPr>
            <p:spPr>
              <a:xfrm>
                <a:off x="7177250" y="2829265"/>
                <a:ext cx="61488" cy="33777"/>
              </a:xfrm>
              <a:custGeom>
                <a:avLst/>
                <a:gdLst/>
                <a:ahLst/>
                <a:cxnLst/>
                <a:rect l="l" t="t" r="r" b="b"/>
                <a:pathLst>
                  <a:path w="3366" h="1849" extrusionOk="0">
                    <a:moveTo>
                      <a:pt x="2034" y="0"/>
                    </a:moveTo>
                    <a:lnTo>
                      <a:pt x="1" y="370"/>
                    </a:lnTo>
                    <a:lnTo>
                      <a:pt x="1369" y="1849"/>
                    </a:lnTo>
                    <a:lnTo>
                      <a:pt x="3365" y="1479"/>
                    </a:lnTo>
                    <a:lnTo>
                      <a:pt x="20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53"/>
              <p:cNvSpPr/>
              <p:nvPr/>
            </p:nvSpPr>
            <p:spPr>
              <a:xfrm>
                <a:off x="7220471" y="2820478"/>
                <a:ext cx="68905" cy="34471"/>
              </a:xfrm>
              <a:custGeom>
                <a:avLst/>
                <a:gdLst/>
                <a:ahLst/>
                <a:cxnLst/>
                <a:rect l="l" t="t" r="r" b="b"/>
                <a:pathLst>
                  <a:path w="3772" h="1887" extrusionOk="0">
                    <a:moveTo>
                      <a:pt x="2478" y="1"/>
                    </a:moveTo>
                    <a:lnTo>
                      <a:pt x="1" y="444"/>
                    </a:lnTo>
                    <a:lnTo>
                      <a:pt x="1332" y="1886"/>
                    </a:lnTo>
                    <a:lnTo>
                      <a:pt x="3772" y="1406"/>
                    </a:lnTo>
                    <a:lnTo>
                      <a:pt x="247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53"/>
              <p:cNvSpPr/>
              <p:nvPr/>
            </p:nvSpPr>
            <p:spPr>
              <a:xfrm>
                <a:off x="7415659" y="2826561"/>
                <a:ext cx="52702" cy="28388"/>
              </a:xfrm>
              <a:custGeom>
                <a:avLst/>
                <a:gdLst/>
                <a:ahLst/>
                <a:cxnLst/>
                <a:rect l="l" t="t" r="r" b="b"/>
                <a:pathLst>
                  <a:path w="2885" h="1554" extrusionOk="0">
                    <a:moveTo>
                      <a:pt x="1812" y="0"/>
                    </a:moveTo>
                    <a:lnTo>
                      <a:pt x="0" y="333"/>
                    </a:lnTo>
                    <a:lnTo>
                      <a:pt x="1073" y="1553"/>
                    </a:lnTo>
                    <a:lnTo>
                      <a:pt x="2884" y="1184"/>
                    </a:lnTo>
                    <a:lnTo>
                      <a:pt x="181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53"/>
              <p:cNvSpPr/>
              <p:nvPr/>
            </p:nvSpPr>
            <p:spPr>
              <a:xfrm>
                <a:off x="7492657" y="2815071"/>
                <a:ext cx="40536" cy="24332"/>
              </a:xfrm>
              <a:custGeom>
                <a:avLst/>
                <a:gdLst/>
                <a:ahLst/>
                <a:cxnLst/>
                <a:rect l="l" t="t" r="r" b="b"/>
                <a:pathLst>
                  <a:path w="2219" h="1332" extrusionOk="0">
                    <a:moveTo>
                      <a:pt x="1109" y="1"/>
                    </a:moveTo>
                    <a:lnTo>
                      <a:pt x="0" y="186"/>
                    </a:lnTo>
                    <a:lnTo>
                      <a:pt x="1035" y="1332"/>
                    </a:lnTo>
                    <a:lnTo>
                      <a:pt x="2218" y="1073"/>
                    </a:lnTo>
                    <a:lnTo>
                      <a:pt x="110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53"/>
              <p:cNvSpPr/>
              <p:nvPr/>
            </p:nvSpPr>
            <p:spPr>
              <a:xfrm>
                <a:off x="7454825" y="2819802"/>
                <a:ext cx="50674" cy="27036"/>
              </a:xfrm>
              <a:custGeom>
                <a:avLst/>
                <a:gdLst/>
                <a:ahLst/>
                <a:cxnLst/>
                <a:rect l="l" t="t" r="r" b="b"/>
                <a:pathLst>
                  <a:path w="2774" h="1480" extrusionOk="0">
                    <a:moveTo>
                      <a:pt x="1738" y="1"/>
                    </a:moveTo>
                    <a:lnTo>
                      <a:pt x="1" y="334"/>
                    </a:lnTo>
                    <a:lnTo>
                      <a:pt x="1036" y="1480"/>
                    </a:lnTo>
                    <a:lnTo>
                      <a:pt x="2774" y="1110"/>
                    </a:lnTo>
                    <a:lnTo>
                      <a:pt x="173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53"/>
              <p:cNvSpPr/>
              <p:nvPr/>
            </p:nvSpPr>
            <p:spPr>
              <a:xfrm>
                <a:off x="7378521" y="2833996"/>
                <a:ext cx="51332" cy="28369"/>
              </a:xfrm>
              <a:custGeom>
                <a:avLst/>
                <a:gdLst/>
                <a:ahLst/>
                <a:cxnLst/>
                <a:rect l="l" t="t" r="r" b="b"/>
                <a:pathLst>
                  <a:path w="2810" h="1553" extrusionOk="0">
                    <a:moveTo>
                      <a:pt x="1701" y="0"/>
                    </a:moveTo>
                    <a:lnTo>
                      <a:pt x="0" y="333"/>
                    </a:lnTo>
                    <a:lnTo>
                      <a:pt x="1109" y="1553"/>
                    </a:lnTo>
                    <a:lnTo>
                      <a:pt x="2810" y="1220"/>
                    </a:lnTo>
                    <a:lnTo>
                      <a:pt x="17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53"/>
              <p:cNvSpPr/>
              <p:nvPr/>
            </p:nvSpPr>
            <p:spPr>
              <a:xfrm>
                <a:off x="7463611" y="2780636"/>
                <a:ext cx="54054" cy="28388"/>
              </a:xfrm>
              <a:custGeom>
                <a:avLst/>
                <a:gdLst/>
                <a:ahLst/>
                <a:cxnLst/>
                <a:rect l="l" t="t" r="r" b="b"/>
                <a:pathLst>
                  <a:path w="2959" h="1554" extrusionOk="0">
                    <a:moveTo>
                      <a:pt x="1701" y="0"/>
                    </a:moveTo>
                    <a:lnTo>
                      <a:pt x="0" y="296"/>
                    </a:lnTo>
                    <a:lnTo>
                      <a:pt x="1146" y="1553"/>
                    </a:lnTo>
                    <a:lnTo>
                      <a:pt x="2958" y="1221"/>
                    </a:lnTo>
                    <a:lnTo>
                      <a:pt x="17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53"/>
              <p:cNvSpPr/>
              <p:nvPr/>
            </p:nvSpPr>
            <p:spPr>
              <a:xfrm>
                <a:off x="6917925" y="2873837"/>
                <a:ext cx="68905" cy="37832"/>
              </a:xfrm>
              <a:custGeom>
                <a:avLst/>
                <a:gdLst/>
                <a:ahLst/>
                <a:cxnLst/>
                <a:rect l="l" t="t" r="r" b="b"/>
                <a:pathLst>
                  <a:path w="3772" h="2071" extrusionOk="0">
                    <a:moveTo>
                      <a:pt x="2292" y="0"/>
                    </a:moveTo>
                    <a:lnTo>
                      <a:pt x="0" y="407"/>
                    </a:lnTo>
                    <a:lnTo>
                      <a:pt x="1516" y="2071"/>
                    </a:lnTo>
                    <a:lnTo>
                      <a:pt x="3771" y="1664"/>
                    </a:lnTo>
                    <a:lnTo>
                      <a:pt x="22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53"/>
              <p:cNvSpPr/>
              <p:nvPr/>
            </p:nvSpPr>
            <p:spPr>
              <a:xfrm>
                <a:off x="6953711" y="2910975"/>
                <a:ext cx="66877" cy="37850"/>
              </a:xfrm>
              <a:custGeom>
                <a:avLst/>
                <a:gdLst/>
                <a:ahLst/>
                <a:cxnLst/>
                <a:rect l="l" t="t" r="r" b="b"/>
                <a:pathLst>
                  <a:path w="3661" h="2072" extrusionOk="0">
                    <a:moveTo>
                      <a:pt x="2182" y="1"/>
                    </a:moveTo>
                    <a:lnTo>
                      <a:pt x="1" y="408"/>
                    </a:lnTo>
                    <a:lnTo>
                      <a:pt x="1627" y="2071"/>
                    </a:lnTo>
                    <a:lnTo>
                      <a:pt x="3661" y="1628"/>
                    </a:lnTo>
                    <a:lnTo>
                      <a:pt x="218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53"/>
              <p:cNvSpPr/>
              <p:nvPr/>
            </p:nvSpPr>
            <p:spPr>
              <a:xfrm>
                <a:off x="7344069" y="2840737"/>
                <a:ext cx="49322" cy="29064"/>
              </a:xfrm>
              <a:custGeom>
                <a:avLst/>
                <a:gdLst/>
                <a:ahLst/>
                <a:cxnLst/>
                <a:rect l="l" t="t" r="r" b="b"/>
                <a:pathLst>
                  <a:path w="2700" h="1591" extrusionOk="0">
                    <a:moveTo>
                      <a:pt x="1553" y="1"/>
                    </a:moveTo>
                    <a:lnTo>
                      <a:pt x="1" y="297"/>
                    </a:lnTo>
                    <a:lnTo>
                      <a:pt x="1147" y="1591"/>
                    </a:lnTo>
                    <a:lnTo>
                      <a:pt x="2699" y="1258"/>
                    </a:lnTo>
                    <a:lnTo>
                      <a:pt x="1553" y="1"/>
                    </a:lnTo>
                    <a:close/>
                  </a:path>
                </a:pathLst>
              </a:custGeom>
              <a:solidFill>
                <a:srgbClr val="FFA2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53"/>
              <p:cNvSpPr/>
              <p:nvPr/>
            </p:nvSpPr>
            <p:spPr>
              <a:xfrm>
                <a:off x="6892259" y="2844792"/>
                <a:ext cx="60794" cy="28388"/>
              </a:xfrm>
              <a:custGeom>
                <a:avLst/>
                <a:gdLst/>
                <a:ahLst/>
                <a:cxnLst/>
                <a:rect l="l" t="t" r="r" b="b"/>
                <a:pathLst>
                  <a:path w="3328" h="1554" extrusionOk="0">
                    <a:moveTo>
                      <a:pt x="2255" y="1"/>
                    </a:moveTo>
                    <a:lnTo>
                      <a:pt x="0" y="370"/>
                    </a:lnTo>
                    <a:lnTo>
                      <a:pt x="1220" y="1553"/>
                    </a:lnTo>
                    <a:lnTo>
                      <a:pt x="3328" y="1221"/>
                    </a:lnTo>
                    <a:lnTo>
                      <a:pt x="22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53"/>
              <p:cNvSpPr/>
              <p:nvPr/>
            </p:nvSpPr>
            <p:spPr>
              <a:xfrm>
                <a:off x="7442677" y="2759026"/>
                <a:ext cx="46619" cy="20953"/>
              </a:xfrm>
              <a:custGeom>
                <a:avLst/>
                <a:gdLst/>
                <a:ahLst/>
                <a:cxnLst/>
                <a:rect l="l" t="t" r="r" b="b"/>
                <a:pathLst>
                  <a:path w="2552" h="1147" extrusionOk="0">
                    <a:moveTo>
                      <a:pt x="1516" y="0"/>
                    </a:moveTo>
                    <a:lnTo>
                      <a:pt x="0" y="222"/>
                    </a:lnTo>
                    <a:lnTo>
                      <a:pt x="851" y="1147"/>
                    </a:lnTo>
                    <a:lnTo>
                      <a:pt x="2551" y="851"/>
                    </a:lnTo>
                    <a:lnTo>
                      <a:pt x="15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53"/>
              <p:cNvSpPr/>
              <p:nvPr/>
            </p:nvSpPr>
            <p:spPr>
              <a:xfrm>
                <a:off x="6940211" y="2837375"/>
                <a:ext cx="62146" cy="28369"/>
              </a:xfrm>
              <a:custGeom>
                <a:avLst/>
                <a:gdLst/>
                <a:ahLst/>
                <a:cxnLst/>
                <a:rect l="l" t="t" r="r" b="b"/>
                <a:pathLst>
                  <a:path w="3402" h="1553" extrusionOk="0">
                    <a:moveTo>
                      <a:pt x="2329" y="0"/>
                    </a:moveTo>
                    <a:lnTo>
                      <a:pt x="0" y="370"/>
                    </a:lnTo>
                    <a:lnTo>
                      <a:pt x="1072" y="1553"/>
                    </a:lnTo>
                    <a:lnTo>
                      <a:pt x="3401" y="1146"/>
                    </a:lnTo>
                    <a:lnTo>
                      <a:pt x="23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53"/>
              <p:cNvSpPr/>
              <p:nvPr/>
            </p:nvSpPr>
            <p:spPr>
              <a:xfrm>
                <a:off x="6990173" y="2829265"/>
                <a:ext cx="60137" cy="27712"/>
              </a:xfrm>
              <a:custGeom>
                <a:avLst/>
                <a:gdLst/>
                <a:ahLst/>
                <a:cxnLst/>
                <a:rect l="l" t="t" r="r" b="b"/>
                <a:pathLst>
                  <a:path w="3292" h="1517" extrusionOk="0">
                    <a:moveTo>
                      <a:pt x="2256" y="0"/>
                    </a:moveTo>
                    <a:lnTo>
                      <a:pt x="1" y="370"/>
                    </a:lnTo>
                    <a:lnTo>
                      <a:pt x="1036" y="1516"/>
                    </a:lnTo>
                    <a:lnTo>
                      <a:pt x="3291" y="1146"/>
                    </a:lnTo>
                    <a:lnTo>
                      <a:pt x="22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53"/>
              <p:cNvSpPr/>
              <p:nvPr/>
            </p:nvSpPr>
            <p:spPr>
              <a:xfrm>
                <a:off x="6965877" y="2865051"/>
                <a:ext cx="69581" cy="37850"/>
              </a:xfrm>
              <a:custGeom>
                <a:avLst/>
                <a:gdLst/>
                <a:ahLst/>
                <a:cxnLst/>
                <a:rect l="l" t="t" r="r" b="b"/>
                <a:pathLst>
                  <a:path w="3809" h="2072" extrusionOk="0">
                    <a:moveTo>
                      <a:pt x="2329" y="1"/>
                    </a:moveTo>
                    <a:lnTo>
                      <a:pt x="0" y="408"/>
                    </a:lnTo>
                    <a:lnTo>
                      <a:pt x="1516" y="2071"/>
                    </a:lnTo>
                    <a:lnTo>
                      <a:pt x="3808" y="1628"/>
                    </a:lnTo>
                    <a:lnTo>
                      <a:pt x="23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53"/>
              <p:cNvSpPr/>
              <p:nvPr/>
            </p:nvSpPr>
            <p:spPr>
              <a:xfrm>
                <a:off x="7075281" y="2816423"/>
                <a:ext cx="55387" cy="26360"/>
              </a:xfrm>
              <a:custGeom>
                <a:avLst/>
                <a:gdLst/>
                <a:ahLst/>
                <a:cxnLst/>
                <a:rect l="l" t="t" r="r" b="b"/>
                <a:pathLst>
                  <a:path w="3032" h="1443" extrusionOk="0">
                    <a:moveTo>
                      <a:pt x="2034" y="1"/>
                    </a:moveTo>
                    <a:lnTo>
                      <a:pt x="0" y="334"/>
                    </a:lnTo>
                    <a:lnTo>
                      <a:pt x="1035" y="1443"/>
                    </a:lnTo>
                    <a:lnTo>
                      <a:pt x="3032" y="1110"/>
                    </a:lnTo>
                    <a:lnTo>
                      <a:pt x="203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53"/>
              <p:cNvSpPr/>
              <p:nvPr/>
            </p:nvSpPr>
            <p:spPr>
              <a:xfrm>
                <a:off x="7038125" y="2823182"/>
                <a:ext cx="49322" cy="25684"/>
              </a:xfrm>
              <a:custGeom>
                <a:avLst/>
                <a:gdLst/>
                <a:ahLst/>
                <a:cxnLst/>
                <a:rect l="l" t="t" r="r" b="b"/>
                <a:pathLst>
                  <a:path w="2700" h="1406" extrusionOk="0">
                    <a:moveTo>
                      <a:pt x="1702" y="1"/>
                    </a:moveTo>
                    <a:lnTo>
                      <a:pt x="1" y="296"/>
                    </a:lnTo>
                    <a:lnTo>
                      <a:pt x="1036" y="1406"/>
                    </a:lnTo>
                    <a:lnTo>
                      <a:pt x="2700" y="1110"/>
                    </a:lnTo>
                    <a:lnTo>
                      <a:pt x="17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53"/>
              <p:cNvSpPr/>
              <p:nvPr/>
            </p:nvSpPr>
            <p:spPr>
              <a:xfrm>
                <a:off x="6999635" y="2901531"/>
                <a:ext cx="68905" cy="37832"/>
              </a:xfrm>
              <a:custGeom>
                <a:avLst/>
                <a:gdLst/>
                <a:ahLst/>
                <a:cxnLst/>
                <a:rect l="l" t="t" r="r" b="b"/>
                <a:pathLst>
                  <a:path w="3772" h="2071" extrusionOk="0">
                    <a:moveTo>
                      <a:pt x="2330" y="0"/>
                    </a:moveTo>
                    <a:lnTo>
                      <a:pt x="1" y="444"/>
                    </a:lnTo>
                    <a:lnTo>
                      <a:pt x="1479" y="2071"/>
                    </a:lnTo>
                    <a:lnTo>
                      <a:pt x="3772" y="1590"/>
                    </a:lnTo>
                    <a:lnTo>
                      <a:pt x="233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53"/>
              <p:cNvSpPr/>
              <p:nvPr/>
            </p:nvSpPr>
            <p:spPr>
              <a:xfrm>
                <a:off x="7302876" y="2847496"/>
                <a:ext cx="56063" cy="30415"/>
              </a:xfrm>
              <a:custGeom>
                <a:avLst/>
                <a:gdLst/>
                <a:ahLst/>
                <a:cxnLst/>
                <a:rect l="l" t="t" r="r" b="b"/>
                <a:pathLst>
                  <a:path w="3069" h="1665" extrusionOk="0">
                    <a:moveTo>
                      <a:pt x="1886" y="1"/>
                    </a:moveTo>
                    <a:lnTo>
                      <a:pt x="0" y="333"/>
                    </a:lnTo>
                    <a:lnTo>
                      <a:pt x="1220" y="1664"/>
                    </a:lnTo>
                    <a:lnTo>
                      <a:pt x="3069" y="1258"/>
                    </a:lnTo>
                    <a:lnTo>
                      <a:pt x="18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53"/>
              <p:cNvSpPr/>
              <p:nvPr/>
            </p:nvSpPr>
            <p:spPr>
              <a:xfrm>
                <a:off x="7095540" y="2854930"/>
                <a:ext cx="223558" cy="64850"/>
              </a:xfrm>
              <a:custGeom>
                <a:avLst/>
                <a:gdLst/>
                <a:ahLst/>
                <a:cxnLst/>
                <a:rect l="l" t="t" r="r" b="b"/>
                <a:pathLst>
                  <a:path w="12238" h="3550" extrusionOk="0">
                    <a:moveTo>
                      <a:pt x="11018" y="0"/>
                    </a:moveTo>
                    <a:lnTo>
                      <a:pt x="0" y="2034"/>
                    </a:lnTo>
                    <a:lnTo>
                      <a:pt x="1405" y="3549"/>
                    </a:lnTo>
                    <a:lnTo>
                      <a:pt x="12238" y="1331"/>
                    </a:lnTo>
                    <a:lnTo>
                      <a:pt x="110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53"/>
              <p:cNvSpPr/>
              <p:nvPr/>
            </p:nvSpPr>
            <p:spPr>
              <a:xfrm>
                <a:off x="7048263" y="2893420"/>
                <a:ext cx="66877" cy="36498"/>
              </a:xfrm>
              <a:custGeom>
                <a:avLst/>
                <a:gdLst/>
                <a:ahLst/>
                <a:cxnLst/>
                <a:rect l="l" t="t" r="r" b="b"/>
                <a:pathLst>
                  <a:path w="3661" h="1998" extrusionOk="0">
                    <a:moveTo>
                      <a:pt x="2256" y="1"/>
                    </a:moveTo>
                    <a:lnTo>
                      <a:pt x="0" y="407"/>
                    </a:lnTo>
                    <a:lnTo>
                      <a:pt x="1442" y="1997"/>
                    </a:lnTo>
                    <a:lnTo>
                      <a:pt x="3661" y="1516"/>
                    </a:lnTo>
                    <a:lnTo>
                      <a:pt x="22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53"/>
              <p:cNvSpPr/>
              <p:nvPr/>
            </p:nvSpPr>
            <p:spPr>
              <a:xfrm>
                <a:off x="7344069" y="2840737"/>
                <a:ext cx="49322" cy="29064"/>
              </a:xfrm>
              <a:custGeom>
                <a:avLst/>
                <a:gdLst/>
                <a:ahLst/>
                <a:cxnLst/>
                <a:rect l="l" t="t" r="r" b="b"/>
                <a:pathLst>
                  <a:path w="2700" h="1591" extrusionOk="0">
                    <a:moveTo>
                      <a:pt x="1553" y="1"/>
                    </a:moveTo>
                    <a:lnTo>
                      <a:pt x="1" y="297"/>
                    </a:lnTo>
                    <a:lnTo>
                      <a:pt x="1147" y="1591"/>
                    </a:lnTo>
                    <a:lnTo>
                      <a:pt x="2699" y="1258"/>
                    </a:lnTo>
                    <a:lnTo>
                      <a:pt x="155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53"/>
              <p:cNvSpPr/>
              <p:nvPr/>
            </p:nvSpPr>
            <p:spPr>
              <a:xfrm>
                <a:off x="7912042" y="1891082"/>
                <a:ext cx="224252" cy="381024"/>
              </a:xfrm>
              <a:custGeom>
                <a:avLst/>
                <a:gdLst/>
                <a:ahLst/>
                <a:cxnLst/>
                <a:rect l="l" t="t" r="r" b="b"/>
                <a:pathLst>
                  <a:path w="12276" h="20858" extrusionOk="0">
                    <a:moveTo>
                      <a:pt x="5806" y="1829"/>
                    </a:moveTo>
                    <a:cubicBezTo>
                      <a:pt x="6297" y="1829"/>
                      <a:pt x="6877" y="1932"/>
                      <a:pt x="7580" y="2113"/>
                    </a:cubicBezTo>
                    <a:lnTo>
                      <a:pt x="7321" y="3075"/>
                    </a:lnTo>
                    <a:lnTo>
                      <a:pt x="6508" y="2853"/>
                    </a:lnTo>
                    <a:cubicBezTo>
                      <a:pt x="6338" y="2794"/>
                      <a:pt x="6163" y="2766"/>
                      <a:pt x="5991" y="2766"/>
                    </a:cubicBezTo>
                    <a:cubicBezTo>
                      <a:pt x="5301" y="2766"/>
                      <a:pt x="4644" y="3215"/>
                      <a:pt x="4437" y="3925"/>
                    </a:cubicBezTo>
                    <a:lnTo>
                      <a:pt x="3291" y="7696"/>
                    </a:lnTo>
                    <a:cubicBezTo>
                      <a:pt x="2996" y="7696"/>
                      <a:pt x="2700" y="7844"/>
                      <a:pt x="2515" y="8029"/>
                    </a:cubicBezTo>
                    <a:lnTo>
                      <a:pt x="1960" y="7881"/>
                    </a:lnTo>
                    <a:cubicBezTo>
                      <a:pt x="3313" y="3381"/>
                      <a:pt x="3894" y="1829"/>
                      <a:pt x="5806" y="1829"/>
                    </a:cubicBezTo>
                    <a:close/>
                    <a:moveTo>
                      <a:pt x="9022" y="2557"/>
                    </a:moveTo>
                    <a:cubicBezTo>
                      <a:pt x="12201" y="3666"/>
                      <a:pt x="12164" y="4775"/>
                      <a:pt x="10464" y="10395"/>
                    </a:cubicBezTo>
                    <a:lnTo>
                      <a:pt x="9946" y="10247"/>
                    </a:lnTo>
                    <a:cubicBezTo>
                      <a:pt x="9872" y="9914"/>
                      <a:pt x="9650" y="9618"/>
                      <a:pt x="9318" y="9471"/>
                    </a:cubicBezTo>
                    <a:lnTo>
                      <a:pt x="9391" y="9360"/>
                    </a:lnTo>
                    <a:lnTo>
                      <a:pt x="10464" y="5737"/>
                    </a:lnTo>
                    <a:cubicBezTo>
                      <a:pt x="10759" y="4886"/>
                      <a:pt x="10279" y="3962"/>
                      <a:pt x="9428" y="3740"/>
                    </a:cubicBezTo>
                    <a:lnTo>
                      <a:pt x="8726" y="3518"/>
                    </a:lnTo>
                    <a:lnTo>
                      <a:pt x="9022" y="2557"/>
                    </a:lnTo>
                    <a:close/>
                    <a:moveTo>
                      <a:pt x="7915" y="0"/>
                    </a:moveTo>
                    <a:cubicBezTo>
                      <a:pt x="7823" y="0"/>
                      <a:pt x="7761" y="129"/>
                      <a:pt x="7728" y="228"/>
                    </a:cubicBezTo>
                    <a:lnTo>
                      <a:pt x="7654" y="413"/>
                    </a:lnTo>
                    <a:cubicBezTo>
                      <a:pt x="7617" y="524"/>
                      <a:pt x="7654" y="561"/>
                      <a:pt x="7765" y="598"/>
                    </a:cubicBezTo>
                    <a:lnTo>
                      <a:pt x="8024" y="672"/>
                    </a:lnTo>
                    <a:lnTo>
                      <a:pt x="7728" y="1670"/>
                    </a:lnTo>
                    <a:cubicBezTo>
                      <a:pt x="7038" y="1497"/>
                      <a:pt x="6421" y="1391"/>
                      <a:pt x="5869" y="1391"/>
                    </a:cubicBezTo>
                    <a:cubicBezTo>
                      <a:pt x="5119" y="1391"/>
                      <a:pt x="4489" y="1587"/>
                      <a:pt x="3957" y="2076"/>
                    </a:cubicBezTo>
                    <a:cubicBezTo>
                      <a:pt x="3069" y="2964"/>
                      <a:pt x="2404" y="4738"/>
                      <a:pt x="1554" y="7548"/>
                    </a:cubicBezTo>
                    <a:cubicBezTo>
                      <a:pt x="1517" y="7548"/>
                      <a:pt x="1480" y="7511"/>
                      <a:pt x="1443" y="7511"/>
                    </a:cubicBezTo>
                    <a:lnTo>
                      <a:pt x="1184" y="7437"/>
                    </a:lnTo>
                    <a:cubicBezTo>
                      <a:pt x="1136" y="7418"/>
                      <a:pt x="1084" y="7409"/>
                      <a:pt x="1030" y="7409"/>
                    </a:cubicBezTo>
                    <a:cubicBezTo>
                      <a:pt x="878" y="7409"/>
                      <a:pt x="721" y="7485"/>
                      <a:pt x="666" y="7622"/>
                    </a:cubicBezTo>
                    <a:lnTo>
                      <a:pt x="371" y="8583"/>
                    </a:lnTo>
                    <a:cubicBezTo>
                      <a:pt x="334" y="8731"/>
                      <a:pt x="518" y="8990"/>
                      <a:pt x="703" y="9027"/>
                    </a:cubicBezTo>
                    <a:lnTo>
                      <a:pt x="962" y="9101"/>
                    </a:lnTo>
                    <a:cubicBezTo>
                      <a:pt x="995" y="9114"/>
                      <a:pt x="1028" y="9120"/>
                      <a:pt x="1060" y="9120"/>
                    </a:cubicBezTo>
                    <a:cubicBezTo>
                      <a:pt x="1210" y="9120"/>
                      <a:pt x="1351" y="8988"/>
                      <a:pt x="1443" y="8805"/>
                    </a:cubicBezTo>
                    <a:lnTo>
                      <a:pt x="2219" y="9027"/>
                    </a:lnTo>
                    <a:cubicBezTo>
                      <a:pt x="2108" y="9323"/>
                      <a:pt x="2219" y="9618"/>
                      <a:pt x="2441" y="9803"/>
                    </a:cubicBezTo>
                    <a:lnTo>
                      <a:pt x="2182" y="10691"/>
                    </a:lnTo>
                    <a:lnTo>
                      <a:pt x="1923" y="11578"/>
                    </a:lnTo>
                    <a:lnTo>
                      <a:pt x="1702" y="12280"/>
                    </a:lnTo>
                    <a:lnTo>
                      <a:pt x="1443" y="13168"/>
                    </a:lnTo>
                    <a:lnTo>
                      <a:pt x="1258" y="13870"/>
                    </a:lnTo>
                    <a:lnTo>
                      <a:pt x="962" y="14757"/>
                    </a:lnTo>
                    <a:lnTo>
                      <a:pt x="777" y="15423"/>
                    </a:lnTo>
                    <a:lnTo>
                      <a:pt x="518" y="16347"/>
                    </a:lnTo>
                    <a:lnTo>
                      <a:pt x="260" y="17160"/>
                    </a:lnTo>
                    <a:cubicBezTo>
                      <a:pt x="1" y="18122"/>
                      <a:pt x="334" y="19157"/>
                      <a:pt x="1110" y="19785"/>
                    </a:cubicBezTo>
                    <a:lnTo>
                      <a:pt x="1849" y="20155"/>
                    </a:lnTo>
                    <a:cubicBezTo>
                      <a:pt x="1886" y="20155"/>
                      <a:pt x="1960" y="20155"/>
                      <a:pt x="1997" y="20192"/>
                    </a:cubicBezTo>
                    <a:lnTo>
                      <a:pt x="2552" y="20340"/>
                    </a:lnTo>
                    <a:lnTo>
                      <a:pt x="3291" y="20599"/>
                    </a:lnTo>
                    <a:lnTo>
                      <a:pt x="3809" y="20747"/>
                    </a:lnTo>
                    <a:cubicBezTo>
                      <a:pt x="3846" y="20747"/>
                      <a:pt x="3883" y="20784"/>
                      <a:pt x="3957" y="20784"/>
                    </a:cubicBezTo>
                    <a:lnTo>
                      <a:pt x="4770" y="20858"/>
                    </a:lnTo>
                    <a:cubicBezTo>
                      <a:pt x="5768" y="20784"/>
                      <a:pt x="6619" y="20081"/>
                      <a:pt x="6914" y="19120"/>
                    </a:cubicBezTo>
                    <a:lnTo>
                      <a:pt x="7173" y="18307"/>
                    </a:lnTo>
                    <a:lnTo>
                      <a:pt x="7432" y="17419"/>
                    </a:lnTo>
                    <a:lnTo>
                      <a:pt x="7654" y="16754"/>
                    </a:lnTo>
                    <a:lnTo>
                      <a:pt x="7876" y="15830"/>
                    </a:lnTo>
                    <a:lnTo>
                      <a:pt x="8097" y="15164"/>
                    </a:lnTo>
                    <a:lnTo>
                      <a:pt x="8356" y="14277"/>
                    </a:lnTo>
                    <a:lnTo>
                      <a:pt x="8578" y="13574"/>
                    </a:lnTo>
                    <a:lnTo>
                      <a:pt x="8837" y="12687"/>
                    </a:lnTo>
                    <a:lnTo>
                      <a:pt x="9096" y="11763"/>
                    </a:lnTo>
                    <a:cubicBezTo>
                      <a:pt x="9354" y="11726"/>
                      <a:pt x="9465" y="11652"/>
                      <a:pt x="9613" y="11245"/>
                    </a:cubicBezTo>
                    <a:lnTo>
                      <a:pt x="10390" y="11504"/>
                    </a:lnTo>
                    <a:cubicBezTo>
                      <a:pt x="10353" y="11689"/>
                      <a:pt x="10427" y="11948"/>
                      <a:pt x="10611" y="11985"/>
                    </a:cubicBezTo>
                    <a:lnTo>
                      <a:pt x="10870" y="12059"/>
                    </a:lnTo>
                    <a:cubicBezTo>
                      <a:pt x="10904" y="12072"/>
                      <a:pt x="10937" y="12078"/>
                      <a:pt x="10969" y="12078"/>
                    </a:cubicBezTo>
                    <a:cubicBezTo>
                      <a:pt x="11117" y="12078"/>
                      <a:pt x="11247" y="11951"/>
                      <a:pt x="11277" y="11800"/>
                    </a:cubicBezTo>
                    <a:lnTo>
                      <a:pt x="11573" y="10838"/>
                    </a:lnTo>
                    <a:cubicBezTo>
                      <a:pt x="11647" y="10691"/>
                      <a:pt x="11536" y="10506"/>
                      <a:pt x="11351" y="10469"/>
                    </a:cubicBezTo>
                    <a:lnTo>
                      <a:pt x="11092" y="10358"/>
                    </a:lnTo>
                    <a:lnTo>
                      <a:pt x="10981" y="10358"/>
                    </a:lnTo>
                    <a:cubicBezTo>
                      <a:pt x="11832" y="7585"/>
                      <a:pt x="12275" y="5737"/>
                      <a:pt x="11979" y="4480"/>
                    </a:cubicBezTo>
                    <a:cubicBezTo>
                      <a:pt x="11684" y="3223"/>
                      <a:pt x="10722" y="2631"/>
                      <a:pt x="9133" y="2113"/>
                    </a:cubicBezTo>
                    <a:lnTo>
                      <a:pt x="9428" y="1115"/>
                    </a:lnTo>
                    <a:lnTo>
                      <a:pt x="9650" y="1189"/>
                    </a:lnTo>
                    <a:cubicBezTo>
                      <a:pt x="9761" y="1189"/>
                      <a:pt x="9872" y="1189"/>
                      <a:pt x="9872" y="1078"/>
                    </a:cubicBezTo>
                    <a:lnTo>
                      <a:pt x="9946" y="893"/>
                    </a:lnTo>
                    <a:cubicBezTo>
                      <a:pt x="9983" y="782"/>
                      <a:pt x="9946" y="598"/>
                      <a:pt x="9835" y="561"/>
                    </a:cubicBezTo>
                    <a:lnTo>
                      <a:pt x="7950" y="6"/>
                    </a:lnTo>
                    <a:cubicBezTo>
                      <a:pt x="7938" y="2"/>
                      <a:pt x="7926" y="0"/>
                      <a:pt x="7915" y="0"/>
                    </a:cubicBezTo>
                    <a:close/>
                  </a:path>
                </a:pathLst>
              </a:custGeom>
              <a:solidFill>
                <a:srgbClr val="400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53"/>
              <p:cNvSpPr/>
              <p:nvPr/>
            </p:nvSpPr>
            <p:spPr>
              <a:xfrm>
                <a:off x="7951226" y="2030883"/>
                <a:ext cx="145208" cy="74257"/>
              </a:xfrm>
              <a:custGeom>
                <a:avLst/>
                <a:gdLst/>
                <a:ahLst/>
                <a:cxnLst/>
                <a:rect l="l" t="t" r="r" b="b"/>
                <a:pathLst>
                  <a:path w="7949" h="4065" extrusionOk="0">
                    <a:moveTo>
                      <a:pt x="887" y="1411"/>
                    </a:moveTo>
                    <a:lnTo>
                      <a:pt x="6803" y="3185"/>
                    </a:lnTo>
                    <a:cubicBezTo>
                      <a:pt x="6978" y="3291"/>
                      <a:pt x="6921" y="3595"/>
                      <a:pt x="6694" y="3595"/>
                    </a:cubicBezTo>
                    <a:cubicBezTo>
                      <a:pt x="6681" y="3595"/>
                      <a:pt x="6668" y="3594"/>
                      <a:pt x="6655" y="3592"/>
                    </a:cubicBezTo>
                    <a:lnTo>
                      <a:pt x="740" y="1818"/>
                    </a:lnTo>
                    <a:cubicBezTo>
                      <a:pt x="666" y="1781"/>
                      <a:pt x="592" y="1670"/>
                      <a:pt x="629" y="1559"/>
                    </a:cubicBezTo>
                    <a:cubicBezTo>
                      <a:pt x="666" y="1485"/>
                      <a:pt x="777" y="1411"/>
                      <a:pt x="887" y="1411"/>
                    </a:cubicBezTo>
                    <a:close/>
                    <a:moveTo>
                      <a:pt x="1076" y="1"/>
                    </a:moveTo>
                    <a:cubicBezTo>
                      <a:pt x="728" y="1"/>
                      <a:pt x="422" y="233"/>
                      <a:pt x="333" y="561"/>
                    </a:cubicBezTo>
                    <a:lnTo>
                      <a:pt x="111" y="1263"/>
                    </a:lnTo>
                    <a:cubicBezTo>
                      <a:pt x="0" y="1670"/>
                      <a:pt x="222" y="2113"/>
                      <a:pt x="666" y="2224"/>
                    </a:cubicBezTo>
                    <a:lnTo>
                      <a:pt x="6618" y="4036"/>
                    </a:lnTo>
                    <a:cubicBezTo>
                      <a:pt x="6688" y="4055"/>
                      <a:pt x="6760" y="4064"/>
                      <a:pt x="6831" y="4064"/>
                    </a:cubicBezTo>
                    <a:cubicBezTo>
                      <a:pt x="7168" y="4064"/>
                      <a:pt x="7487" y="3854"/>
                      <a:pt x="7579" y="3518"/>
                    </a:cubicBezTo>
                    <a:lnTo>
                      <a:pt x="7801" y="2779"/>
                    </a:lnTo>
                    <a:cubicBezTo>
                      <a:pt x="7949" y="2372"/>
                      <a:pt x="7690" y="1928"/>
                      <a:pt x="7283" y="1818"/>
                    </a:cubicBezTo>
                    <a:lnTo>
                      <a:pt x="1331" y="43"/>
                    </a:lnTo>
                    <a:cubicBezTo>
                      <a:pt x="1245" y="14"/>
                      <a:pt x="1159" y="1"/>
                      <a:pt x="10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53"/>
              <p:cNvSpPr/>
              <p:nvPr/>
            </p:nvSpPr>
            <p:spPr>
              <a:xfrm>
                <a:off x="7971484" y="1942268"/>
                <a:ext cx="137116" cy="119798"/>
              </a:xfrm>
              <a:custGeom>
                <a:avLst/>
                <a:gdLst/>
                <a:ahLst/>
                <a:cxnLst/>
                <a:rect l="l" t="t" r="r" b="b"/>
                <a:pathLst>
                  <a:path w="7506" h="6558" extrusionOk="0">
                    <a:moveTo>
                      <a:pt x="4622" y="1123"/>
                    </a:moveTo>
                    <a:lnTo>
                      <a:pt x="4843" y="1197"/>
                    </a:lnTo>
                    <a:cubicBezTo>
                      <a:pt x="5620" y="1382"/>
                      <a:pt x="6100" y="2121"/>
                      <a:pt x="5916" y="2898"/>
                    </a:cubicBezTo>
                    <a:lnTo>
                      <a:pt x="4991" y="5929"/>
                    </a:lnTo>
                    <a:lnTo>
                      <a:pt x="3956" y="5670"/>
                    </a:lnTo>
                    <a:lnTo>
                      <a:pt x="4880" y="2528"/>
                    </a:lnTo>
                    <a:cubicBezTo>
                      <a:pt x="5065" y="2047"/>
                      <a:pt x="4954" y="1493"/>
                      <a:pt x="4622" y="1123"/>
                    </a:cubicBezTo>
                    <a:close/>
                    <a:moveTo>
                      <a:pt x="2737" y="1"/>
                    </a:moveTo>
                    <a:cubicBezTo>
                      <a:pt x="2047" y="1"/>
                      <a:pt x="1390" y="450"/>
                      <a:pt x="1183" y="1160"/>
                    </a:cubicBezTo>
                    <a:lnTo>
                      <a:pt x="0" y="5079"/>
                    </a:lnTo>
                    <a:lnTo>
                      <a:pt x="6137" y="6558"/>
                    </a:lnTo>
                    <a:lnTo>
                      <a:pt x="7210" y="2971"/>
                    </a:lnTo>
                    <a:cubicBezTo>
                      <a:pt x="7505" y="2121"/>
                      <a:pt x="7025" y="1197"/>
                      <a:pt x="6174" y="938"/>
                    </a:cubicBezTo>
                    <a:lnTo>
                      <a:pt x="3254" y="88"/>
                    </a:lnTo>
                    <a:cubicBezTo>
                      <a:pt x="3084" y="29"/>
                      <a:pt x="2909" y="1"/>
                      <a:pt x="27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53"/>
              <p:cNvSpPr/>
              <p:nvPr/>
            </p:nvSpPr>
            <p:spPr>
              <a:xfrm>
                <a:off x="8045103" y="1899960"/>
                <a:ext cx="40536" cy="55405"/>
              </a:xfrm>
              <a:custGeom>
                <a:avLst/>
                <a:gdLst/>
                <a:ahLst/>
                <a:cxnLst/>
                <a:rect l="l" t="t" r="r" b="b"/>
                <a:pathLst>
                  <a:path w="2219" h="3033" extrusionOk="0">
                    <a:moveTo>
                      <a:pt x="813" y="1"/>
                    </a:moveTo>
                    <a:lnTo>
                      <a:pt x="0" y="2626"/>
                    </a:lnTo>
                    <a:lnTo>
                      <a:pt x="1442" y="3032"/>
                    </a:lnTo>
                    <a:lnTo>
                      <a:pt x="2218" y="407"/>
                    </a:lnTo>
                    <a:lnTo>
                      <a:pt x="813"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53"/>
              <p:cNvSpPr/>
              <p:nvPr/>
            </p:nvSpPr>
            <p:spPr>
              <a:xfrm>
                <a:off x="8085620" y="2077575"/>
                <a:ext cx="27712" cy="25008"/>
              </a:xfrm>
              <a:custGeom>
                <a:avLst/>
                <a:gdLst/>
                <a:ahLst/>
                <a:cxnLst/>
                <a:rect l="l" t="t" r="r" b="b"/>
                <a:pathLst>
                  <a:path w="1517" h="1369" extrusionOk="0">
                    <a:moveTo>
                      <a:pt x="296" y="1"/>
                    </a:moveTo>
                    <a:lnTo>
                      <a:pt x="0" y="999"/>
                    </a:lnTo>
                    <a:lnTo>
                      <a:pt x="1220" y="1369"/>
                    </a:lnTo>
                    <a:lnTo>
                      <a:pt x="1516" y="371"/>
                    </a:lnTo>
                    <a:lnTo>
                      <a:pt x="296"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53"/>
              <p:cNvSpPr/>
              <p:nvPr/>
            </p:nvSpPr>
            <p:spPr>
              <a:xfrm>
                <a:off x="8102499" y="2080863"/>
                <a:ext cx="22305" cy="30178"/>
              </a:xfrm>
              <a:custGeom>
                <a:avLst/>
                <a:gdLst/>
                <a:ahLst/>
                <a:cxnLst/>
                <a:rect l="l" t="t" r="r" b="b"/>
                <a:pathLst>
                  <a:path w="1221" h="1652" extrusionOk="0">
                    <a:moveTo>
                      <a:pt x="772" y="0"/>
                    </a:moveTo>
                    <a:cubicBezTo>
                      <a:pt x="542" y="0"/>
                      <a:pt x="330" y="143"/>
                      <a:pt x="296" y="376"/>
                    </a:cubicBezTo>
                    <a:lnTo>
                      <a:pt x="112" y="1041"/>
                    </a:lnTo>
                    <a:cubicBezTo>
                      <a:pt x="1" y="1300"/>
                      <a:pt x="112" y="1559"/>
                      <a:pt x="370" y="1633"/>
                    </a:cubicBezTo>
                    <a:cubicBezTo>
                      <a:pt x="409" y="1645"/>
                      <a:pt x="449" y="1652"/>
                      <a:pt x="488" y="1652"/>
                    </a:cubicBezTo>
                    <a:cubicBezTo>
                      <a:pt x="676" y="1652"/>
                      <a:pt x="857" y="1514"/>
                      <a:pt x="888" y="1300"/>
                    </a:cubicBezTo>
                    <a:lnTo>
                      <a:pt x="1110" y="597"/>
                    </a:lnTo>
                    <a:cubicBezTo>
                      <a:pt x="1221" y="376"/>
                      <a:pt x="1073" y="117"/>
                      <a:pt x="851" y="6"/>
                    </a:cubicBezTo>
                    <a:cubicBezTo>
                      <a:pt x="825" y="2"/>
                      <a:pt x="798" y="0"/>
                      <a:pt x="7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53"/>
              <p:cNvSpPr/>
              <p:nvPr/>
            </p:nvSpPr>
            <p:spPr>
              <a:xfrm>
                <a:off x="8061982" y="1924274"/>
                <a:ext cx="75664" cy="163458"/>
              </a:xfrm>
              <a:custGeom>
                <a:avLst/>
                <a:gdLst/>
                <a:ahLst/>
                <a:cxnLst/>
                <a:rect l="l" t="t" r="r" b="b"/>
                <a:pathLst>
                  <a:path w="4142" h="8948" extrusionOk="0">
                    <a:moveTo>
                      <a:pt x="148" y="1"/>
                    </a:moveTo>
                    <a:lnTo>
                      <a:pt x="0" y="481"/>
                    </a:lnTo>
                    <a:cubicBezTo>
                      <a:pt x="4030" y="1701"/>
                      <a:pt x="4104" y="2552"/>
                      <a:pt x="2219" y="8800"/>
                    </a:cubicBezTo>
                    <a:lnTo>
                      <a:pt x="2699" y="8948"/>
                    </a:lnTo>
                    <a:cubicBezTo>
                      <a:pt x="3587" y="5916"/>
                      <a:pt x="4141" y="3956"/>
                      <a:pt x="3845" y="2663"/>
                    </a:cubicBezTo>
                    <a:cubicBezTo>
                      <a:pt x="3476" y="1258"/>
                      <a:pt x="2145" y="629"/>
                      <a:pt x="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53"/>
              <p:cNvSpPr/>
              <p:nvPr/>
            </p:nvSpPr>
            <p:spPr>
              <a:xfrm>
                <a:off x="7930291" y="2031651"/>
                <a:ext cx="31749" cy="25684"/>
              </a:xfrm>
              <a:custGeom>
                <a:avLst/>
                <a:gdLst/>
                <a:ahLst/>
                <a:cxnLst/>
                <a:rect l="l" t="t" r="r" b="b"/>
                <a:pathLst>
                  <a:path w="1738" h="1406" extrusionOk="0">
                    <a:moveTo>
                      <a:pt x="333" y="1"/>
                    </a:moveTo>
                    <a:lnTo>
                      <a:pt x="0" y="999"/>
                    </a:lnTo>
                    <a:lnTo>
                      <a:pt x="1442" y="1406"/>
                    </a:lnTo>
                    <a:lnTo>
                      <a:pt x="1738" y="408"/>
                    </a:lnTo>
                    <a:lnTo>
                      <a:pt x="333"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53"/>
              <p:cNvSpPr/>
              <p:nvPr/>
            </p:nvSpPr>
            <p:spPr>
              <a:xfrm>
                <a:off x="7918125" y="2027193"/>
                <a:ext cx="24332" cy="30141"/>
              </a:xfrm>
              <a:custGeom>
                <a:avLst/>
                <a:gdLst/>
                <a:ahLst/>
                <a:cxnLst/>
                <a:rect l="l" t="t" r="r" b="b"/>
                <a:pathLst>
                  <a:path w="1332" h="1650" extrusionOk="0">
                    <a:moveTo>
                      <a:pt x="712" y="1"/>
                    </a:moveTo>
                    <a:cubicBezTo>
                      <a:pt x="531" y="1"/>
                      <a:pt x="355" y="113"/>
                      <a:pt x="296" y="319"/>
                    </a:cubicBezTo>
                    <a:lnTo>
                      <a:pt x="75" y="1021"/>
                    </a:lnTo>
                    <a:cubicBezTo>
                      <a:pt x="1" y="1280"/>
                      <a:pt x="149" y="1539"/>
                      <a:pt x="407" y="1613"/>
                    </a:cubicBezTo>
                    <a:lnTo>
                      <a:pt x="481" y="1650"/>
                    </a:lnTo>
                    <a:lnTo>
                      <a:pt x="481" y="1613"/>
                    </a:lnTo>
                    <a:cubicBezTo>
                      <a:pt x="521" y="1626"/>
                      <a:pt x="561" y="1632"/>
                      <a:pt x="601" y="1632"/>
                    </a:cubicBezTo>
                    <a:cubicBezTo>
                      <a:pt x="789" y="1632"/>
                      <a:pt x="975" y="1500"/>
                      <a:pt x="1036" y="1317"/>
                    </a:cubicBezTo>
                    <a:lnTo>
                      <a:pt x="1258" y="615"/>
                    </a:lnTo>
                    <a:cubicBezTo>
                      <a:pt x="1332" y="356"/>
                      <a:pt x="1184" y="97"/>
                      <a:pt x="962" y="23"/>
                    </a:cubicBezTo>
                    <a:lnTo>
                      <a:pt x="851" y="23"/>
                    </a:lnTo>
                    <a:cubicBezTo>
                      <a:pt x="806" y="8"/>
                      <a:pt x="759" y="1"/>
                      <a:pt x="7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53"/>
              <p:cNvSpPr/>
              <p:nvPr/>
            </p:nvSpPr>
            <p:spPr>
              <a:xfrm>
                <a:off x="7938384" y="1916091"/>
                <a:ext cx="129699" cy="122337"/>
              </a:xfrm>
              <a:custGeom>
                <a:avLst/>
                <a:gdLst/>
                <a:ahLst/>
                <a:cxnLst/>
                <a:rect l="l" t="t" r="r" b="b"/>
                <a:pathLst>
                  <a:path w="7100" h="6697" extrusionOk="0">
                    <a:moveTo>
                      <a:pt x="4380" y="0"/>
                    </a:moveTo>
                    <a:cubicBezTo>
                      <a:pt x="3628" y="0"/>
                      <a:pt x="3038" y="203"/>
                      <a:pt x="2552" y="670"/>
                    </a:cubicBezTo>
                    <a:cubicBezTo>
                      <a:pt x="1554" y="1595"/>
                      <a:pt x="925" y="3517"/>
                      <a:pt x="1" y="6549"/>
                    </a:cubicBezTo>
                    <a:lnTo>
                      <a:pt x="444" y="6697"/>
                    </a:lnTo>
                    <a:cubicBezTo>
                      <a:pt x="1839" y="2075"/>
                      <a:pt x="2425" y="467"/>
                      <a:pt x="4341" y="467"/>
                    </a:cubicBezTo>
                    <a:cubicBezTo>
                      <a:pt x="5015" y="467"/>
                      <a:pt x="5854" y="666"/>
                      <a:pt x="6951" y="1003"/>
                    </a:cubicBezTo>
                    <a:lnTo>
                      <a:pt x="7099" y="523"/>
                    </a:lnTo>
                    <a:cubicBezTo>
                      <a:pt x="6003" y="194"/>
                      <a:pt x="5114" y="0"/>
                      <a:pt x="43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53"/>
              <p:cNvSpPr/>
              <p:nvPr/>
            </p:nvSpPr>
            <p:spPr>
              <a:xfrm>
                <a:off x="8052519" y="1891429"/>
                <a:ext cx="41887" cy="20460"/>
              </a:xfrm>
              <a:custGeom>
                <a:avLst/>
                <a:gdLst/>
                <a:ahLst/>
                <a:cxnLst/>
                <a:rect l="l" t="t" r="r" b="b"/>
                <a:pathLst>
                  <a:path w="2293" h="1120" extrusionOk="0">
                    <a:moveTo>
                      <a:pt x="307" y="0"/>
                    </a:moveTo>
                    <a:cubicBezTo>
                      <a:pt x="186" y="0"/>
                      <a:pt x="67" y="93"/>
                      <a:pt x="38" y="209"/>
                    </a:cubicBezTo>
                    <a:lnTo>
                      <a:pt x="38" y="246"/>
                    </a:lnTo>
                    <a:cubicBezTo>
                      <a:pt x="1" y="394"/>
                      <a:pt x="75" y="579"/>
                      <a:pt x="223" y="616"/>
                    </a:cubicBezTo>
                    <a:lnTo>
                      <a:pt x="1886" y="1096"/>
                    </a:lnTo>
                    <a:cubicBezTo>
                      <a:pt x="1919" y="1112"/>
                      <a:pt x="1953" y="1120"/>
                      <a:pt x="1987" y="1120"/>
                    </a:cubicBezTo>
                    <a:cubicBezTo>
                      <a:pt x="2108" y="1120"/>
                      <a:pt x="2227" y="1027"/>
                      <a:pt x="2256" y="911"/>
                    </a:cubicBezTo>
                    <a:lnTo>
                      <a:pt x="2256" y="874"/>
                    </a:lnTo>
                    <a:cubicBezTo>
                      <a:pt x="2293" y="726"/>
                      <a:pt x="2219" y="542"/>
                      <a:pt x="2034" y="505"/>
                    </a:cubicBezTo>
                    <a:lnTo>
                      <a:pt x="407" y="24"/>
                    </a:lnTo>
                    <a:cubicBezTo>
                      <a:pt x="375" y="8"/>
                      <a:pt x="341" y="0"/>
                      <a:pt x="3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53"/>
              <p:cNvSpPr/>
              <p:nvPr/>
            </p:nvSpPr>
            <p:spPr>
              <a:xfrm>
                <a:off x="7911366" y="2065427"/>
                <a:ext cx="168189" cy="206678"/>
              </a:xfrm>
              <a:custGeom>
                <a:avLst/>
                <a:gdLst/>
                <a:ahLst/>
                <a:cxnLst/>
                <a:rect l="l" t="t" r="r" b="b"/>
                <a:pathLst>
                  <a:path w="9207" h="11314" extrusionOk="0">
                    <a:moveTo>
                      <a:pt x="2552" y="1"/>
                    </a:moveTo>
                    <a:lnTo>
                      <a:pt x="2182" y="1221"/>
                    </a:lnTo>
                    <a:lnTo>
                      <a:pt x="3883" y="1775"/>
                    </a:lnTo>
                    <a:cubicBezTo>
                      <a:pt x="4409" y="1874"/>
                      <a:pt x="4262" y="2587"/>
                      <a:pt x="3833" y="2587"/>
                    </a:cubicBezTo>
                    <a:cubicBezTo>
                      <a:pt x="3780" y="2587"/>
                      <a:pt x="3722" y="2576"/>
                      <a:pt x="3661" y="2551"/>
                    </a:cubicBezTo>
                    <a:lnTo>
                      <a:pt x="1923" y="2034"/>
                    </a:lnTo>
                    <a:lnTo>
                      <a:pt x="1776" y="2662"/>
                    </a:lnTo>
                    <a:lnTo>
                      <a:pt x="3476" y="3180"/>
                    </a:lnTo>
                    <a:cubicBezTo>
                      <a:pt x="4007" y="3428"/>
                      <a:pt x="3793" y="4183"/>
                      <a:pt x="3255" y="4183"/>
                    </a:cubicBezTo>
                    <a:cubicBezTo>
                      <a:pt x="3231" y="4183"/>
                      <a:pt x="3206" y="4181"/>
                      <a:pt x="3180" y="4178"/>
                    </a:cubicBezTo>
                    <a:lnTo>
                      <a:pt x="1443" y="3661"/>
                    </a:lnTo>
                    <a:lnTo>
                      <a:pt x="1258" y="4289"/>
                    </a:lnTo>
                    <a:lnTo>
                      <a:pt x="2996" y="4770"/>
                    </a:lnTo>
                    <a:cubicBezTo>
                      <a:pt x="3527" y="5018"/>
                      <a:pt x="3311" y="5809"/>
                      <a:pt x="2739" y="5809"/>
                    </a:cubicBezTo>
                    <a:cubicBezTo>
                      <a:pt x="2714" y="5809"/>
                      <a:pt x="2689" y="5808"/>
                      <a:pt x="2663" y="5805"/>
                    </a:cubicBezTo>
                    <a:lnTo>
                      <a:pt x="999" y="5287"/>
                    </a:lnTo>
                    <a:lnTo>
                      <a:pt x="814" y="5879"/>
                    </a:lnTo>
                    <a:lnTo>
                      <a:pt x="2515" y="6396"/>
                    </a:lnTo>
                    <a:cubicBezTo>
                      <a:pt x="2774" y="6433"/>
                      <a:pt x="2922" y="6692"/>
                      <a:pt x="2848" y="6951"/>
                    </a:cubicBezTo>
                    <a:cubicBezTo>
                      <a:pt x="2789" y="7127"/>
                      <a:pt x="2615" y="7233"/>
                      <a:pt x="2435" y="7233"/>
                    </a:cubicBezTo>
                    <a:cubicBezTo>
                      <a:pt x="2387" y="7233"/>
                      <a:pt x="2339" y="7225"/>
                      <a:pt x="2293" y="7210"/>
                    </a:cubicBezTo>
                    <a:lnTo>
                      <a:pt x="555" y="6692"/>
                    </a:lnTo>
                    <a:lnTo>
                      <a:pt x="297" y="7616"/>
                    </a:lnTo>
                    <a:cubicBezTo>
                      <a:pt x="1" y="8615"/>
                      <a:pt x="371" y="9724"/>
                      <a:pt x="1258" y="10278"/>
                    </a:cubicBezTo>
                    <a:lnTo>
                      <a:pt x="1591" y="9132"/>
                    </a:lnTo>
                    <a:cubicBezTo>
                      <a:pt x="1651" y="8981"/>
                      <a:pt x="1762" y="8854"/>
                      <a:pt x="1901" y="8854"/>
                    </a:cubicBezTo>
                    <a:cubicBezTo>
                      <a:pt x="1932" y="8854"/>
                      <a:pt x="1964" y="8860"/>
                      <a:pt x="1997" y="8873"/>
                    </a:cubicBezTo>
                    <a:cubicBezTo>
                      <a:pt x="2219" y="8910"/>
                      <a:pt x="2256" y="9132"/>
                      <a:pt x="2219" y="9317"/>
                    </a:cubicBezTo>
                    <a:lnTo>
                      <a:pt x="1812" y="10648"/>
                    </a:lnTo>
                    <a:cubicBezTo>
                      <a:pt x="1886" y="10648"/>
                      <a:pt x="1960" y="10685"/>
                      <a:pt x="2034" y="10685"/>
                    </a:cubicBezTo>
                    <a:lnTo>
                      <a:pt x="2626" y="10833"/>
                    </a:lnTo>
                    <a:lnTo>
                      <a:pt x="2996" y="9576"/>
                    </a:lnTo>
                    <a:cubicBezTo>
                      <a:pt x="3056" y="9393"/>
                      <a:pt x="3167" y="9261"/>
                      <a:pt x="3308" y="9261"/>
                    </a:cubicBezTo>
                    <a:cubicBezTo>
                      <a:pt x="3338" y="9261"/>
                      <a:pt x="3369" y="9267"/>
                      <a:pt x="3402" y="9280"/>
                    </a:cubicBezTo>
                    <a:cubicBezTo>
                      <a:pt x="3624" y="9354"/>
                      <a:pt x="3661" y="9539"/>
                      <a:pt x="3624" y="9761"/>
                    </a:cubicBezTo>
                    <a:lnTo>
                      <a:pt x="3217" y="11018"/>
                    </a:lnTo>
                    <a:lnTo>
                      <a:pt x="3846" y="11203"/>
                    </a:lnTo>
                    <a:cubicBezTo>
                      <a:pt x="3883" y="11203"/>
                      <a:pt x="4031" y="11314"/>
                      <a:pt x="4031" y="11314"/>
                    </a:cubicBezTo>
                    <a:lnTo>
                      <a:pt x="4437" y="9983"/>
                    </a:lnTo>
                    <a:cubicBezTo>
                      <a:pt x="4468" y="9831"/>
                      <a:pt x="4573" y="9704"/>
                      <a:pt x="4732" y="9704"/>
                    </a:cubicBezTo>
                    <a:cubicBezTo>
                      <a:pt x="4767" y="9704"/>
                      <a:pt x="4804" y="9710"/>
                      <a:pt x="4844" y="9724"/>
                    </a:cubicBezTo>
                    <a:cubicBezTo>
                      <a:pt x="5029" y="9761"/>
                      <a:pt x="5103" y="9983"/>
                      <a:pt x="5029" y="10167"/>
                    </a:cubicBezTo>
                    <a:lnTo>
                      <a:pt x="4696" y="11314"/>
                    </a:lnTo>
                    <a:cubicBezTo>
                      <a:pt x="5731" y="11314"/>
                      <a:pt x="6656" y="10611"/>
                      <a:pt x="6951" y="9613"/>
                    </a:cubicBezTo>
                    <a:lnTo>
                      <a:pt x="7210" y="8689"/>
                    </a:lnTo>
                    <a:lnTo>
                      <a:pt x="5547" y="8208"/>
                    </a:lnTo>
                    <a:cubicBezTo>
                      <a:pt x="5288" y="8134"/>
                      <a:pt x="5140" y="7875"/>
                      <a:pt x="5214" y="7653"/>
                    </a:cubicBezTo>
                    <a:cubicBezTo>
                      <a:pt x="5268" y="7462"/>
                      <a:pt x="5424" y="7352"/>
                      <a:pt x="5591" y="7352"/>
                    </a:cubicBezTo>
                    <a:cubicBezTo>
                      <a:pt x="5650" y="7352"/>
                      <a:pt x="5710" y="7366"/>
                      <a:pt x="5768" y="7395"/>
                    </a:cubicBezTo>
                    <a:lnTo>
                      <a:pt x="7469" y="7875"/>
                    </a:lnTo>
                    <a:lnTo>
                      <a:pt x="7654" y="7284"/>
                    </a:lnTo>
                    <a:lnTo>
                      <a:pt x="5953" y="6766"/>
                    </a:lnTo>
                    <a:cubicBezTo>
                      <a:pt x="5396" y="6522"/>
                      <a:pt x="5593" y="5721"/>
                      <a:pt x="6143" y="5721"/>
                    </a:cubicBezTo>
                    <a:cubicBezTo>
                      <a:pt x="6177" y="5721"/>
                      <a:pt x="6212" y="5724"/>
                      <a:pt x="6249" y="5731"/>
                    </a:cubicBezTo>
                    <a:lnTo>
                      <a:pt x="7950" y="6249"/>
                    </a:lnTo>
                    <a:lnTo>
                      <a:pt x="8098" y="5657"/>
                    </a:lnTo>
                    <a:lnTo>
                      <a:pt x="6434" y="5139"/>
                    </a:lnTo>
                    <a:cubicBezTo>
                      <a:pt x="5913" y="4896"/>
                      <a:pt x="6110" y="4131"/>
                      <a:pt x="6626" y="4131"/>
                    </a:cubicBezTo>
                    <a:cubicBezTo>
                      <a:pt x="6659" y="4131"/>
                      <a:pt x="6694" y="4134"/>
                      <a:pt x="6730" y="4141"/>
                    </a:cubicBezTo>
                    <a:lnTo>
                      <a:pt x="8430" y="4622"/>
                    </a:lnTo>
                    <a:lnTo>
                      <a:pt x="8615" y="4030"/>
                    </a:lnTo>
                    <a:lnTo>
                      <a:pt x="6914" y="3513"/>
                    </a:lnTo>
                    <a:cubicBezTo>
                      <a:pt x="6477" y="3445"/>
                      <a:pt x="6682" y="2675"/>
                      <a:pt x="7057" y="2675"/>
                    </a:cubicBezTo>
                    <a:cubicBezTo>
                      <a:pt x="7094" y="2675"/>
                      <a:pt x="7133" y="2683"/>
                      <a:pt x="7173" y="2699"/>
                    </a:cubicBezTo>
                    <a:lnTo>
                      <a:pt x="8837" y="3217"/>
                    </a:lnTo>
                    <a:lnTo>
                      <a:pt x="9207" y="1997"/>
                    </a:lnTo>
                    <a:lnTo>
                      <a:pt x="25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53"/>
              <p:cNvSpPr/>
              <p:nvPr/>
            </p:nvSpPr>
            <p:spPr>
              <a:xfrm>
                <a:off x="8045103" y="1754734"/>
                <a:ext cx="74604" cy="62548"/>
              </a:xfrm>
              <a:custGeom>
                <a:avLst/>
                <a:gdLst/>
                <a:ahLst/>
                <a:cxnLst/>
                <a:rect l="l" t="t" r="r" b="b"/>
                <a:pathLst>
                  <a:path w="4084" h="3424" extrusionOk="0">
                    <a:moveTo>
                      <a:pt x="2210" y="1"/>
                    </a:moveTo>
                    <a:cubicBezTo>
                      <a:pt x="1872" y="1"/>
                      <a:pt x="1527" y="104"/>
                      <a:pt x="1220" y="335"/>
                    </a:cubicBezTo>
                    <a:cubicBezTo>
                      <a:pt x="0" y="1259"/>
                      <a:pt x="481" y="3181"/>
                      <a:pt x="1997" y="3403"/>
                    </a:cubicBezTo>
                    <a:cubicBezTo>
                      <a:pt x="2083" y="3417"/>
                      <a:pt x="2169" y="3424"/>
                      <a:pt x="2254" y="3424"/>
                    </a:cubicBezTo>
                    <a:cubicBezTo>
                      <a:pt x="3074" y="3424"/>
                      <a:pt x="3785" y="2799"/>
                      <a:pt x="3919" y="1961"/>
                    </a:cubicBezTo>
                    <a:cubicBezTo>
                      <a:pt x="4083" y="839"/>
                      <a:pt x="3174" y="1"/>
                      <a:pt x="22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53"/>
              <p:cNvSpPr/>
              <p:nvPr/>
            </p:nvSpPr>
            <p:spPr>
              <a:xfrm>
                <a:off x="8045778" y="1794612"/>
                <a:ext cx="55387" cy="160754"/>
              </a:xfrm>
              <a:custGeom>
                <a:avLst/>
                <a:gdLst/>
                <a:ahLst/>
                <a:cxnLst/>
                <a:rect l="l" t="t" r="r" b="b"/>
                <a:pathLst>
                  <a:path w="3032" h="8800" extrusionOk="0">
                    <a:moveTo>
                      <a:pt x="1997" y="0"/>
                    </a:moveTo>
                    <a:lnTo>
                      <a:pt x="0" y="8356"/>
                    </a:lnTo>
                    <a:lnTo>
                      <a:pt x="1405" y="8799"/>
                    </a:lnTo>
                    <a:lnTo>
                      <a:pt x="3032" y="148"/>
                    </a:lnTo>
                    <a:lnTo>
                      <a:pt x="199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53"/>
              <p:cNvSpPr/>
              <p:nvPr/>
            </p:nvSpPr>
            <p:spPr>
              <a:xfrm>
                <a:off x="7699993" y="1390169"/>
                <a:ext cx="93310" cy="77893"/>
              </a:xfrm>
              <a:custGeom>
                <a:avLst/>
                <a:gdLst/>
                <a:ahLst/>
                <a:cxnLst/>
                <a:rect l="l" t="t" r="r" b="b"/>
                <a:pathLst>
                  <a:path w="5108" h="4264" extrusionOk="0">
                    <a:moveTo>
                      <a:pt x="2793" y="1"/>
                    </a:moveTo>
                    <a:cubicBezTo>
                      <a:pt x="2361" y="1"/>
                      <a:pt x="1916" y="136"/>
                      <a:pt x="1516" y="438"/>
                    </a:cubicBezTo>
                    <a:cubicBezTo>
                      <a:pt x="0" y="1585"/>
                      <a:pt x="629" y="3988"/>
                      <a:pt x="2514" y="4246"/>
                    </a:cubicBezTo>
                    <a:cubicBezTo>
                      <a:pt x="2605" y="4258"/>
                      <a:pt x="2695" y="4264"/>
                      <a:pt x="2784" y="4264"/>
                    </a:cubicBezTo>
                    <a:cubicBezTo>
                      <a:pt x="3824" y="4264"/>
                      <a:pt x="4747" y="3490"/>
                      <a:pt x="4917" y="2435"/>
                    </a:cubicBezTo>
                    <a:cubicBezTo>
                      <a:pt x="5108" y="1048"/>
                      <a:pt x="3997" y="1"/>
                      <a:pt x="27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53"/>
              <p:cNvSpPr/>
              <p:nvPr/>
            </p:nvSpPr>
            <p:spPr>
              <a:xfrm>
                <a:off x="7765500" y="1421133"/>
                <a:ext cx="333638" cy="353239"/>
              </a:xfrm>
              <a:custGeom>
                <a:avLst/>
                <a:gdLst/>
                <a:ahLst/>
                <a:cxnLst/>
                <a:rect l="l" t="t" r="r" b="b"/>
                <a:pathLst>
                  <a:path w="18264" h="19337" extrusionOk="0">
                    <a:moveTo>
                      <a:pt x="629" y="0"/>
                    </a:moveTo>
                    <a:lnTo>
                      <a:pt x="0" y="555"/>
                    </a:lnTo>
                    <a:lnTo>
                      <a:pt x="17635" y="19336"/>
                    </a:lnTo>
                    <a:lnTo>
                      <a:pt x="18264" y="18745"/>
                    </a:lnTo>
                    <a:lnTo>
                      <a:pt x="6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53"/>
              <p:cNvSpPr/>
              <p:nvPr/>
            </p:nvSpPr>
            <p:spPr>
              <a:xfrm>
                <a:off x="7749955" y="1440039"/>
                <a:ext cx="334332" cy="353239"/>
              </a:xfrm>
              <a:custGeom>
                <a:avLst/>
                <a:gdLst/>
                <a:ahLst/>
                <a:cxnLst/>
                <a:rect l="l" t="t" r="r" b="b"/>
                <a:pathLst>
                  <a:path w="18302" h="19337" extrusionOk="0">
                    <a:moveTo>
                      <a:pt x="629" y="1"/>
                    </a:moveTo>
                    <a:lnTo>
                      <a:pt x="1" y="592"/>
                    </a:lnTo>
                    <a:lnTo>
                      <a:pt x="17673" y="19336"/>
                    </a:lnTo>
                    <a:lnTo>
                      <a:pt x="18301" y="18745"/>
                    </a:lnTo>
                    <a:lnTo>
                      <a:pt x="6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53"/>
              <p:cNvSpPr/>
              <p:nvPr/>
            </p:nvSpPr>
            <p:spPr>
              <a:xfrm>
                <a:off x="7335958" y="1433956"/>
                <a:ext cx="405246" cy="174948"/>
              </a:xfrm>
              <a:custGeom>
                <a:avLst/>
                <a:gdLst/>
                <a:ahLst/>
                <a:cxnLst/>
                <a:rect l="l" t="t" r="r" b="b"/>
                <a:pathLst>
                  <a:path w="22184" h="9577" extrusionOk="0">
                    <a:moveTo>
                      <a:pt x="21851" y="1"/>
                    </a:moveTo>
                    <a:lnTo>
                      <a:pt x="149" y="8504"/>
                    </a:lnTo>
                    <a:lnTo>
                      <a:pt x="1" y="9576"/>
                    </a:lnTo>
                    <a:lnTo>
                      <a:pt x="22183" y="777"/>
                    </a:lnTo>
                    <a:lnTo>
                      <a:pt x="218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53"/>
              <p:cNvSpPr/>
              <p:nvPr/>
            </p:nvSpPr>
            <p:spPr>
              <a:xfrm>
                <a:off x="7341365" y="1413698"/>
                <a:ext cx="390376" cy="156023"/>
              </a:xfrm>
              <a:custGeom>
                <a:avLst/>
                <a:gdLst/>
                <a:ahLst/>
                <a:cxnLst/>
                <a:rect l="l" t="t" r="r" b="b"/>
                <a:pathLst>
                  <a:path w="21370" h="8541" extrusionOk="0">
                    <a:moveTo>
                      <a:pt x="21037" y="1"/>
                    </a:moveTo>
                    <a:lnTo>
                      <a:pt x="149" y="7469"/>
                    </a:lnTo>
                    <a:lnTo>
                      <a:pt x="1" y="8541"/>
                    </a:lnTo>
                    <a:lnTo>
                      <a:pt x="21370" y="777"/>
                    </a:lnTo>
                    <a:lnTo>
                      <a:pt x="2103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53"/>
              <p:cNvSpPr/>
              <p:nvPr/>
            </p:nvSpPr>
            <p:spPr>
              <a:xfrm>
                <a:off x="7723631" y="1408291"/>
                <a:ext cx="49962" cy="42052"/>
              </a:xfrm>
              <a:custGeom>
                <a:avLst/>
                <a:gdLst/>
                <a:ahLst/>
                <a:cxnLst/>
                <a:rect l="l" t="t" r="r" b="b"/>
                <a:pathLst>
                  <a:path w="2735" h="2302" extrusionOk="0">
                    <a:moveTo>
                      <a:pt x="1487" y="0"/>
                    </a:moveTo>
                    <a:cubicBezTo>
                      <a:pt x="1259" y="0"/>
                      <a:pt x="1025" y="69"/>
                      <a:pt x="813" y="223"/>
                    </a:cubicBezTo>
                    <a:cubicBezTo>
                      <a:pt x="0" y="851"/>
                      <a:pt x="333" y="2145"/>
                      <a:pt x="1331" y="2293"/>
                    </a:cubicBezTo>
                    <a:cubicBezTo>
                      <a:pt x="1377" y="2299"/>
                      <a:pt x="1423" y="2301"/>
                      <a:pt x="1468" y="2301"/>
                    </a:cubicBezTo>
                    <a:cubicBezTo>
                      <a:pt x="2043" y="2301"/>
                      <a:pt x="2556" y="1878"/>
                      <a:pt x="2625" y="1295"/>
                    </a:cubicBezTo>
                    <a:cubicBezTo>
                      <a:pt x="2734" y="556"/>
                      <a:pt x="2136" y="0"/>
                      <a:pt x="14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53"/>
              <p:cNvSpPr/>
              <p:nvPr/>
            </p:nvSpPr>
            <p:spPr>
              <a:xfrm>
                <a:off x="8063333" y="1769055"/>
                <a:ext cx="40700" cy="33850"/>
              </a:xfrm>
              <a:custGeom>
                <a:avLst/>
                <a:gdLst/>
                <a:ahLst/>
                <a:cxnLst/>
                <a:rect l="l" t="t" r="r" b="b"/>
                <a:pathLst>
                  <a:path w="2228" h="1853" extrusionOk="0">
                    <a:moveTo>
                      <a:pt x="1208" y="1"/>
                    </a:moveTo>
                    <a:cubicBezTo>
                      <a:pt x="1025" y="1"/>
                      <a:pt x="837" y="56"/>
                      <a:pt x="666" y="179"/>
                    </a:cubicBezTo>
                    <a:cubicBezTo>
                      <a:pt x="0" y="697"/>
                      <a:pt x="259" y="1732"/>
                      <a:pt x="1072" y="1843"/>
                    </a:cubicBezTo>
                    <a:cubicBezTo>
                      <a:pt x="1117" y="1849"/>
                      <a:pt x="1161" y="1852"/>
                      <a:pt x="1205" y="1852"/>
                    </a:cubicBezTo>
                    <a:cubicBezTo>
                      <a:pt x="1670" y="1852"/>
                      <a:pt x="2077" y="1506"/>
                      <a:pt x="2145" y="1067"/>
                    </a:cubicBezTo>
                    <a:cubicBezTo>
                      <a:pt x="2227" y="462"/>
                      <a:pt x="1738" y="1"/>
                      <a:pt x="12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53"/>
              <p:cNvSpPr/>
              <p:nvPr/>
            </p:nvSpPr>
            <p:spPr>
              <a:xfrm>
                <a:off x="7242776" y="1533240"/>
                <a:ext cx="117515" cy="124292"/>
              </a:xfrm>
              <a:custGeom>
                <a:avLst/>
                <a:gdLst/>
                <a:ahLst/>
                <a:cxnLst/>
                <a:rect l="l" t="t" r="r" b="b"/>
                <a:pathLst>
                  <a:path w="6433" h="6804" extrusionOk="0">
                    <a:moveTo>
                      <a:pt x="444" y="1"/>
                    </a:moveTo>
                    <a:lnTo>
                      <a:pt x="0" y="4030"/>
                    </a:lnTo>
                    <a:lnTo>
                      <a:pt x="1331" y="6803"/>
                    </a:lnTo>
                    <a:lnTo>
                      <a:pt x="6433" y="3809"/>
                    </a:lnTo>
                    <a:lnTo>
                      <a:pt x="5620" y="370"/>
                    </a:lnTo>
                    <a:lnTo>
                      <a:pt x="444"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53"/>
              <p:cNvSpPr/>
              <p:nvPr/>
            </p:nvSpPr>
            <p:spPr>
              <a:xfrm>
                <a:off x="6135856" y="785625"/>
                <a:ext cx="1416243" cy="1133937"/>
              </a:xfrm>
              <a:custGeom>
                <a:avLst/>
                <a:gdLst/>
                <a:ahLst/>
                <a:cxnLst/>
                <a:rect l="l" t="t" r="r" b="b"/>
                <a:pathLst>
                  <a:path w="77528" h="62074" extrusionOk="0">
                    <a:moveTo>
                      <a:pt x="407" y="0"/>
                    </a:moveTo>
                    <a:lnTo>
                      <a:pt x="0" y="62074"/>
                    </a:lnTo>
                    <a:lnTo>
                      <a:pt x="72684" y="61519"/>
                    </a:lnTo>
                    <a:lnTo>
                      <a:pt x="77528" y="5804"/>
                    </a:lnTo>
                    <a:lnTo>
                      <a:pt x="4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53"/>
              <p:cNvSpPr/>
              <p:nvPr/>
            </p:nvSpPr>
            <p:spPr>
              <a:xfrm>
                <a:off x="6194605" y="835586"/>
                <a:ext cx="1302107" cy="1042782"/>
              </a:xfrm>
              <a:custGeom>
                <a:avLst/>
                <a:gdLst/>
                <a:ahLst/>
                <a:cxnLst/>
                <a:rect l="l" t="t" r="r" b="b"/>
                <a:pathLst>
                  <a:path w="71280" h="57084" extrusionOk="0">
                    <a:moveTo>
                      <a:pt x="370" y="1"/>
                    </a:moveTo>
                    <a:lnTo>
                      <a:pt x="1" y="57084"/>
                    </a:lnTo>
                    <a:lnTo>
                      <a:pt x="66807" y="56566"/>
                    </a:lnTo>
                    <a:lnTo>
                      <a:pt x="71280" y="5325"/>
                    </a:lnTo>
                    <a:lnTo>
                      <a:pt x="3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53"/>
              <p:cNvSpPr/>
              <p:nvPr/>
            </p:nvSpPr>
            <p:spPr>
              <a:xfrm>
                <a:off x="6194605" y="835586"/>
                <a:ext cx="212086" cy="1043458"/>
              </a:xfrm>
              <a:custGeom>
                <a:avLst/>
                <a:gdLst/>
                <a:ahLst/>
                <a:cxnLst/>
                <a:rect l="l" t="t" r="r" b="b"/>
                <a:pathLst>
                  <a:path w="11610" h="57121" extrusionOk="0">
                    <a:moveTo>
                      <a:pt x="370" y="1"/>
                    </a:moveTo>
                    <a:lnTo>
                      <a:pt x="1" y="57084"/>
                    </a:lnTo>
                    <a:lnTo>
                      <a:pt x="10131" y="57121"/>
                    </a:lnTo>
                    <a:lnTo>
                      <a:pt x="11609" y="851"/>
                    </a:lnTo>
                    <a:lnTo>
                      <a:pt x="370" y="1"/>
                    </a:lnTo>
                    <a:close/>
                  </a:path>
                </a:pathLst>
              </a:custGeom>
              <a:solidFill>
                <a:srgbClr val="370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53"/>
              <p:cNvSpPr/>
              <p:nvPr/>
            </p:nvSpPr>
            <p:spPr>
              <a:xfrm>
                <a:off x="6223175" y="1070616"/>
                <a:ext cx="98425" cy="84323"/>
              </a:xfrm>
              <a:custGeom>
                <a:avLst/>
                <a:gdLst/>
                <a:ahLst/>
                <a:cxnLst/>
                <a:rect l="l" t="t" r="r" b="b"/>
                <a:pathLst>
                  <a:path w="5388" h="4616" extrusionOk="0">
                    <a:moveTo>
                      <a:pt x="3050" y="0"/>
                    </a:moveTo>
                    <a:cubicBezTo>
                      <a:pt x="1046" y="0"/>
                      <a:pt x="0" y="2452"/>
                      <a:pt x="1431" y="3920"/>
                    </a:cubicBezTo>
                    <a:cubicBezTo>
                      <a:pt x="1912" y="4400"/>
                      <a:pt x="2499" y="4616"/>
                      <a:pt x="3071" y="4616"/>
                    </a:cubicBezTo>
                    <a:cubicBezTo>
                      <a:pt x="4259" y="4616"/>
                      <a:pt x="5387" y="3690"/>
                      <a:pt x="5387" y="2293"/>
                    </a:cubicBezTo>
                    <a:cubicBezTo>
                      <a:pt x="5387" y="1036"/>
                      <a:pt x="4389" y="1"/>
                      <a:pt x="3095" y="1"/>
                    </a:cubicBezTo>
                    <a:cubicBezTo>
                      <a:pt x="3080" y="0"/>
                      <a:pt x="3065" y="0"/>
                      <a:pt x="30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53"/>
              <p:cNvSpPr/>
              <p:nvPr/>
            </p:nvSpPr>
            <p:spPr>
              <a:xfrm>
                <a:off x="6222499" y="1204334"/>
                <a:ext cx="98425" cy="84323"/>
              </a:xfrm>
              <a:custGeom>
                <a:avLst/>
                <a:gdLst/>
                <a:ahLst/>
                <a:cxnLst/>
                <a:rect l="l" t="t" r="r" b="b"/>
                <a:pathLst>
                  <a:path w="5388" h="4616" extrusionOk="0">
                    <a:moveTo>
                      <a:pt x="3049" y="0"/>
                    </a:moveTo>
                    <a:cubicBezTo>
                      <a:pt x="1009" y="0"/>
                      <a:pt x="0" y="2452"/>
                      <a:pt x="1431" y="3920"/>
                    </a:cubicBezTo>
                    <a:cubicBezTo>
                      <a:pt x="1900" y="4401"/>
                      <a:pt x="2483" y="4616"/>
                      <a:pt x="3055" y="4616"/>
                    </a:cubicBezTo>
                    <a:cubicBezTo>
                      <a:pt x="4242" y="4616"/>
                      <a:pt x="5387" y="3690"/>
                      <a:pt x="5387" y="2293"/>
                    </a:cubicBezTo>
                    <a:cubicBezTo>
                      <a:pt x="5387" y="1036"/>
                      <a:pt x="4352" y="1"/>
                      <a:pt x="3095" y="1"/>
                    </a:cubicBezTo>
                    <a:cubicBezTo>
                      <a:pt x="3080" y="1"/>
                      <a:pt x="3064" y="0"/>
                      <a:pt x="30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53"/>
              <p:cNvSpPr/>
              <p:nvPr/>
            </p:nvSpPr>
            <p:spPr>
              <a:xfrm>
                <a:off x="6221823" y="1338052"/>
                <a:ext cx="98425" cy="84323"/>
              </a:xfrm>
              <a:custGeom>
                <a:avLst/>
                <a:gdLst/>
                <a:ahLst/>
                <a:cxnLst/>
                <a:rect l="l" t="t" r="r" b="b"/>
                <a:pathLst>
                  <a:path w="5388" h="4616" extrusionOk="0">
                    <a:moveTo>
                      <a:pt x="3049" y="1"/>
                    </a:moveTo>
                    <a:cubicBezTo>
                      <a:pt x="1009" y="1"/>
                      <a:pt x="0" y="2452"/>
                      <a:pt x="1431" y="3920"/>
                    </a:cubicBezTo>
                    <a:cubicBezTo>
                      <a:pt x="1900" y="4401"/>
                      <a:pt x="2483" y="4616"/>
                      <a:pt x="3055" y="4616"/>
                    </a:cubicBezTo>
                    <a:cubicBezTo>
                      <a:pt x="4242" y="4616"/>
                      <a:pt x="5387" y="3690"/>
                      <a:pt x="5387" y="2293"/>
                    </a:cubicBezTo>
                    <a:cubicBezTo>
                      <a:pt x="5387" y="1036"/>
                      <a:pt x="4352" y="1"/>
                      <a:pt x="3095" y="1"/>
                    </a:cubicBezTo>
                    <a:cubicBezTo>
                      <a:pt x="3080" y="1"/>
                      <a:pt x="3064" y="1"/>
                      <a:pt x="30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53"/>
              <p:cNvSpPr/>
              <p:nvPr/>
            </p:nvSpPr>
            <p:spPr>
              <a:xfrm>
                <a:off x="6220271" y="1471112"/>
                <a:ext cx="99302" cy="84688"/>
              </a:xfrm>
              <a:custGeom>
                <a:avLst/>
                <a:gdLst/>
                <a:ahLst/>
                <a:cxnLst/>
                <a:rect l="l" t="t" r="r" b="b"/>
                <a:pathLst>
                  <a:path w="5436" h="4636" extrusionOk="0">
                    <a:moveTo>
                      <a:pt x="3143" y="0"/>
                    </a:moveTo>
                    <a:cubicBezTo>
                      <a:pt x="1073" y="0"/>
                      <a:pt x="0" y="2477"/>
                      <a:pt x="1479" y="3956"/>
                    </a:cubicBezTo>
                    <a:cubicBezTo>
                      <a:pt x="1948" y="4425"/>
                      <a:pt x="2530" y="4636"/>
                      <a:pt x="3102" y="4636"/>
                    </a:cubicBezTo>
                    <a:cubicBezTo>
                      <a:pt x="4290" y="4636"/>
                      <a:pt x="5435" y="3727"/>
                      <a:pt x="5435" y="2329"/>
                    </a:cubicBezTo>
                    <a:cubicBezTo>
                      <a:pt x="5435" y="1072"/>
                      <a:pt x="4400" y="37"/>
                      <a:pt x="31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53"/>
              <p:cNvSpPr/>
              <p:nvPr/>
            </p:nvSpPr>
            <p:spPr>
              <a:xfrm>
                <a:off x="6219595" y="1604831"/>
                <a:ext cx="99302" cy="84999"/>
              </a:xfrm>
              <a:custGeom>
                <a:avLst/>
                <a:gdLst/>
                <a:ahLst/>
                <a:cxnLst/>
                <a:rect l="l" t="t" r="r" b="b"/>
                <a:pathLst>
                  <a:path w="5436" h="4653" extrusionOk="0">
                    <a:moveTo>
                      <a:pt x="3143" y="0"/>
                    </a:moveTo>
                    <a:cubicBezTo>
                      <a:pt x="1073" y="0"/>
                      <a:pt x="1" y="2478"/>
                      <a:pt x="1479" y="3956"/>
                    </a:cubicBezTo>
                    <a:cubicBezTo>
                      <a:pt x="1948" y="4437"/>
                      <a:pt x="2527" y="4652"/>
                      <a:pt x="3094" y="4652"/>
                    </a:cubicBezTo>
                    <a:cubicBezTo>
                      <a:pt x="4270" y="4652"/>
                      <a:pt x="5398" y="3727"/>
                      <a:pt x="5398" y="2330"/>
                    </a:cubicBezTo>
                    <a:cubicBezTo>
                      <a:pt x="5435" y="1073"/>
                      <a:pt x="4400" y="37"/>
                      <a:pt x="31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53"/>
              <p:cNvSpPr/>
              <p:nvPr/>
            </p:nvSpPr>
            <p:spPr>
              <a:xfrm>
                <a:off x="6218919" y="1738549"/>
                <a:ext cx="98626" cy="84999"/>
              </a:xfrm>
              <a:custGeom>
                <a:avLst/>
                <a:gdLst/>
                <a:ahLst/>
                <a:cxnLst/>
                <a:rect l="l" t="t" r="r" b="b"/>
                <a:pathLst>
                  <a:path w="5399" h="4653" extrusionOk="0">
                    <a:moveTo>
                      <a:pt x="3143" y="1"/>
                    </a:moveTo>
                    <a:cubicBezTo>
                      <a:pt x="1073" y="1"/>
                      <a:pt x="1" y="2478"/>
                      <a:pt x="1442" y="3957"/>
                    </a:cubicBezTo>
                    <a:cubicBezTo>
                      <a:pt x="1923" y="4438"/>
                      <a:pt x="2510" y="4653"/>
                      <a:pt x="3082" y="4653"/>
                    </a:cubicBezTo>
                    <a:cubicBezTo>
                      <a:pt x="4270" y="4653"/>
                      <a:pt x="5398" y="3727"/>
                      <a:pt x="5398" y="2330"/>
                    </a:cubicBezTo>
                    <a:cubicBezTo>
                      <a:pt x="5398" y="1073"/>
                      <a:pt x="4400" y="38"/>
                      <a:pt x="31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53"/>
              <p:cNvSpPr/>
              <p:nvPr/>
            </p:nvSpPr>
            <p:spPr>
              <a:xfrm>
                <a:off x="6218919" y="893001"/>
                <a:ext cx="123616" cy="122940"/>
              </a:xfrm>
              <a:custGeom>
                <a:avLst/>
                <a:gdLst/>
                <a:ahLst/>
                <a:cxnLst/>
                <a:rect l="l" t="t" r="r" b="b"/>
                <a:pathLst>
                  <a:path w="6767" h="6730" extrusionOk="0">
                    <a:moveTo>
                      <a:pt x="1295" y="0"/>
                    </a:moveTo>
                    <a:cubicBezTo>
                      <a:pt x="592" y="0"/>
                      <a:pt x="38" y="555"/>
                      <a:pt x="38" y="1220"/>
                    </a:cubicBezTo>
                    <a:lnTo>
                      <a:pt x="38" y="5472"/>
                    </a:lnTo>
                    <a:cubicBezTo>
                      <a:pt x="1" y="6174"/>
                      <a:pt x="555" y="6692"/>
                      <a:pt x="1221" y="6729"/>
                    </a:cubicBezTo>
                    <a:lnTo>
                      <a:pt x="5509" y="6729"/>
                    </a:lnTo>
                    <a:cubicBezTo>
                      <a:pt x="6175" y="6729"/>
                      <a:pt x="6729" y="6211"/>
                      <a:pt x="6729" y="5509"/>
                    </a:cubicBezTo>
                    <a:lnTo>
                      <a:pt x="6766" y="1257"/>
                    </a:lnTo>
                    <a:cubicBezTo>
                      <a:pt x="6766" y="592"/>
                      <a:pt x="6212" y="37"/>
                      <a:pt x="5546" y="37"/>
                    </a:cubicBezTo>
                    <a:lnTo>
                      <a:pt x="129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53"/>
              <p:cNvSpPr/>
              <p:nvPr/>
            </p:nvSpPr>
            <p:spPr>
              <a:xfrm>
                <a:off x="6758541" y="1545406"/>
                <a:ext cx="401173" cy="37156"/>
              </a:xfrm>
              <a:custGeom>
                <a:avLst/>
                <a:gdLst/>
                <a:ahLst/>
                <a:cxnLst/>
                <a:rect l="l" t="t" r="r" b="b"/>
                <a:pathLst>
                  <a:path w="21961" h="2034" extrusionOk="0">
                    <a:moveTo>
                      <a:pt x="0" y="0"/>
                    </a:moveTo>
                    <a:lnTo>
                      <a:pt x="0" y="1664"/>
                    </a:lnTo>
                    <a:lnTo>
                      <a:pt x="21924" y="2033"/>
                    </a:lnTo>
                    <a:lnTo>
                      <a:pt x="21961" y="37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53"/>
              <p:cNvSpPr/>
              <p:nvPr/>
            </p:nvSpPr>
            <p:spPr>
              <a:xfrm>
                <a:off x="6755161" y="1631848"/>
                <a:ext cx="401848" cy="37156"/>
              </a:xfrm>
              <a:custGeom>
                <a:avLst/>
                <a:gdLst/>
                <a:ahLst/>
                <a:cxnLst/>
                <a:rect l="l" t="t" r="r" b="b"/>
                <a:pathLst>
                  <a:path w="21998" h="2034" extrusionOk="0">
                    <a:moveTo>
                      <a:pt x="37" y="0"/>
                    </a:moveTo>
                    <a:lnTo>
                      <a:pt x="0" y="1664"/>
                    </a:lnTo>
                    <a:lnTo>
                      <a:pt x="21961" y="2034"/>
                    </a:lnTo>
                    <a:lnTo>
                      <a:pt x="21998" y="370"/>
                    </a:lnTo>
                    <a:lnTo>
                      <a:pt x="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53"/>
              <p:cNvSpPr/>
              <p:nvPr/>
            </p:nvSpPr>
            <p:spPr>
              <a:xfrm>
                <a:off x="6755161" y="1719642"/>
                <a:ext cx="401173" cy="37156"/>
              </a:xfrm>
              <a:custGeom>
                <a:avLst/>
                <a:gdLst/>
                <a:ahLst/>
                <a:cxnLst/>
                <a:rect l="l" t="t" r="r" b="b"/>
                <a:pathLst>
                  <a:path w="21961" h="2034" extrusionOk="0">
                    <a:moveTo>
                      <a:pt x="37" y="0"/>
                    </a:moveTo>
                    <a:lnTo>
                      <a:pt x="0" y="1664"/>
                    </a:lnTo>
                    <a:lnTo>
                      <a:pt x="21961" y="2034"/>
                    </a:lnTo>
                    <a:lnTo>
                      <a:pt x="21961" y="370"/>
                    </a:lnTo>
                    <a:lnTo>
                      <a:pt x="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53"/>
              <p:cNvSpPr/>
              <p:nvPr/>
            </p:nvSpPr>
            <p:spPr>
              <a:xfrm>
                <a:off x="6379655" y="851132"/>
                <a:ext cx="364035" cy="1029940"/>
              </a:xfrm>
              <a:custGeom>
                <a:avLst/>
                <a:gdLst/>
                <a:ahLst/>
                <a:cxnLst/>
                <a:rect l="l" t="t" r="r" b="b"/>
                <a:pathLst>
                  <a:path w="19928" h="56381" extrusionOk="0">
                    <a:moveTo>
                      <a:pt x="1479" y="0"/>
                    </a:moveTo>
                    <a:lnTo>
                      <a:pt x="1" y="56270"/>
                    </a:lnTo>
                    <a:lnTo>
                      <a:pt x="17229" y="56381"/>
                    </a:lnTo>
                    <a:lnTo>
                      <a:pt x="19928" y="1405"/>
                    </a:lnTo>
                    <a:lnTo>
                      <a:pt x="1479" y="0"/>
                    </a:lnTo>
                    <a:close/>
                  </a:path>
                </a:pathLst>
              </a:custGeom>
              <a:solidFill>
                <a:srgbClr val="370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53"/>
              <p:cNvSpPr/>
              <p:nvPr/>
            </p:nvSpPr>
            <p:spPr>
              <a:xfrm>
                <a:off x="6379655" y="851132"/>
                <a:ext cx="27036" cy="1027912"/>
              </a:xfrm>
              <a:custGeom>
                <a:avLst/>
                <a:gdLst/>
                <a:ahLst/>
                <a:cxnLst/>
                <a:rect l="l" t="t" r="r" b="b"/>
                <a:pathLst>
                  <a:path w="1480" h="56270" fill="none" extrusionOk="0">
                    <a:moveTo>
                      <a:pt x="1479" y="0"/>
                    </a:moveTo>
                    <a:lnTo>
                      <a:pt x="1" y="56270"/>
                    </a:lnTo>
                  </a:path>
                </a:pathLst>
              </a:custGeom>
              <a:noFill/>
              <a:ln w="83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53"/>
              <p:cNvSpPr/>
              <p:nvPr/>
            </p:nvSpPr>
            <p:spPr>
              <a:xfrm>
                <a:off x="7204268" y="1530537"/>
                <a:ext cx="24332" cy="322166"/>
              </a:xfrm>
              <a:custGeom>
                <a:avLst/>
                <a:gdLst/>
                <a:ahLst/>
                <a:cxnLst/>
                <a:rect l="l" t="t" r="r" b="b"/>
                <a:pathLst>
                  <a:path w="1332" h="17636" fill="none" extrusionOk="0">
                    <a:moveTo>
                      <a:pt x="1332" y="1"/>
                    </a:moveTo>
                    <a:lnTo>
                      <a:pt x="1" y="17636"/>
                    </a:lnTo>
                  </a:path>
                </a:pathLst>
              </a:custGeom>
              <a:solidFill>
                <a:schemeClr val="accent3"/>
              </a:solidFill>
              <a:ln w="83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53"/>
              <p:cNvSpPr/>
              <p:nvPr/>
            </p:nvSpPr>
            <p:spPr>
              <a:xfrm>
                <a:off x="6447390" y="955786"/>
                <a:ext cx="56556" cy="48098"/>
              </a:xfrm>
              <a:custGeom>
                <a:avLst/>
                <a:gdLst/>
                <a:ahLst/>
                <a:cxnLst/>
                <a:rect l="l" t="t" r="r" b="b"/>
                <a:pathLst>
                  <a:path w="3096" h="2633" extrusionOk="0">
                    <a:moveTo>
                      <a:pt x="1756" y="1"/>
                    </a:moveTo>
                    <a:cubicBezTo>
                      <a:pt x="602" y="1"/>
                      <a:pt x="0" y="1381"/>
                      <a:pt x="803" y="2220"/>
                    </a:cubicBezTo>
                    <a:cubicBezTo>
                      <a:pt x="1076" y="2505"/>
                      <a:pt x="1415" y="2632"/>
                      <a:pt x="1746" y="2632"/>
                    </a:cubicBezTo>
                    <a:cubicBezTo>
                      <a:pt x="2404" y="2632"/>
                      <a:pt x="3034" y="2132"/>
                      <a:pt x="3058" y="1370"/>
                    </a:cubicBezTo>
                    <a:cubicBezTo>
                      <a:pt x="3095" y="630"/>
                      <a:pt x="2541" y="39"/>
                      <a:pt x="1801" y="2"/>
                    </a:cubicBezTo>
                    <a:cubicBezTo>
                      <a:pt x="1786" y="1"/>
                      <a:pt x="1771" y="1"/>
                      <a:pt x="17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53"/>
              <p:cNvSpPr/>
              <p:nvPr/>
            </p:nvSpPr>
            <p:spPr>
              <a:xfrm>
                <a:off x="6444011" y="1073977"/>
                <a:ext cx="56556" cy="48062"/>
              </a:xfrm>
              <a:custGeom>
                <a:avLst/>
                <a:gdLst/>
                <a:ahLst/>
                <a:cxnLst/>
                <a:rect l="l" t="t" r="r" b="b"/>
                <a:pathLst>
                  <a:path w="3096" h="2631" extrusionOk="0">
                    <a:moveTo>
                      <a:pt x="1756" y="1"/>
                    </a:moveTo>
                    <a:cubicBezTo>
                      <a:pt x="602" y="1"/>
                      <a:pt x="0" y="1380"/>
                      <a:pt x="803" y="2220"/>
                    </a:cubicBezTo>
                    <a:cubicBezTo>
                      <a:pt x="1074" y="2503"/>
                      <a:pt x="1415" y="2631"/>
                      <a:pt x="1751" y="2631"/>
                    </a:cubicBezTo>
                    <a:cubicBezTo>
                      <a:pt x="2422" y="2631"/>
                      <a:pt x="3071" y="2121"/>
                      <a:pt x="3095" y="1332"/>
                    </a:cubicBezTo>
                    <a:cubicBezTo>
                      <a:pt x="3095" y="630"/>
                      <a:pt x="2541" y="1"/>
                      <a:pt x="1801" y="1"/>
                    </a:cubicBezTo>
                    <a:cubicBezTo>
                      <a:pt x="1786" y="1"/>
                      <a:pt x="1771" y="1"/>
                      <a:pt x="17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53"/>
              <p:cNvSpPr/>
              <p:nvPr/>
            </p:nvSpPr>
            <p:spPr>
              <a:xfrm>
                <a:off x="6440631" y="1191492"/>
                <a:ext cx="56556" cy="48244"/>
              </a:xfrm>
              <a:custGeom>
                <a:avLst/>
                <a:gdLst/>
                <a:ahLst/>
                <a:cxnLst/>
                <a:rect l="l" t="t" r="r" b="b"/>
                <a:pathLst>
                  <a:path w="3096" h="2641" extrusionOk="0">
                    <a:moveTo>
                      <a:pt x="1756" y="1"/>
                    </a:moveTo>
                    <a:cubicBezTo>
                      <a:pt x="602" y="1"/>
                      <a:pt x="0" y="1380"/>
                      <a:pt x="803" y="2220"/>
                    </a:cubicBezTo>
                    <a:cubicBezTo>
                      <a:pt x="1080" y="2509"/>
                      <a:pt x="1430" y="2640"/>
                      <a:pt x="1771" y="2640"/>
                    </a:cubicBezTo>
                    <a:cubicBezTo>
                      <a:pt x="2432" y="2640"/>
                      <a:pt x="3058" y="2149"/>
                      <a:pt x="3058" y="1369"/>
                    </a:cubicBezTo>
                    <a:cubicBezTo>
                      <a:pt x="3095" y="630"/>
                      <a:pt x="2541" y="38"/>
                      <a:pt x="1801" y="1"/>
                    </a:cubicBezTo>
                    <a:cubicBezTo>
                      <a:pt x="1786" y="1"/>
                      <a:pt x="1771" y="1"/>
                      <a:pt x="17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53"/>
              <p:cNvSpPr/>
              <p:nvPr/>
            </p:nvSpPr>
            <p:spPr>
              <a:xfrm>
                <a:off x="6437252" y="1309683"/>
                <a:ext cx="56556" cy="48080"/>
              </a:xfrm>
              <a:custGeom>
                <a:avLst/>
                <a:gdLst/>
                <a:ahLst/>
                <a:cxnLst/>
                <a:rect l="l" t="t" r="r" b="b"/>
                <a:pathLst>
                  <a:path w="3096" h="2632" extrusionOk="0">
                    <a:moveTo>
                      <a:pt x="1756" y="1"/>
                    </a:moveTo>
                    <a:cubicBezTo>
                      <a:pt x="603" y="1"/>
                      <a:pt x="1" y="1380"/>
                      <a:pt x="803" y="2220"/>
                    </a:cubicBezTo>
                    <a:cubicBezTo>
                      <a:pt x="1076" y="2505"/>
                      <a:pt x="1419" y="2632"/>
                      <a:pt x="1756" y="2632"/>
                    </a:cubicBezTo>
                    <a:cubicBezTo>
                      <a:pt x="2425" y="2632"/>
                      <a:pt x="3071" y="2131"/>
                      <a:pt x="3096" y="1369"/>
                    </a:cubicBezTo>
                    <a:cubicBezTo>
                      <a:pt x="3096" y="630"/>
                      <a:pt x="2541" y="1"/>
                      <a:pt x="1802" y="1"/>
                    </a:cubicBezTo>
                    <a:cubicBezTo>
                      <a:pt x="1786" y="1"/>
                      <a:pt x="1771" y="1"/>
                      <a:pt x="17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53"/>
              <p:cNvSpPr/>
              <p:nvPr/>
            </p:nvSpPr>
            <p:spPr>
              <a:xfrm>
                <a:off x="6433690" y="1427216"/>
                <a:ext cx="56739" cy="48719"/>
              </a:xfrm>
              <a:custGeom>
                <a:avLst/>
                <a:gdLst/>
                <a:ahLst/>
                <a:cxnLst/>
                <a:rect l="l" t="t" r="r" b="b"/>
                <a:pathLst>
                  <a:path w="3106" h="2667" extrusionOk="0">
                    <a:moveTo>
                      <a:pt x="1812" y="0"/>
                    </a:moveTo>
                    <a:cubicBezTo>
                      <a:pt x="629" y="0"/>
                      <a:pt x="0" y="1368"/>
                      <a:pt x="814" y="2255"/>
                    </a:cubicBezTo>
                    <a:cubicBezTo>
                      <a:pt x="1085" y="2539"/>
                      <a:pt x="1426" y="2666"/>
                      <a:pt x="1760" y="2666"/>
                    </a:cubicBezTo>
                    <a:cubicBezTo>
                      <a:pt x="2428" y="2666"/>
                      <a:pt x="3069" y="2157"/>
                      <a:pt x="3069" y="1368"/>
                    </a:cubicBezTo>
                    <a:cubicBezTo>
                      <a:pt x="3106" y="629"/>
                      <a:pt x="2551" y="37"/>
                      <a:pt x="18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53"/>
              <p:cNvSpPr/>
              <p:nvPr/>
            </p:nvSpPr>
            <p:spPr>
              <a:xfrm>
                <a:off x="6430493" y="1545388"/>
                <a:ext cx="56556" cy="48080"/>
              </a:xfrm>
              <a:custGeom>
                <a:avLst/>
                <a:gdLst/>
                <a:ahLst/>
                <a:cxnLst/>
                <a:rect l="l" t="t" r="r" b="b"/>
                <a:pathLst>
                  <a:path w="3096" h="2632" extrusionOk="0">
                    <a:moveTo>
                      <a:pt x="1756" y="0"/>
                    </a:moveTo>
                    <a:cubicBezTo>
                      <a:pt x="603" y="0"/>
                      <a:pt x="1" y="1380"/>
                      <a:pt x="804" y="2219"/>
                    </a:cubicBezTo>
                    <a:cubicBezTo>
                      <a:pt x="1076" y="2504"/>
                      <a:pt x="1419" y="2631"/>
                      <a:pt x="1757" y="2631"/>
                    </a:cubicBezTo>
                    <a:cubicBezTo>
                      <a:pt x="2426" y="2631"/>
                      <a:pt x="3071" y="2131"/>
                      <a:pt x="3096" y="1369"/>
                    </a:cubicBezTo>
                    <a:cubicBezTo>
                      <a:pt x="3096" y="630"/>
                      <a:pt x="2541" y="38"/>
                      <a:pt x="1802" y="1"/>
                    </a:cubicBezTo>
                    <a:cubicBezTo>
                      <a:pt x="1787" y="1"/>
                      <a:pt x="1771" y="0"/>
                      <a:pt x="17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53"/>
              <p:cNvSpPr/>
              <p:nvPr/>
            </p:nvSpPr>
            <p:spPr>
              <a:xfrm>
                <a:off x="6427132" y="1663579"/>
                <a:ext cx="56556" cy="48044"/>
              </a:xfrm>
              <a:custGeom>
                <a:avLst/>
                <a:gdLst/>
                <a:ahLst/>
                <a:cxnLst/>
                <a:rect l="l" t="t" r="r" b="b"/>
                <a:pathLst>
                  <a:path w="3096" h="2630" extrusionOk="0">
                    <a:moveTo>
                      <a:pt x="1755" y="0"/>
                    </a:moveTo>
                    <a:cubicBezTo>
                      <a:pt x="602" y="0"/>
                      <a:pt x="0" y="1380"/>
                      <a:pt x="803" y="2219"/>
                    </a:cubicBezTo>
                    <a:cubicBezTo>
                      <a:pt x="1074" y="2503"/>
                      <a:pt x="1415" y="2630"/>
                      <a:pt x="1750" y="2630"/>
                    </a:cubicBezTo>
                    <a:cubicBezTo>
                      <a:pt x="2421" y="2630"/>
                      <a:pt x="3070" y="2121"/>
                      <a:pt x="3095" y="1332"/>
                    </a:cubicBezTo>
                    <a:cubicBezTo>
                      <a:pt x="3095" y="629"/>
                      <a:pt x="2540" y="1"/>
                      <a:pt x="1801" y="1"/>
                    </a:cubicBezTo>
                    <a:cubicBezTo>
                      <a:pt x="1786" y="0"/>
                      <a:pt x="1771" y="0"/>
                      <a:pt x="17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53"/>
              <p:cNvSpPr/>
              <p:nvPr/>
            </p:nvSpPr>
            <p:spPr>
              <a:xfrm>
                <a:off x="6423752" y="1781094"/>
                <a:ext cx="56556" cy="48537"/>
              </a:xfrm>
              <a:custGeom>
                <a:avLst/>
                <a:gdLst/>
                <a:ahLst/>
                <a:cxnLst/>
                <a:rect l="l" t="t" r="r" b="b"/>
                <a:pathLst>
                  <a:path w="3096" h="2657" extrusionOk="0">
                    <a:moveTo>
                      <a:pt x="1756" y="0"/>
                    </a:moveTo>
                    <a:cubicBezTo>
                      <a:pt x="602" y="0"/>
                      <a:pt x="0" y="1380"/>
                      <a:pt x="803" y="2219"/>
                    </a:cubicBezTo>
                    <a:cubicBezTo>
                      <a:pt x="1080" y="2521"/>
                      <a:pt x="1429" y="2656"/>
                      <a:pt x="1772" y="2656"/>
                    </a:cubicBezTo>
                    <a:cubicBezTo>
                      <a:pt x="2435" y="2656"/>
                      <a:pt x="3071" y="2149"/>
                      <a:pt x="3095" y="1369"/>
                    </a:cubicBezTo>
                    <a:cubicBezTo>
                      <a:pt x="3095" y="629"/>
                      <a:pt x="2541" y="38"/>
                      <a:pt x="1801" y="1"/>
                    </a:cubicBezTo>
                    <a:cubicBezTo>
                      <a:pt x="1786" y="0"/>
                      <a:pt x="1771" y="0"/>
                      <a:pt x="17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53"/>
              <p:cNvSpPr/>
              <p:nvPr/>
            </p:nvSpPr>
            <p:spPr>
              <a:xfrm>
                <a:off x="6535659" y="987553"/>
                <a:ext cx="138468" cy="6083"/>
              </a:xfrm>
              <a:custGeom>
                <a:avLst/>
                <a:gdLst/>
                <a:ahLst/>
                <a:cxnLst/>
                <a:rect l="l" t="t" r="r" b="b"/>
                <a:pathLst>
                  <a:path w="7580" h="333" fill="none" extrusionOk="0">
                    <a:moveTo>
                      <a:pt x="1" y="0"/>
                    </a:moveTo>
                    <a:lnTo>
                      <a:pt x="7580" y="333"/>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53"/>
              <p:cNvSpPr/>
              <p:nvPr/>
            </p:nvSpPr>
            <p:spPr>
              <a:xfrm>
                <a:off x="6534983" y="1095606"/>
                <a:ext cx="138468" cy="6101"/>
              </a:xfrm>
              <a:custGeom>
                <a:avLst/>
                <a:gdLst/>
                <a:ahLst/>
                <a:cxnLst/>
                <a:rect l="l" t="t" r="r" b="b"/>
                <a:pathLst>
                  <a:path w="7580" h="334" fill="none" extrusionOk="0">
                    <a:moveTo>
                      <a:pt x="1" y="1"/>
                    </a:moveTo>
                    <a:lnTo>
                      <a:pt x="7580" y="333"/>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53"/>
              <p:cNvSpPr/>
              <p:nvPr/>
            </p:nvSpPr>
            <p:spPr>
              <a:xfrm>
                <a:off x="6534307" y="1212445"/>
                <a:ext cx="138468" cy="6101"/>
              </a:xfrm>
              <a:custGeom>
                <a:avLst/>
                <a:gdLst/>
                <a:ahLst/>
                <a:cxnLst/>
                <a:rect l="l" t="t" r="r" b="b"/>
                <a:pathLst>
                  <a:path w="7580" h="334" fill="none" extrusionOk="0">
                    <a:moveTo>
                      <a:pt x="1" y="0"/>
                    </a:moveTo>
                    <a:lnTo>
                      <a:pt x="7580" y="333"/>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53"/>
              <p:cNvSpPr/>
              <p:nvPr/>
            </p:nvSpPr>
            <p:spPr>
              <a:xfrm>
                <a:off x="6520808" y="1331311"/>
                <a:ext cx="138468" cy="6101"/>
              </a:xfrm>
              <a:custGeom>
                <a:avLst/>
                <a:gdLst/>
                <a:ahLst/>
                <a:cxnLst/>
                <a:rect l="l" t="t" r="r" b="b"/>
                <a:pathLst>
                  <a:path w="7580" h="334" fill="none" extrusionOk="0">
                    <a:moveTo>
                      <a:pt x="0" y="0"/>
                    </a:moveTo>
                    <a:lnTo>
                      <a:pt x="7579" y="333"/>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53"/>
              <p:cNvSpPr/>
              <p:nvPr/>
            </p:nvSpPr>
            <p:spPr>
              <a:xfrm>
                <a:off x="6520132" y="1449502"/>
                <a:ext cx="138468" cy="5407"/>
              </a:xfrm>
              <a:custGeom>
                <a:avLst/>
                <a:gdLst/>
                <a:ahLst/>
                <a:cxnLst/>
                <a:rect l="l" t="t" r="r" b="b"/>
                <a:pathLst>
                  <a:path w="7580" h="296" fill="none" extrusionOk="0">
                    <a:moveTo>
                      <a:pt x="0" y="0"/>
                    </a:moveTo>
                    <a:lnTo>
                      <a:pt x="7579" y="296"/>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53"/>
              <p:cNvSpPr/>
              <p:nvPr/>
            </p:nvSpPr>
            <p:spPr>
              <a:xfrm>
                <a:off x="6519456" y="1567693"/>
                <a:ext cx="138468" cy="5407"/>
              </a:xfrm>
              <a:custGeom>
                <a:avLst/>
                <a:gdLst/>
                <a:ahLst/>
                <a:cxnLst/>
                <a:rect l="l" t="t" r="r" b="b"/>
                <a:pathLst>
                  <a:path w="7580" h="296" fill="none" extrusionOk="0">
                    <a:moveTo>
                      <a:pt x="0" y="0"/>
                    </a:moveTo>
                    <a:lnTo>
                      <a:pt x="7579" y="296"/>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53"/>
              <p:cNvSpPr/>
              <p:nvPr/>
            </p:nvSpPr>
            <p:spPr>
              <a:xfrm>
                <a:off x="6518780" y="1687893"/>
                <a:ext cx="138468" cy="6101"/>
              </a:xfrm>
              <a:custGeom>
                <a:avLst/>
                <a:gdLst/>
                <a:ahLst/>
                <a:cxnLst/>
                <a:rect l="l" t="t" r="r" b="b"/>
                <a:pathLst>
                  <a:path w="7580" h="334" fill="none" extrusionOk="0">
                    <a:moveTo>
                      <a:pt x="1" y="1"/>
                    </a:moveTo>
                    <a:lnTo>
                      <a:pt x="7579" y="334"/>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53"/>
              <p:cNvSpPr/>
              <p:nvPr/>
            </p:nvSpPr>
            <p:spPr>
              <a:xfrm>
                <a:off x="6518104" y="1803380"/>
                <a:ext cx="138468" cy="6101"/>
              </a:xfrm>
              <a:custGeom>
                <a:avLst/>
                <a:gdLst/>
                <a:ahLst/>
                <a:cxnLst/>
                <a:rect l="l" t="t" r="r" b="b"/>
                <a:pathLst>
                  <a:path w="7580" h="334" fill="none" extrusionOk="0">
                    <a:moveTo>
                      <a:pt x="1" y="1"/>
                    </a:moveTo>
                    <a:lnTo>
                      <a:pt x="7580" y="334"/>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53"/>
              <p:cNvSpPr/>
              <p:nvPr/>
            </p:nvSpPr>
            <p:spPr>
              <a:xfrm>
                <a:off x="6718005" y="883538"/>
                <a:ext cx="777373" cy="578806"/>
              </a:xfrm>
              <a:custGeom>
                <a:avLst/>
                <a:gdLst/>
                <a:ahLst/>
                <a:cxnLst/>
                <a:rect l="l" t="t" r="r" b="b"/>
                <a:pathLst>
                  <a:path w="42555" h="31685" extrusionOk="0">
                    <a:moveTo>
                      <a:pt x="1369" y="1"/>
                    </a:moveTo>
                    <a:lnTo>
                      <a:pt x="1" y="30021"/>
                    </a:lnTo>
                    <a:lnTo>
                      <a:pt x="40225" y="31685"/>
                    </a:lnTo>
                    <a:lnTo>
                      <a:pt x="42554" y="3106"/>
                    </a:lnTo>
                    <a:lnTo>
                      <a:pt x="136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53"/>
              <p:cNvSpPr/>
              <p:nvPr/>
            </p:nvSpPr>
            <p:spPr>
              <a:xfrm>
                <a:off x="6803113" y="1225195"/>
                <a:ext cx="586898" cy="237752"/>
              </a:xfrm>
              <a:custGeom>
                <a:avLst/>
                <a:gdLst/>
                <a:ahLst/>
                <a:cxnLst/>
                <a:rect l="l" t="t" r="r" b="b"/>
                <a:pathLst>
                  <a:path w="32128" h="13015" extrusionOk="0">
                    <a:moveTo>
                      <a:pt x="15073" y="0"/>
                    </a:moveTo>
                    <a:cubicBezTo>
                      <a:pt x="12504" y="0"/>
                      <a:pt x="9281" y="590"/>
                      <a:pt x="7468" y="1706"/>
                    </a:cubicBezTo>
                    <a:cubicBezTo>
                      <a:pt x="5139" y="3184"/>
                      <a:pt x="1701" y="7843"/>
                      <a:pt x="1701" y="7843"/>
                    </a:cubicBezTo>
                    <a:cubicBezTo>
                      <a:pt x="1035" y="8989"/>
                      <a:pt x="481" y="10246"/>
                      <a:pt x="0" y="11540"/>
                    </a:cubicBezTo>
                    <a:cubicBezTo>
                      <a:pt x="0" y="11540"/>
                      <a:pt x="6100" y="11762"/>
                      <a:pt x="8097" y="11873"/>
                    </a:cubicBezTo>
                    <a:cubicBezTo>
                      <a:pt x="15372" y="12205"/>
                      <a:pt x="22408" y="13014"/>
                      <a:pt x="29661" y="13014"/>
                    </a:cubicBezTo>
                    <a:cubicBezTo>
                      <a:pt x="30480" y="13014"/>
                      <a:pt x="31302" y="13004"/>
                      <a:pt x="32128" y="12982"/>
                    </a:cubicBezTo>
                    <a:cubicBezTo>
                      <a:pt x="31721" y="11614"/>
                      <a:pt x="31425" y="9691"/>
                      <a:pt x="30538" y="8434"/>
                    </a:cubicBezTo>
                    <a:cubicBezTo>
                      <a:pt x="28985" y="6105"/>
                      <a:pt x="26767" y="3591"/>
                      <a:pt x="24401" y="2038"/>
                    </a:cubicBezTo>
                    <a:cubicBezTo>
                      <a:pt x="22256" y="596"/>
                      <a:pt x="19779" y="670"/>
                      <a:pt x="17302" y="190"/>
                    </a:cubicBezTo>
                    <a:cubicBezTo>
                      <a:pt x="16676" y="63"/>
                      <a:pt x="15909" y="0"/>
                      <a:pt x="15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53"/>
              <p:cNvSpPr/>
              <p:nvPr/>
            </p:nvSpPr>
            <p:spPr>
              <a:xfrm>
                <a:off x="7007746" y="998934"/>
                <a:ext cx="215940" cy="212195"/>
              </a:xfrm>
              <a:custGeom>
                <a:avLst/>
                <a:gdLst/>
                <a:ahLst/>
                <a:cxnLst/>
                <a:rect l="l" t="t" r="r" b="b"/>
                <a:pathLst>
                  <a:path w="11821" h="11616" extrusionOk="0">
                    <a:moveTo>
                      <a:pt x="4684" y="1"/>
                    </a:moveTo>
                    <a:cubicBezTo>
                      <a:pt x="3148" y="1"/>
                      <a:pt x="1886" y="460"/>
                      <a:pt x="1886" y="1632"/>
                    </a:cubicBezTo>
                    <a:lnTo>
                      <a:pt x="1886" y="1374"/>
                    </a:lnTo>
                    <a:lnTo>
                      <a:pt x="1886" y="1374"/>
                    </a:lnTo>
                    <a:cubicBezTo>
                      <a:pt x="0" y="4405"/>
                      <a:pt x="185" y="11504"/>
                      <a:pt x="4880" y="11615"/>
                    </a:cubicBezTo>
                    <a:cubicBezTo>
                      <a:pt x="4901" y="11615"/>
                      <a:pt x="4921" y="11615"/>
                      <a:pt x="4942" y="11615"/>
                    </a:cubicBezTo>
                    <a:cubicBezTo>
                      <a:pt x="8758" y="11615"/>
                      <a:pt x="11821" y="4759"/>
                      <a:pt x="9945" y="1854"/>
                    </a:cubicBezTo>
                    <a:cubicBezTo>
                      <a:pt x="9269" y="819"/>
                      <a:pt x="6733" y="1"/>
                      <a:pt x="46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53"/>
              <p:cNvSpPr/>
              <p:nvPr/>
            </p:nvSpPr>
            <p:spPr>
              <a:xfrm>
                <a:off x="7007746" y="948753"/>
                <a:ext cx="230682" cy="165193"/>
              </a:xfrm>
              <a:custGeom>
                <a:avLst/>
                <a:gdLst/>
                <a:ahLst/>
                <a:cxnLst/>
                <a:rect l="l" t="t" r="r" b="b"/>
                <a:pathLst>
                  <a:path w="12628" h="9043" extrusionOk="0">
                    <a:moveTo>
                      <a:pt x="4759" y="0"/>
                    </a:moveTo>
                    <a:cubicBezTo>
                      <a:pt x="2725" y="0"/>
                      <a:pt x="180" y="2695"/>
                      <a:pt x="74" y="4712"/>
                    </a:cubicBezTo>
                    <a:cubicBezTo>
                      <a:pt x="0" y="5895"/>
                      <a:pt x="74" y="7041"/>
                      <a:pt x="296" y="8187"/>
                    </a:cubicBezTo>
                    <a:cubicBezTo>
                      <a:pt x="478" y="8803"/>
                      <a:pt x="654" y="9043"/>
                      <a:pt x="830" y="9043"/>
                    </a:cubicBezTo>
                    <a:cubicBezTo>
                      <a:pt x="1118" y="9043"/>
                      <a:pt x="1402" y="8396"/>
                      <a:pt x="1701" y="7707"/>
                    </a:cubicBezTo>
                    <a:cubicBezTo>
                      <a:pt x="2579" y="5401"/>
                      <a:pt x="2914" y="3603"/>
                      <a:pt x="5719" y="3603"/>
                    </a:cubicBezTo>
                    <a:cubicBezTo>
                      <a:pt x="5747" y="3603"/>
                      <a:pt x="5776" y="3603"/>
                      <a:pt x="5805" y="3603"/>
                    </a:cubicBezTo>
                    <a:cubicBezTo>
                      <a:pt x="7136" y="3603"/>
                      <a:pt x="8245" y="3677"/>
                      <a:pt x="9354" y="4416"/>
                    </a:cubicBezTo>
                    <a:cubicBezTo>
                      <a:pt x="10870" y="5378"/>
                      <a:pt x="10056" y="5747"/>
                      <a:pt x="10463" y="7152"/>
                    </a:cubicBezTo>
                    <a:cubicBezTo>
                      <a:pt x="10537" y="7337"/>
                      <a:pt x="10537" y="7596"/>
                      <a:pt x="10611" y="7818"/>
                    </a:cubicBezTo>
                    <a:cubicBezTo>
                      <a:pt x="10661" y="7821"/>
                      <a:pt x="10710" y="7823"/>
                      <a:pt x="10756" y="7823"/>
                    </a:cubicBezTo>
                    <a:cubicBezTo>
                      <a:pt x="12628" y="7823"/>
                      <a:pt x="11569" y="4986"/>
                      <a:pt x="11461" y="4121"/>
                    </a:cubicBezTo>
                    <a:cubicBezTo>
                      <a:pt x="11239" y="2716"/>
                      <a:pt x="10685" y="1533"/>
                      <a:pt x="9391" y="867"/>
                    </a:cubicBezTo>
                    <a:lnTo>
                      <a:pt x="5028" y="17"/>
                    </a:lnTo>
                    <a:cubicBezTo>
                      <a:pt x="4940" y="6"/>
                      <a:pt x="4850" y="0"/>
                      <a:pt x="47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53"/>
              <p:cNvSpPr/>
              <p:nvPr/>
            </p:nvSpPr>
            <p:spPr>
              <a:xfrm>
                <a:off x="6981404" y="938103"/>
                <a:ext cx="264075" cy="156169"/>
              </a:xfrm>
              <a:custGeom>
                <a:avLst/>
                <a:gdLst/>
                <a:ahLst/>
                <a:cxnLst/>
                <a:rect l="l" t="t" r="r" b="b"/>
                <a:pathLst>
                  <a:path w="14456" h="8549" extrusionOk="0">
                    <a:moveTo>
                      <a:pt x="7162" y="0"/>
                    </a:moveTo>
                    <a:cubicBezTo>
                      <a:pt x="3394" y="0"/>
                      <a:pt x="252" y="2932"/>
                      <a:pt x="0" y="6700"/>
                    </a:cubicBezTo>
                    <a:lnTo>
                      <a:pt x="0" y="6774"/>
                    </a:lnTo>
                    <a:lnTo>
                      <a:pt x="1220" y="6848"/>
                    </a:lnTo>
                    <a:cubicBezTo>
                      <a:pt x="1220" y="6811"/>
                      <a:pt x="1220" y="6774"/>
                      <a:pt x="1220" y="6774"/>
                    </a:cubicBezTo>
                    <a:cubicBezTo>
                      <a:pt x="1400" y="3575"/>
                      <a:pt x="4027" y="1074"/>
                      <a:pt x="7196" y="1074"/>
                    </a:cubicBezTo>
                    <a:cubicBezTo>
                      <a:pt x="7287" y="1074"/>
                      <a:pt x="7377" y="1076"/>
                      <a:pt x="7468" y="1081"/>
                    </a:cubicBezTo>
                    <a:cubicBezTo>
                      <a:pt x="10759" y="1228"/>
                      <a:pt x="13310" y="4038"/>
                      <a:pt x="13125" y="7329"/>
                    </a:cubicBezTo>
                    <a:cubicBezTo>
                      <a:pt x="13125" y="7329"/>
                      <a:pt x="14123" y="8549"/>
                      <a:pt x="14123" y="8549"/>
                    </a:cubicBezTo>
                    <a:lnTo>
                      <a:pt x="14382" y="7366"/>
                    </a:lnTo>
                    <a:cubicBezTo>
                      <a:pt x="14456" y="3447"/>
                      <a:pt x="11424" y="193"/>
                      <a:pt x="7505" y="8"/>
                    </a:cubicBezTo>
                    <a:cubicBezTo>
                      <a:pt x="7390" y="3"/>
                      <a:pt x="7276" y="0"/>
                      <a:pt x="71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53"/>
              <p:cNvSpPr/>
              <p:nvPr/>
            </p:nvSpPr>
            <p:spPr>
              <a:xfrm>
                <a:off x="6928374" y="1028619"/>
                <a:ext cx="106408" cy="123744"/>
              </a:xfrm>
              <a:custGeom>
                <a:avLst/>
                <a:gdLst/>
                <a:ahLst/>
                <a:cxnLst/>
                <a:rect l="l" t="t" r="r" b="b"/>
                <a:pathLst>
                  <a:path w="5825" h="6774" extrusionOk="0">
                    <a:moveTo>
                      <a:pt x="5107" y="1"/>
                    </a:moveTo>
                    <a:cubicBezTo>
                      <a:pt x="2412" y="1"/>
                      <a:pt x="1" y="3612"/>
                      <a:pt x="2238" y="5849"/>
                    </a:cubicBezTo>
                    <a:cubicBezTo>
                      <a:pt x="2719" y="6366"/>
                      <a:pt x="3421" y="6699"/>
                      <a:pt x="4160" y="6773"/>
                    </a:cubicBezTo>
                    <a:cubicBezTo>
                      <a:pt x="5270" y="6736"/>
                      <a:pt x="5011" y="6403"/>
                      <a:pt x="5196" y="5257"/>
                    </a:cubicBezTo>
                    <a:cubicBezTo>
                      <a:pt x="5417" y="3705"/>
                      <a:pt x="5676" y="1967"/>
                      <a:pt x="5824" y="451"/>
                    </a:cubicBezTo>
                    <a:lnTo>
                      <a:pt x="5306" y="7"/>
                    </a:lnTo>
                    <a:cubicBezTo>
                      <a:pt x="5240" y="3"/>
                      <a:pt x="5174" y="1"/>
                      <a:pt x="51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53"/>
              <p:cNvSpPr/>
              <p:nvPr/>
            </p:nvSpPr>
            <p:spPr>
              <a:xfrm>
                <a:off x="7175898" y="1057573"/>
                <a:ext cx="66877" cy="115487"/>
              </a:xfrm>
              <a:custGeom>
                <a:avLst/>
                <a:gdLst/>
                <a:ahLst/>
                <a:cxnLst/>
                <a:rect l="l" t="t" r="r" b="b"/>
                <a:pathLst>
                  <a:path w="3661" h="6322" extrusionOk="0">
                    <a:moveTo>
                      <a:pt x="1790" y="0"/>
                    </a:moveTo>
                    <a:cubicBezTo>
                      <a:pt x="1544" y="0"/>
                      <a:pt x="1331" y="107"/>
                      <a:pt x="1221" y="382"/>
                    </a:cubicBezTo>
                    <a:lnTo>
                      <a:pt x="1" y="6260"/>
                    </a:lnTo>
                    <a:cubicBezTo>
                      <a:pt x="171" y="6302"/>
                      <a:pt x="335" y="6321"/>
                      <a:pt x="494" y="6321"/>
                    </a:cubicBezTo>
                    <a:cubicBezTo>
                      <a:pt x="2027" y="6321"/>
                      <a:pt x="3023" y="4502"/>
                      <a:pt x="3291" y="3229"/>
                    </a:cubicBezTo>
                    <a:cubicBezTo>
                      <a:pt x="3476" y="2341"/>
                      <a:pt x="3661" y="1380"/>
                      <a:pt x="2996" y="604"/>
                    </a:cubicBezTo>
                    <a:cubicBezTo>
                      <a:pt x="2717" y="302"/>
                      <a:pt x="2206" y="0"/>
                      <a:pt x="17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53"/>
              <p:cNvSpPr/>
              <p:nvPr/>
            </p:nvSpPr>
            <p:spPr>
              <a:xfrm>
                <a:off x="7033412" y="1140379"/>
                <a:ext cx="146560" cy="155584"/>
              </a:xfrm>
              <a:custGeom>
                <a:avLst/>
                <a:gdLst/>
                <a:ahLst/>
                <a:cxnLst/>
                <a:rect l="l" t="t" r="r" b="b"/>
                <a:pathLst>
                  <a:path w="8023" h="8517" extrusionOk="0">
                    <a:moveTo>
                      <a:pt x="740" y="729"/>
                    </a:moveTo>
                    <a:cubicBezTo>
                      <a:pt x="796" y="729"/>
                      <a:pt x="829" y="746"/>
                      <a:pt x="850" y="773"/>
                    </a:cubicBezTo>
                    <a:lnTo>
                      <a:pt x="850" y="773"/>
                    </a:lnTo>
                    <a:cubicBezTo>
                      <a:pt x="813" y="759"/>
                      <a:pt x="776" y="745"/>
                      <a:pt x="740" y="729"/>
                    </a:cubicBezTo>
                    <a:close/>
                    <a:moveTo>
                      <a:pt x="6537" y="0"/>
                    </a:moveTo>
                    <a:cubicBezTo>
                      <a:pt x="5052" y="0"/>
                      <a:pt x="3307" y="930"/>
                      <a:pt x="1807" y="930"/>
                    </a:cubicBezTo>
                    <a:cubicBezTo>
                      <a:pt x="1496" y="930"/>
                      <a:pt x="1196" y="891"/>
                      <a:pt x="911" y="794"/>
                    </a:cubicBezTo>
                    <a:lnTo>
                      <a:pt x="911" y="794"/>
                    </a:lnTo>
                    <a:lnTo>
                      <a:pt x="740" y="138"/>
                    </a:lnTo>
                    <a:cubicBezTo>
                      <a:pt x="629" y="2799"/>
                      <a:pt x="0" y="5942"/>
                      <a:pt x="518" y="7014"/>
                    </a:cubicBezTo>
                    <a:cubicBezTo>
                      <a:pt x="887" y="7861"/>
                      <a:pt x="3054" y="8516"/>
                      <a:pt x="4937" y="8516"/>
                    </a:cubicBezTo>
                    <a:cubicBezTo>
                      <a:pt x="6260" y="8516"/>
                      <a:pt x="7444" y="8193"/>
                      <a:pt x="7764" y="7384"/>
                    </a:cubicBezTo>
                    <a:cubicBezTo>
                      <a:pt x="8023" y="6718"/>
                      <a:pt x="7025" y="4722"/>
                      <a:pt x="6951" y="3872"/>
                    </a:cubicBezTo>
                    <a:cubicBezTo>
                      <a:pt x="6840" y="2615"/>
                      <a:pt x="6951" y="1321"/>
                      <a:pt x="6951" y="27"/>
                    </a:cubicBezTo>
                    <a:cubicBezTo>
                      <a:pt x="6815" y="8"/>
                      <a:pt x="6677" y="0"/>
                      <a:pt x="65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53"/>
              <p:cNvSpPr/>
              <p:nvPr/>
            </p:nvSpPr>
            <p:spPr>
              <a:xfrm>
                <a:off x="6759217" y="1327932"/>
                <a:ext cx="243816" cy="164133"/>
              </a:xfrm>
              <a:custGeom>
                <a:avLst/>
                <a:gdLst/>
                <a:ahLst/>
                <a:cxnLst/>
                <a:rect l="l" t="t" r="r" b="b"/>
                <a:pathLst>
                  <a:path w="13347" h="8985" extrusionOk="0">
                    <a:moveTo>
                      <a:pt x="629" y="0"/>
                    </a:moveTo>
                    <a:lnTo>
                      <a:pt x="0" y="8504"/>
                    </a:lnTo>
                    <a:lnTo>
                      <a:pt x="12977" y="8984"/>
                    </a:lnTo>
                    <a:lnTo>
                      <a:pt x="13346" y="1036"/>
                    </a:lnTo>
                    <a:lnTo>
                      <a:pt x="62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53"/>
              <p:cNvSpPr/>
              <p:nvPr/>
            </p:nvSpPr>
            <p:spPr>
              <a:xfrm>
                <a:off x="7034764" y="1346839"/>
                <a:ext cx="244492" cy="158050"/>
              </a:xfrm>
              <a:custGeom>
                <a:avLst/>
                <a:gdLst/>
                <a:ahLst/>
                <a:cxnLst/>
                <a:rect l="l" t="t" r="r" b="b"/>
                <a:pathLst>
                  <a:path w="13384" h="8652" extrusionOk="0">
                    <a:moveTo>
                      <a:pt x="259" y="1"/>
                    </a:moveTo>
                    <a:lnTo>
                      <a:pt x="0" y="8134"/>
                    </a:lnTo>
                    <a:lnTo>
                      <a:pt x="12977" y="8652"/>
                    </a:lnTo>
                    <a:lnTo>
                      <a:pt x="13383" y="666"/>
                    </a:lnTo>
                    <a:lnTo>
                      <a:pt x="2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53"/>
              <p:cNvSpPr/>
              <p:nvPr/>
            </p:nvSpPr>
            <p:spPr>
              <a:xfrm>
                <a:off x="7300848" y="1359681"/>
                <a:ext cx="160754" cy="154671"/>
              </a:xfrm>
              <a:custGeom>
                <a:avLst/>
                <a:gdLst/>
                <a:ahLst/>
                <a:cxnLst/>
                <a:rect l="l" t="t" r="r" b="b"/>
                <a:pathLst>
                  <a:path w="8800" h="8467" extrusionOk="0">
                    <a:moveTo>
                      <a:pt x="666" y="0"/>
                    </a:moveTo>
                    <a:lnTo>
                      <a:pt x="0" y="7912"/>
                    </a:lnTo>
                    <a:lnTo>
                      <a:pt x="7949" y="8466"/>
                    </a:lnTo>
                    <a:lnTo>
                      <a:pt x="8799" y="666"/>
                    </a:lnTo>
                    <a:lnTo>
                      <a:pt x="6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53"/>
              <p:cNvSpPr/>
              <p:nvPr/>
            </p:nvSpPr>
            <p:spPr>
              <a:xfrm>
                <a:off x="5821126" y="1890516"/>
                <a:ext cx="1215666" cy="958350"/>
              </a:xfrm>
              <a:custGeom>
                <a:avLst/>
                <a:gdLst/>
                <a:ahLst/>
                <a:cxnLst/>
                <a:rect l="l" t="t" r="r" b="b"/>
                <a:pathLst>
                  <a:path w="66548" h="52462" extrusionOk="0">
                    <a:moveTo>
                      <a:pt x="64515" y="0"/>
                    </a:moveTo>
                    <a:lnTo>
                      <a:pt x="1" y="1738"/>
                    </a:lnTo>
                    <a:lnTo>
                      <a:pt x="1701" y="52462"/>
                    </a:lnTo>
                    <a:lnTo>
                      <a:pt x="66548" y="43773"/>
                    </a:lnTo>
                    <a:lnTo>
                      <a:pt x="645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53"/>
              <p:cNvSpPr/>
              <p:nvPr/>
            </p:nvSpPr>
            <p:spPr>
              <a:xfrm>
                <a:off x="5869078" y="1924274"/>
                <a:ext cx="1129900" cy="872584"/>
              </a:xfrm>
              <a:custGeom>
                <a:avLst/>
                <a:gdLst/>
                <a:ahLst/>
                <a:cxnLst/>
                <a:rect l="l" t="t" r="r" b="b"/>
                <a:pathLst>
                  <a:path w="61853" h="47767" extrusionOk="0">
                    <a:moveTo>
                      <a:pt x="59745" y="1"/>
                    </a:moveTo>
                    <a:lnTo>
                      <a:pt x="1" y="3476"/>
                    </a:lnTo>
                    <a:lnTo>
                      <a:pt x="1590" y="47767"/>
                    </a:lnTo>
                    <a:lnTo>
                      <a:pt x="61853" y="40188"/>
                    </a:lnTo>
                    <a:lnTo>
                      <a:pt x="5974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53"/>
              <p:cNvSpPr/>
              <p:nvPr/>
            </p:nvSpPr>
            <p:spPr>
              <a:xfrm>
                <a:off x="5896771" y="2266680"/>
                <a:ext cx="1066420" cy="530854"/>
              </a:xfrm>
              <a:custGeom>
                <a:avLst/>
                <a:gdLst/>
                <a:ahLst/>
                <a:cxnLst/>
                <a:rect l="l" t="t" r="r" b="b"/>
                <a:pathLst>
                  <a:path w="58378" h="29060" extrusionOk="0">
                    <a:moveTo>
                      <a:pt x="26804" y="1"/>
                    </a:moveTo>
                    <a:lnTo>
                      <a:pt x="1" y="29060"/>
                    </a:lnTo>
                    <a:lnTo>
                      <a:pt x="1" y="29060"/>
                    </a:lnTo>
                    <a:lnTo>
                      <a:pt x="58377" y="21740"/>
                    </a:lnTo>
                    <a:lnTo>
                      <a:pt x="3419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53"/>
              <p:cNvSpPr/>
              <p:nvPr/>
            </p:nvSpPr>
            <p:spPr>
              <a:xfrm>
                <a:off x="5749535" y="2266680"/>
                <a:ext cx="636896" cy="658507"/>
              </a:xfrm>
              <a:custGeom>
                <a:avLst/>
                <a:gdLst/>
                <a:ahLst/>
                <a:cxnLst/>
                <a:rect l="l" t="t" r="r" b="b"/>
                <a:pathLst>
                  <a:path w="34865" h="36048" extrusionOk="0">
                    <a:moveTo>
                      <a:pt x="33607" y="1"/>
                    </a:moveTo>
                    <a:lnTo>
                      <a:pt x="1" y="33459"/>
                    </a:lnTo>
                    <a:lnTo>
                      <a:pt x="3070" y="36047"/>
                    </a:lnTo>
                    <a:lnTo>
                      <a:pt x="348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53"/>
              <p:cNvSpPr/>
              <p:nvPr/>
            </p:nvSpPr>
            <p:spPr>
              <a:xfrm>
                <a:off x="6778799" y="2134314"/>
                <a:ext cx="104015" cy="515326"/>
              </a:xfrm>
              <a:custGeom>
                <a:avLst/>
                <a:gdLst/>
                <a:ahLst/>
                <a:cxnLst/>
                <a:rect l="l" t="t" r="r" b="b"/>
                <a:pathLst>
                  <a:path w="5694" h="28210" extrusionOk="0">
                    <a:moveTo>
                      <a:pt x="4215" y="1"/>
                    </a:moveTo>
                    <a:lnTo>
                      <a:pt x="0" y="28209"/>
                    </a:lnTo>
                    <a:lnTo>
                      <a:pt x="1960" y="28172"/>
                    </a:lnTo>
                    <a:lnTo>
                      <a:pt x="5694" y="1"/>
                    </a:lnTo>
                    <a:close/>
                  </a:path>
                </a:pathLst>
              </a:custGeom>
              <a:solidFill>
                <a:srgbClr val="400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53"/>
              <p:cNvSpPr/>
              <p:nvPr/>
            </p:nvSpPr>
            <p:spPr>
              <a:xfrm>
                <a:off x="6740292" y="2199821"/>
                <a:ext cx="81071" cy="301231"/>
              </a:xfrm>
              <a:custGeom>
                <a:avLst/>
                <a:gdLst/>
                <a:ahLst/>
                <a:cxnLst/>
                <a:rect l="l" t="t" r="r" b="b"/>
                <a:pathLst>
                  <a:path w="4438" h="16490" extrusionOk="0">
                    <a:moveTo>
                      <a:pt x="4437" y="1"/>
                    </a:moveTo>
                    <a:lnTo>
                      <a:pt x="3032" y="75"/>
                    </a:lnTo>
                    <a:lnTo>
                      <a:pt x="1" y="16490"/>
                    </a:lnTo>
                    <a:lnTo>
                      <a:pt x="1" y="16490"/>
                    </a:lnTo>
                    <a:lnTo>
                      <a:pt x="1886" y="16342"/>
                    </a:lnTo>
                    <a:lnTo>
                      <a:pt x="4437" y="1"/>
                    </a:lnTo>
                    <a:close/>
                  </a:path>
                </a:pathLst>
              </a:custGeom>
              <a:solidFill>
                <a:srgbClr val="400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53"/>
              <p:cNvSpPr/>
              <p:nvPr/>
            </p:nvSpPr>
            <p:spPr>
              <a:xfrm>
                <a:off x="6041980" y="2232246"/>
                <a:ext cx="36480" cy="262047"/>
              </a:xfrm>
              <a:custGeom>
                <a:avLst/>
                <a:gdLst/>
                <a:ahLst/>
                <a:cxnLst/>
                <a:rect l="l" t="t" r="r" b="b"/>
                <a:pathLst>
                  <a:path w="1997" h="14345" extrusionOk="0">
                    <a:moveTo>
                      <a:pt x="0" y="0"/>
                    </a:moveTo>
                    <a:lnTo>
                      <a:pt x="703" y="14345"/>
                    </a:lnTo>
                    <a:lnTo>
                      <a:pt x="1997" y="14345"/>
                    </a:lnTo>
                    <a:lnTo>
                      <a:pt x="1405" y="0"/>
                    </a:lnTo>
                    <a:close/>
                  </a:path>
                </a:pathLst>
              </a:custGeom>
              <a:solidFill>
                <a:srgbClr val="400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53"/>
              <p:cNvSpPr/>
              <p:nvPr/>
            </p:nvSpPr>
            <p:spPr>
              <a:xfrm>
                <a:off x="5973093" y="2232922"/>
                <a:ext cx="49998" cy="418070"/>
              </a:xfrm>
              <a:custGeom>
                <a:avLst/>
                <a:gdLst/>
                <a:ahLst/>
                <a:cxnLst/>
                <a:rect l="l" t="t" r="r" b="b"/>
                <a:pathLst>
                  <a:path w="2737" h="22886" extrusionOk="0">
                    <a:moveTo>
                      <a:pt x="0" y="0"/>
                    </a:moveTo>
                    <a:lnTo>
                      <a:pt x="1220" y="22885"/>
                    </a:lnTo>
                    <a:lnTo>
                      <a:pt x="2736" y="22885"/>
                    </a:lnTo>
                    <a:lnTo>
                      <a:pt x="1553" y="0"/>
                    </a:lnTo>
                    <a:close/>
                  </a:path>
                </a:pathLst>
              </a:custGeom>
              <a:solidFill>
                <a:srgbClr val="400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53"/>
              <p:cNvSpPr/>
              <p:nvPr/>
            </p:nvSpPr>
            <p:spPr>
              <a:xfrm>
                <a:off x="6391821" y="2134314"/>
                <a:ext cx="545705" cy="272862"/>
              </a:xfrm>
              <a:custGeom>
                <a:avLst/>
                <a:gdLst/>
                <a:ahLst/>
                <a:cxnLst/>
                <a:rect l="l" t="t" r="r" b="b"/>
                <a:pathLst>
                  <a:path w="29873" h="14937" extrusionOk="0">
                    <a:moveTo>
                      <a:pt x="29872" y="1"/>
                    </a:moveTo>
                    <a:lnTo>
                      <a:pt x="0" y="2219"/>
                    </a:lnTo>
                    <a:lnTo>
                      <a:pt x="1331" y="14937"/>
                    </a:lnTo>
                    <a:lnTo>
                      <a:pt x="29761" y="12829"/>
                    </a:lnTo>
                    <a:lnTo>
                      <a:pt x="298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53"/>
              <p:cNvSpPr/>
              <p:nvPr/>
            </p:nvSpPr>
            <p:spPr>
              <a:xfrm>
                <a:off x="6282398" y="2320716"/>
                <a:ext cx="545723" cy="272862"/>
              </a:xfrm>
              <a:custGeom>
                <a:avLst/>
                <a:gdLst/>
                <a:ahLst/>
                <a:cxnLst/>
                <a:rect l="l" t="t" r="r" b="b"/>
                <a:pathLst>
                  <a:path w="29874" h="14937" extrusionOk="0">
                    <a:moveTo>
                      <a:pt x="29873" y="0"/>
                    </a:moveTo>
                    <a:lnTo>
                      <a:pt x="1" y="2219"/>
                    </a:lnTo>
                    <a:lnTo>
                      <a:pt x="1332" y="14937"/>
                    </a:lnTo>
                    <a:lnTo>
                      <a:pt x="29725" y="12829"/>
                    </a:lnTo>
                    <a:lnTo>
                      <a:pt x="298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53"/>
              <p:cNvSpPr/>
              <p:nvPr/>
            </p:nvSpPr>
            <p:spPr>
              <a:xfrm>
                <a:off x="5903530" y="2055289"/>
                <a:ext cx="455208" cy="234372"/>
              </a:xfrm>
              <a:custGeom>
                <a:avLst/>
                <a:gdLst/>
                <a:ahLst/>
                <a:cxnLst/>
                <a:rect l="l" t="t" r="r" b="b"/>
                <a:pathLst>
                  <a:path w="24919" h="12830" extrusionOk="0">
                    <a:moveTo>
                      <a:pt x="24327" y="1"/>
                    </a:moveTo>
                    <a:lnTo>
                      <a:pt x="0" y="1739"/>
                    </a:lnTo>
                    <a:lnTo>
                      <a:pt x="592" y="12830"/>
                    </a:lnTo>
                    <a:lnTo>
                      <a:pt x="24918" y="11203"/>
                    </a:lnTo>
                    <a:lnTo>
                      <a:pt x="2432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53"/>
              <p:cNvSpPr/>
              <p:nvPr/>
            </p:nvSpPr>
            <p:spPr>
              <a:xfrm>
                <a:off x="5920410" y="2571949"/>
                <a:ext cx="345804" cy="155347"/>
              </a:xfrm>
              <a:custGeom>
                <a:avLst/>
                <a:gdLst/>
                <a:ahLst/>
                <a:cxnLst/>
                <a:rect l="l" t="t" r="r" b="b"/>
                <a:pathLst>
                  <a:path w="18930" h="8504" extrusionOk="0">
                    <a:moveTo>
                      <a:pt x="18671" y="1"/>
                    </a:moveTo>
                    <a:lnTo>
                      <a:pt x="1" y="925"/>
                    </a:lnTo>
                    <a:lnTo>
                      <a:pt x="259" y="8504"/>
                    </a:lnTo>
                    <a:lnTo>
                      <a:pt x="18929" y="7653"/>
                    </a:lnTo>
                    <a:lnTo>
                      <a:pt x="186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53"/>
              <p:cNvSpPr/>
              <p:nvPr/>
            </p:nvSpPr>
            <p:spPr>
              <a:xfrm>
                <a:off x="6993552" y="1864174"/>
                <a:ext cx="877991" cy="735486"/>
              </a:xfrm>
              <a:custGeom>
                <a:avLst/>
                <a:gdLst/>
                <a:ahLst/>
                <a:cxnLst/>
                <a:rect l="l" t="t" r="r" b="b"/>
                <a:pathLst>
                  <a:path w="48063" h="40262" extrusionOk="0">
                    <a:moveTo>
                      <a:pt x="47323" y="0"/>
                    </a:moveTo>
                    <a:lnTo>
                      <a:pt x="1" y="1442"/>
                    </a:lnTo>
                    <a:lnTo>
                      <a:pt x="1775" y="40261"/>
                    </a:lnTo>
                    <a:lnTo>
                      <a:pt x="48063" y="34716"/>
                    </a:lnTo>
                    <a:lnTo>
                      <a:pt x="4732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53"/>
              <p:cNvSpPr/>
              <p:nvPr/>
            </p:nvSpPr>
            <p:spPr>
              <a:xfrm>
                <a:off x="7050291" y="1899284"/>
                <a:ext cx="792207" cy="663896"/>
              </a:xfrm>
              <a:custGeom>
                <a:avLst/>
                <a:gdLst/>
                <a:ahLst/>
                <a:cxnLst/>
                <a:rect l="l" t="t" r="r" b="b"/>
                <a:pathLst>
                  <a:path w="43367" h="36343" extrusionOk="0">
                    <a:moveTo>
                      <a:pt x="42701" y="1"/>
                    </a:moveTo>
                    <a:lnTo>
                      <a:pt x="0" y="1295"/>
                    </a:lnTo>
                    <a:lnTo>
                      <a:pt x="1590" y="36343"/>
                    </a:lnTo>
                    <a:lnTo>
                      <a:pt x="43367" y="31352"/>
                    </a:lnTo>
                    <a:lnTo>
                      <a:pt x="4270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53"/>
              <p:cNvSpPr/>
              <p:nvPr/>
            </p:nvSpPr>
            <p:spPr>
              <a:xfrm>
                <a:off x="7467667" y="1959403"/>
                <a:ext cx="326221" cy="493022"/>
              </a:xfrm>
              <a:custGeom>
                <a:avLst/>
                <a:gdLst/>
                <a:ahLst/>
                <a:cxnLst/>
                <a:rect l="l" t="t" r="r" b="b"/>
                <a:pathLst>
                  <a:path w="17858" h="26989" extrusionOk="0">
                    <a:moveTo>
                      <a:pt x="16933" y="0"/>
                    </a:moveTo>
                    <a:lnTo>
                      <a:pt x="0" y="776"/>
                    </a:lnTo>
                    <a:lnTo>
                      <a:pt x="592" y="26989"/>
                    </a:lnTo>
                    <a:lnTo>
                      <a:pt x="17857" y="25584"/>
                    </a:lnTo>
                    <a:lnTo>
                      <a:pt x="1693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53"/>
              <p:cNvSpPr/>
              <p:nvPr/>
            </p:nvSpPr>
            <p:spPr>
              <a:xfrm>
                <a:off x="7338662" y="2075566"/>
                <a:ext cx="107413" cy="80377"/>
              </a:xfrm>
              <a:custGeom>
                <a:avLst/>
                <a:gdLst/>
                <a:ahLst/>
                <a:cxnLst/>
                <a:rect l="l" t="t" r="r" b="b"/>
                <a:pathLst>
                  <a:path w="5880" h="4400" extrusionOk="0">
                    <a:moveTo>
                      <a:pt x="5768" y="0"/>
                    </a:moveTo>
                    <a:lnTo>
                      <a:pt x="1" y="333"/>
                    </a:lnTo>
                    <a:lnTo>
                      <a:pt x="186" y="4400"/>
                    </a:lnTo>
                    <a:lnTo>
                      <a:pt x="5879" y="4104"/>
                    </a:lnTo>
                    <a:lnTo>
                      <a:pt x="57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53"/>
              <p:cNvSpPr/>
              <p:nvPr/>
            </p:nvSpPr>
            <p:spPr>
              <a:xfrm>
                <a:off x="7209675" y="1978310"/>
                <a:ext cx="106719" cy="84432"/>
              </a:xfrm>
              <a:custGeom>
                <a:avLst/>
                <a:gdLst/>
                <a:ahLst/>
                <a:cxnLst/>
                <a:rect l="l" t="t" r="r" b="b"/>
                <a:pathLst>
                  <a:path w="5842" h="4622" extrusionOk="0">
                    <a:moveTo>
                      <a:pt x="5583" y="0"/>
                    </a:moveTo>
                    <a:lnTo>
                      <a:pt x="0" y="74"/>
                    </a:lnTo>
                    <a:lnTo>
                      <a:pt x="222" y="4622"/>
                    </a:lnTo>
                    <a:lnTo>
                      <a:pt x="5842" y="4326"/>
                    </a:lnTo>
                    <a:lnTo>
                      <a:pt x="558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53"/>
              <p:cNvSpPr/>
              <p:nvPr/>
            </p:nvSpPr>
            <p:spPr>
              <a:xfrm>
                <a:off x="7215082" y="2082982"/>
                <a:ext cx="106719" cy="78368"/>
              </a:xfrm>
              <a:custGeom>
                <a:avLst/>
                <a:gdLst/>
                <a:ahLst/>
                <a:cxnLst/>
                <a:rect l="l" t="t" r="r" b="b"/>
                <a:pathLst>
                  <a:path w="5842" h="4290" extrusionOk="0">
                    <a:moveTo>
                      <a:pt x="5620" y="1"/>
                    </a:moveTo>
                    <a:lnTo>
                      <a:pt x="0" y="333"/>
                    </a:lnTo>
                    <a:lnTo>
                      <a:pt x="222" y="4289"/>
                    </a:lnTo>
                    <a:lnTo>
                      <a:pt x="5842" y="4031"/>
                    </a:lnTo>
                    <a:lnTo>
                      <a:pt x="562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53"/>
              <p:cNvSpPr/>
              <p:nvPr/>
            </p:nvSpPr>
            <p:spPr>
              <a:xfrm>
                <a:off x="7220471" y="2182266"/>
                <a:ext cx="107413" cy="83756"/>
              </a:xfrm>
              <a:custGeom>
                <a:avLst/>
                <a:gdLst/>
                <a:ahLst/>
                <a:cxnLst/>
                <a:rect l="l" t="t" r="r" b="b"/>
                <a:pathLst>
                  <a:path w="5880" h="4585" extrusionOk="0">
                    <a:moveTo>
                      <a:pt x="5621" y="0"/>
                    </a:moveTo>
                    <a:lnTo>
                      <a:pt x="1" y="333"/>
                    </a:lnTo>
                    <a:lnTo>
                      <a:pt x="186" y="4585"/>
                    </a:lnTo>
                    <a:lnTo>
                      <a:pt x="5879" y="4326"/>
                    </a:lnTo>
                    <a:lnTo>
                      <a:pt x="562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53"/>
              <p:cNvSpPr/>
              <p:nvPr/>
            </p:nvSpPr>
            <p:spPr>
              <a:xfrm>
                <a:off x="7225202" y="2286263"/>
                <a:ext cx="113478" cy="186420"/>
              </a:xfrm>
              <a:custGeom>
                <a:avLst/>
                <a:gdLst/>
                <a:ahLst/>
                <a:cxnLst/>
                <a:rect l="l" t="t" r="r" b="b"/>
                <a:pathLst>
                  <a:path w="6212" h="10205" extrusionOk="0">
                    <a:moveTo>
                      <a:pt x="5694" y="1"/>
                    </a:moveTo>
                    <a:lnTo>
                      <a:pt x="1" y="371"/>
                    </a:lnTo>
                    <a:lnTo>
                      <a:pt x="518" y="10205"/>
                    </a:lnTo>
                    <a:lnTo>
                      <a:pt x="6212" y="9687"/>
                    </a:lnTo>
                    <a:lnTo>
                      <a:pt x="569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53"/>
              <p:cNvSpPr/>
              <p:nvPr/>
            </p:nvSpPr>
            <p:spPr>
              <a:xfrm>
                <a:off x="7114446" y="2090417"/>
                <a:ext cx="83756" cy="76340"/>
              </a:xfrm>
              <a:custGeom>
                <a:avLst/>
                <a:gdLst/>
                <a:ahLst/>
                <a:cxnLst/>
                <a:rect l="l" t="t" r="r" b="b"/>
                <a:pathLst>
                  <a:path w="4585" h="4179" extrusionOk="0">
                    <a:moveTo>
                      <a:pt x="4363" y="0"/>
                    </a:moveTo>
                    <a:lnTo>
                      <a:pt x="1" y="296"/>
                    </a:lnTo>
                    <a:lnTo>
                      <a:pt x="148" y="4178"/>
                    </a:lnTo>
                    <a:lnTo>
                      <a:pt x="4585" y="3956"/>
                    </a:lnTo>
                    <a:lnTo>
                      <a:pt x="436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53"/>
              <p:cNvSpPr/>
              <p:nvPr/>
            </p:nvSpPr>
            <p:spPr>
              <a:xfrm>
                <a:off x="7118502" y="2189701"/>
                <a:ext cx="85784" cy="81729"/>
              </a:xfrm>
              <a:custGeom>
                <a:avLst/>
                <a:gdLst/>
                <a:ahLst/>
                <a:cxnLst/>
                <a:rect l="l" t="t" r="r" b="b"/>
                <a:pathLst>
                  <a:path w="4696" h="4474" extrusionOk="0">
                    <a:moveTo>
                      <a:pt x="4474" y="0"/>
                    </a:moveTo>
                    <a:lnTo>
                      <a:pt x="0" y="259"/>
                    </a:lnTo>
                    <a:lnTo>
                      <a:pt x="185" y="4474"/>
                    </a:lnTo>
                    <a:lnTo>
                      <a:pt x="4696" y="4252"/>
                    </a:lnTo>
                    <a:lnTo>
                      <a:pt x="447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3"/>
              <p:cNvSpPr/>
              <p:nvPr/>
            </p:nvSpPr>
            <p:spPr>
              <a:xfrm>
                <a:off x="7348800" y="2279522"/>
                <a:ext cx="104691" cy="181689"/>
              </a:xfrm>
              <a:custGeom>
                <a:avLst/>
                <a:gdLst/>
                <a:ahLst/>
                <a:cxnLst/>
                <a:rect l="l" t="t" r="r" b="b"/>
                <a:pathLst>
                  <a:path w="5731" h="9946" extrusionOk="0">
                    <a:moveTo>
                      <a:pt x="5509" y="0"/>
                    </a:moveTo>
                    <a:lnTo>
                      <a:pt x="0" y="333"/>
                    </a:lnTo>
                    <a:lnTo>
                      <a:pt x="481" y="9945"/>
                    </a:lnTo>
                    <a:lnTo>
                      <a:pt x="5731" y="9465"/>
                    </a:lnTo>
                    <a:lnTo>
                      <a:pt x="550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53"/>
              <p:cNvSpPr/>
              <p:nvPr/>
            </p:nvSpPr>
            <p:spPr>
              <a:xfrm>
                <a:off x="7343393" y="2174831"/>
                <a:ext cx="105385" cy="85127"/>
              </a:xfrm>
              <a:custGeom>
                <a:avLst/>
                <a:gdLst/>
                <a:ahLst/>
                <a:cxnLst/>
                <a:rect l="l" t="t" r="r" b="b"/>
                <a:pathLst>
                  <a:path w="5769" h="4660" extrusionOk="0">
                    <a:moveTo>
                      <a:pt x="5657" y="1"/>
                    </a:moveTo>
                    <a:lnTo>
                      <a:pt x="1" y="333"/>
                    </a:lnTo>
                    <a:lnTo>
                      <a:pt x="222" y="4659"/>
                    </a:lnTo>
                    <a:lnTo>
                      <a:pt x="5768" y="4400"/>
                    </a:lnTo>
                    <a:lnTo>
                      <a:pt x="565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53"/>
              <p:cNvSpPr/>
              <p:nvPr/>
            </p:nvSpPr>
            <p:spPr>
              <a:xfrm>
                <a:off x="7123233" y="2293698"/>
                <a:ext cx="92543" cy="187772"/>
              </a:xfrm>
              <a:custGeom>
                <a:avLst/>
                <a:gdLst/>
                <a:ahLst/>
                <a:cxnLst/>
                <a:rect l="l" t="t" r="r" b="b"/>
                <a:pathLst>
                  <a:path w="5066" h="10279" extrusionOk="0">
                    <a:moveTo>
                      <a:pt x="4511" y="1"/>
                    </a:moveTo>
                    <a:lnTo>
                      <a:pt x="0" y="296"/>
                    </a:lnTo>
                    <a:lnTo>
                      <a:pt x="444" y="10278"/>
                    </a:lnTo>
                    <a:lnTo>
                      <a:pt x="5065" y="9872"/>
                    </a:lnTo>
                    <a:lnTo>
                      <a:pt x="45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3"/>
              <p:cNvSpPr/>
              <p:nvPr/>
            </p:nvSpPr>
            <p:spPr>
              <a:xfrm>
                <a:off x="7109039" y="1979661"/>
                <a:ext cx="83775" cy="87812"/>
              </a:xfrm>
              <a:custGeom>
                <a:avLst/>
                <a:gdLst/>
                <a:ahLst/>
                <a:cxnLst/>
                <a:rect l="l" t="t" r="r" b="b"/>
                <a:pathLst>
                  <a:path w="4586" h="4807" extrusionOk="0">
                    <a:moveTo>
                      <a:pt x="4326" y="0"/>
                    </a:moveTo>
                    <a:lnTo>
                      <a:pt x="1" y="37"/>
                    </a:lnTo>
                    <a:lnTo>
                      <a:pt x="223" y="4806"/>
                    </a:lnTo>
                    <a:lnTo>
                      <a:pt x="4585" y="4585"/>
                    </a:lnTo>
                    <a:lnTo>
                      <a:pt x="432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3"/>
              <p:cNvSpPr/>
              <p:nvPr/>
            </p:nvSpPr>
            <p:spPr>
              <a:xfrm>
                <a:off x="7333273" y="1976958"/>
                <a:ext cx="110098" cy="79701"/>
              </a:xfrm>
              <a:custGeom>
                <a:avLst/>
                <a:gdLst/>
                <a:ahLst/>
                <a:cxnLst/>
                <a:rect l="l" t="t" r="r" b="b"/>
                <a:pathLst>
                  <a:path w="6027" h="4363" extrusionOk="0">
                    <a:moveTo>
                      <a:pt x="5915" y="0"/>
                    </a:moveTo>
                    <a:lnTo>
                      <a:pt x="0" y="74"/>
                    </a:lnTo>
                    <a:lnTo>
                      <a:pt x="222" y="4363"/>
                    </a:lnTo>
                    <a:lnTo>
                      <a:pt x="6026" y="4067"/>
                    </a:lnTo>
                    <a:lnTo>
                      <a:pt x="591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3"/>
              <p:cNvSpPr/>
              <p:nvPr/>
            </p:nvSpPr>
            <p:spPr>
              <a:xfrm>
                <a:off x="7479139" y="2038410"/>
                <a:ext cx="299203" cy="359998"/>
              </a:xfrm>
              <a:custGeom>
                <a:avLst/>
                <a:gdLst/>
                <a:ahLst/>
                <a:cxnLst/>
                <a:rect l="l" t="t" r="r" b="b"/>
                <a:pathLst>
                  <a:path w="16379" h="19707" extrusionOk="0">
                    <a:moveTo>
                      <a:pt x="12238" y="8689"/>
                    </a:moveTo>
                    <a:lnTo>
                      <a:pt x="14197" y="11425"/>
                    </a:lnTo>
                    <a:cubicBezTo>
                      <a:pt x="13495" y="12053"/>
                      <a:pt x="12867" y="12756"/>
                      <a:pt x="12275" y="13495"/>
                    </a:cubicBezTo>
                    <a:lnTo>
                      <a:pt x="12275" y="13532"/>
                    </a:lnTo>
                    <a:cubicBezTo>
                      <a:pt x="12238" y="13606"/>
                      <a:pt x="12201" y="13680"/>
                      <a:pt x="12127" y="13754"/>
                    </a:cubicBezTo>
                    <a:lnTo>
                      <a:pt x="11942" y="13199"/>
                    </a:lnTo>
                    <a:cubicBezTo>
                      <a:pt x="11794" y="12571"/>
                      <a:pt x="11720" y="11905"/>
                      <a:pt x="11757" y="11240"/>
                    </a:cubicBezTo>
                    <a:cubicBezTo>
                      <a:pt x="11831" y="10537"/>
                      <a:pt x="12238" y="8689"/>
                      <a:pt x="12238" y="8689"/>
                    </a:cubicBezTo>
                    <a:close/>
                    <a:moveTo>
                      <a:pt x="10389" y="1"/>
                    </a:moveTo>
                    <a:cubicBezTo>
                      <a:pt x="8504" y="38"/>
                      <a:pt x="7580" y="3254"/>
                      <a:pt x="8171" y="4548"/>
                    </a:cubicBezTo>
                    <a:cubicBezTo>
                      <a:pt x="7765" y="4733"/>
                      <a:pt x="7395" y="4955"/>
                      <a:pt x="7062" y="5214"/>
                    </a:cubicBezTo>
                    <a:cubicBezTo>
                      <a:pt x="6766" y="5435"/>
                      <a:pt x="6582" y="6138"/>
                      <a:pt x="6508" y="7210"/>
                    </a:cubicBezTo>
                    <a:cubicBezTo>
                      <a:pt x="6286" y="8430"/>
                      <a:pt x="5657" y="9539"/>
                      <a:pt x="4770" y="10389"/>
                    </a:cubicBezTo>
                    <a:cubicBezTo>
                      <a:pt x="4623" y="10536"/>
                      <a:pt x="4415" y="10594"/>
                      <a:pt x="4178" y="10594"/>
                    </a:cubicBezTo>
                    <a:cubicBezTo>
                      <a:pt x="3279" y="10594"/>
                      <a:pt x="1960" y="9761"/>
                      <a:pt x="1960" y="9761"/>
                    </a:cubicBezTo>
                    <a:cubicBezTo>
                      <a:pt x="1960" y="9761"/>
                      <a:pt x="1462" y="8889"/>
                      <a:pt x="865" y="8889"/>
                    </a:cubicBezTo>
                    <a:cubicBezTo>
                      <a:pt x="812" y="8889"/>
                      <a:pt x="758" y="8895"/>
                      <a:pt x="703" y="8911"/>
                    </a:cubicBezTo>
                    <a:cubicBezTo>
                      <a:pt x="1" y="9059"/>
                      <a:pt x="555" y="10759"/>
                      <a:pt x="629" y="10907"/>
                    </a:cubicBezTo>
                    <a:cubicBezTo>
                      <a:pt x="694" y="11036"/>
                      <a:pt x="3049" y="12721"/>
                      <a:pt x="5123" y="12721"/>
                    </a:cubicBezTo>
                    <a:cubicBezTo>
                      <a:pt x="5420" y="12721"/>
                      <a:pt x="5712" y="12686"/>
                      <a:pt x="5990" y="12608"/>
                    </a:cubicBezTo>
                    <a:cubicBezTo>
                      <a:pt x="6323" y="12534"/>
                      <a:pt x="6582" y="12386"/>
                      <a:pt x="6803" y="12201"/>
                    </a:cubicBezTo>
                    <a:lnTo>
                      <a:pt x="6803" y="12201"/>
                    </a:lnTo>
                    <a:cubicBezTo>
                      <a:pt x="6877" y="12719"/>
                      <a:pt x="5879" y="19706"/>
                      <a:pt x="5879" y="19706"/>
                    </a:cubicBezTo>
                    <a:lnTo>
                      <a:pt x="13236" y="17377"/>
                    </a:lnTo>
                    <a:lnTo>
                      <a:pt x="12867" y="16194"/>
                    </a:lnTo>
                    <a:cubicBezTo>
                      <a:pt x="13347" y="15565"/>
                      <a:pt x="13902" y="15048"/>
                      <a:pt x="14493" y="14604"/>
                    </a:cubicBezTo>
                    <a:cubicBezTo>
                      <a:pt x="15417" y="14013"/>
                      <a:pt x="16046" y="12608"/>
                      <a:pt x="16194" y="12053"/>
                    </a:cubicBezTo>
                    <a:cubicBezTo>
                      <a:pt x="16379" y="11499"/>
                      <a:pt x="15713" y="9502"/>
                      <a:pt x="14308" y="7062"/>
                    </a:cubicBezTo>
                    <a:cubicBezTo>
                      <a:pt x="12903" y="4622"/>
                      <a:pt x="13199" y="5435"/>
                      <a:pt x="12349" y="4881"/>
                    </a:cubicBezTo>
                    <a:cubicBezTo>
                      <a:pt x="11979" y="4622"/>
                      <a:pt x="11573" y="4437"/>
                      <a:pt x="11129" y="4326"/>
                    </a:cubicBezTo>
                    <a:lnTo>
                      <a:pt x="11055" y="3328"/>
                    </a:lnTo>
                    <a:cubicBezTo>
                      <a:pt x="11240" y="3069"/>
                      <a:pt x="11351" y="2810"/>
                      <a:pt x="11425" y="2515"/>
                    </a:cubicBezTo>
                    <a:cubicBezTo>
                      <a:pt x="11646" y="1553"/>
                      <a:pt x="11425" y="1"/>
                      <a:pt x="103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3"/>
              <p:cNvSpPr/>
              <p:nvPr/>
            </p:nvSpPr>
            <p:spPr>
              <a:xfrm>
                <a:off x="7529119" y="2315984"/>
                <a:ext cx="241131" cy="47970"/>
              </a:xfrm>
              <a:custGeom>
                <a:avLst/>
                <a:gdLst/>
                <a:ahLst/>
                <a:cxnLst/>
                <a:rect l="l" t="t" r="r" b="b"/>
                <a:pathLst>
                  <a:path w="13200" h="2626" extrusionOk="0">
                    <a:moveTo>
                      <a:pt x="13199" y="1"/>
                    </a:moveTo>
                    <a:lnTo>
                      <a:pt x="296" y="1258"/>
                    </a:lnTo>
                    <a:lnTo>
                      <a:pt x="1" y="2626"/>
                    </a:lnTo>
                    <a:lnTo>
                      <a:pt x="12940" y="1258"/>
                    </a:ln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3"/>
              <p:cNvSpPr/>
              <p:nvPr/>
            </p:nvSpPr>
            <p:spPr>
              <a:xfrm>
                <a:off x="7539257" y="2349761"/>
                <a:ext cx="222882" cy="45943"/>
              </a:xfrm>
              <a:custGeom>
                <a:avLst/>
                <a:gdLst/>
                <a:ahLst/>
                <a:cxnLst/>
                <a:rect l="l" t="t" r="r" b="b"/>
                <a:pathLst>
                  <a:path w="12201" h="2515" extrusionOk="0">
                    <a:moveTo>
                      <a:pt x="12200" y="0"/>
                    </a:moveTo>
                    <a:lnTo>
                      <a:pt x="259" y="1368"/>
                    </a:lnTo>
                    <a:lnTo>
                      <a:pt x="0" y="2514"/>
                    </a:lnTo>
                    <a:lnTo>
                      <a:pt x="11979" y="1257"/>
                    </a:lnTo>
                    <a:lnTo>
                      <a:pt x="122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3"/>
              <p:cNvSpPr/>
              <p:nvPr/>
            </p:nvSpPr>
            <p:spPr>
              <a:xfrm>
                <a:off x="5133610" y="3063618"/>
                <a:ext cx="1381133" cy="432246"/>
              </a:xfrm>
              <a:custGeom>
                <a:avLst/>
                <a:gdLst/>
                <a:ahLst/>
                <a:cxnLst/>
                <a:rect l="l" t="t" r="r" b="b"/>
                <a:pathLst>
                  <a:path w="75606" h="23662" extrusionOk="0">
                    <a:moveTo>
                      <a:pt x="42813" y="0"/>
                    </a:moveTo>
                    <a:lnTo>
                      <a:pt x="1" y="7801"/>
                    </a:lnTo>
                    <a:lnTo>
                      <a:pt x="28579" y="23661"/>
                    </a:lnTo>
                    <a:lnTo>
                      <a:pt x="75606" y="14308"/>
                    </a:lnTo>
                    <a:lnTo>
                      <a:pt x="4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3"/>
              <p:cNvSpPr/>
              <p:nvPr/>
            </p:nvSpPr>
            <p:spPr>
              <a:xfrm>
                <a:off x="5649594" y="3324971"/>
                <a:ext cx="865149" cy="1280515"/>
              </a:xfrm>
              <a:custGeom>
                <a:avLst/>
                <a:gdLst/>
                <a:ahLst/>
                <a:cxnLst/>
                <a:rect l="l" t="t" r="r" b="b"/>
                <a:pathLst>
                  <a:path w="47360" h="70098" extrusionOk="0">
                    <a:moveTo>
                      <a:pt x="47360" y="1"/>
                    </a:moveTo>
                    <a:lnTo>
                      <a:pt x="333" y="9354"/>
                    </a:lnTo>
                    <a:lnTo>
                      <a:pt x="0" y="70097"/>
                    </a:lnTo>
                    <a:lnTo>
                      <a:pt x="47027" y="55346"/>
                    </a:lnTo>
                    <a:lnTo>
                      <a:pt x="4736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3"/>
              <p:cNvSpPr/>
              <p:nvPr/>
            </p:nvSpPr>
            <p:spPr>
              <a:xfrm>
                <a:off x="5127545" y="3206123"/>
                <a:ext cx="528150" cy="1399364"/>
              </a:xfrm>
              <a:custGeom>
                <a:avLst/>
                <a:gdLst/>
                <a:ahLst/>
                <a:cxnLst/>
                <a:rect l="l" t="t" r="r" b="b"/>
                <a:pathLst>
                  <a:path w="28912" h="76604" extrusionOk="0">
                    <a:moveTo>
                      <a:pt x="333" y="0"/>
                    </a:moveTo>
                    <a:lnTo>
                      <a:pt x="0" y="56380"/>
                    </a:lnTo>
                    <a:lnTo>
                      <a:pt x="28578" y="76603"/>
                    </a:lnTo>
                    <a:lnTo>
                      <a:pt x="28911" y="15860"/>
                    </a:lnTo>
                    <a:lnTo>
                      <a:pt x="3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3"/>
              <p:cNvSpPr/>
              <p:nvPr/>
            </p:nvSpPr>
            <p:spPr>
              <a:xfrm>
                <a:off x="5653649" y="3636999"/>
                <a:ext cx="859066" cy="191151"/>
              </a:xfrm>
              <a:custGeom>
                <a:avLst/>
                <a:gdLst/>
                <a:ahLst/>
                <a:cxnLst/>
                <a:rect l="l" t="t" r="r" b="b"/>
                <a:pathLst>
                  <a:path w="47027" h="10464" fill="none" extrusionOk="0">
                    <a:moveTo>
                      <a:pt x="0" y="10463"/>
                    </a:moveTo>
                    <a:lnTo>
                      <a:pt x="47027" y="0"/>
                    </a:lnTo>
                  </a:path>
                </a:pathLst>
              </a:custGeom>
              <a:noFill/>
              <a:ln w="83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53"/>
              <p:cNvSpPr/>
              <p:nvPr/>
            </p:nvSpPr>
            <p:spPr>
              <a:xfrm>
                <a:off x="5664445" y="3967933"/>
                <a:ext cx="841529" cy="212067"/>
              </a:xfrm>
              <a:custGeom>
                <a:avLst/>
                <a:gdLst/>
                <a:ahLst/>
                <a:cxnLst/>
                <a:rect l="l" t="t" r="r" b="b"/>
                <a:pathLst>
                  <a:path w="46067" h="11609" fill="none" extrusionOk="0">
                    <a:moveTo>
                      <a:pt x="1" y="11609"/>
                    </a:moveTo>
                    <a:lnTo>
                      <a:pt x="46066" y="0"/>
                    </a:lnTo>
                  </a:path>
                </a:pathLst>
              </a:custGeom>
              <a:noFill/>
              <a:ln w="83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53"/>
              <p:cNvSpPr/>
              <p:nvPr/>
            </p:nvSpPr>
            <p:spPr>
              <a:xfrm>
                <a:off x="5649594" y="3495846"/>
                <a:ext cx="6101" cy="1100854"/>
              </a:xfrm>
              <a:custGeom>
                <a:avLst/>
                <a:gdLst/>
                <a:ahLst/>
                <a:cxnLst/>
                <a:rect l="l" t="t" r="r" b="b"/>
                <a:pathLst>
                  <a:path w="334" h="60263" fill="none" extrusionOk="0">
                    <a:moveTo>
                      <a:pt x="333" y="0"/>
                    </a:moveTo>
                    <a:lnTo>
                      <a:pt x="0" y="60263"/>
                    </a:lnTo>
                  </a:path>
                </a:pathLst>
              </a:custGeom>
              <a:noFill/>
              <a:ln w="83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53"/>
              <p:cNvSpPr/>
              <p:nvPr/>
            </p:nvSpPr>
            <p:spPr>
              <a:xfrm>
                <a:off x="5648918" y="3438431"/>
                <a:ext cx="859742" cy="1166380"/>
              </a:xfrm>
              <a:custGeom>
                <a:avLst/>
                <a:gdLst/>
                <a:ahLst/>
                <a:cxnLst/>
                <a:rect l="l" t="t" r="r" b="b"/>
                <a:pathLst>
                  <a:path w="47064" h="63850" extrusionOk="0">
                    <a:moveTo>
                      <a:pt x="16083" y="1"/>
                    </a:moveTo>
                    <a:lnTo>
                      <a:pt x="370" y="3107"/>
                    </a:lnTo>
                    <a:lnTo>
                      <a:pt x="0" y="63849"/>
                    </a:lnTo>
                    <a:lnTo>
                      <a:pt x="47064" y="49135"/>
                    </a:lnTo>
                    <a:lnTo>
                      <a:pt x="47064" y="47360"/>
                    </a:lnTo>
                    <a:cubicBezTo>
                      <a:pt x="45215" y="45993"/>
                      <a:pt x="42997" y="45216"/>
                      <a:pt x="40742" y="45142"/>
                    </a:cubicBezTo>
                    <a:cubicBezTo>
                      <a:pt x="40584" y="45137"/>
                      <a:pt x="40427" y="45135"/>
                      <a:pt x="40270" y="45135"/>
                    </a:cubicBezTo>
                    <a:cubicBezTo>
                      <a:pt x="34548" y="45135"/>
                      <a:pt x="29460" y="48338"/>
                      <a:pt x="23846" y="48950"/>
                    </a:cubicBezTo>
                    <a:cubicBezTo>
                      <a:pt x="23338" y="49008"/>
                      <a:pt x="22836" y="49037"/>
                      <a:pt x="22341" y="49037"/>
                    </a:cubicBezTo>
                    <a:cubicBezTo>
                      <a:pt x="18410" y="49037"/>
                      <a:pt x="14959" y="47222"/>
                      <a:pt x="12792" y="43774"/>
                    </a:cubicBezTo>
                    <a:cubicBezTo>
                      <a:pt x="10426" y="40040"/>
                      <a:pt x="9539" y="35493"/>
                      <a:pt x="9317" y="31130"/>
                    </a:cubicBezTo>
                    <a:cubicBezTo>
                      <a:pt x="9021" y="25954"/>
                      <a:pt x="9835" y="20852"/>
                      <a:pt x="11055" y="15824"/>
                    </a:cubicBezTo>
                    <a:cubicBezTo>
                      <a:pt x="12312" y="10427"/>
                      <a:pt x="14012" y="5140"/>
                      <a:pt x="160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53"/>
              <p:cNvSpPr/>
              <p:nvPr/>
            </p:nvSpPr>
            <p:spPr>
              <a:xfrm>
                <a:off x="5953510" y="3371572"/>
                <a:ext cx="326203" cy="107413"/>
              </a:xfrm>
              <a:custGeom>
                <a:avLst/>
                <a:gdLst/>
                <a:ahLst/>
                <a:cxnLst/>
                <a:rect l="l" t="t" r="r" b="b"/>
                <a:pathLst>
                  <a:path w="17857" h="5880" extrusionOk="0">
                    <a:moveTo>
                      <a:pt x="17857" y="1"/>
                    </a:moveTo>
                    <a:lnTo>
                      <a:pt x="0" y="3550"/>
                    </a:lnTo>
                    <a:lnTo>
                      <a:pt x="1627" y="5879"/>
                    </a:lnTo>
                    <a:lnTo>
                      <a:pt x="16896" y="2995"/>
                    </a:lnTo>
                    <a:lnTo>
                      <a:pt x="178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53"/>
              <p:cNvSpPr/>
              <p:nvPr/>
            </p:nvSpPr>
            <p:spPr>
              <a:xfrm>
                <a:off x="5969714" y="3689006"/>
                <a:ext cx="326221" cy="116181"/>
              </a:xfrm>
              <a:custGeom>
                <a:avLst/>
                <a:gdLst/>
                <a:ahLst/>
                <a:cxnLst/>
                <a:rect l="l" t="t" r="r" b="b"/>
                <a:pathLst>
                  <a:path w="17858" h="6360" extrusionOk="0">
                    <a:moveTo>
                      <a:pt x="17857" y="0"/>
                    </a:moveTo>
                    <a:lnTo>
                      <a:pt x="0" y="4030"/>
                    </a:lnTo>
                    <a:lnTo>
                      <a:pt x="1627" y="6359"/>
                    </a:lnTo>
                    <a:lnTo>
                      <a:pt x="17081" y="2773"/>
                    </a:lnTo>
                    <a:lnTo>
                      <a:pt x="178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53"/>
              <p:cNvSpPr/>
              <p:nvPr/>
            </p:nvSpPr>
            <p:spPr>
              <a:xfrm>
                <a:off x="6007527" y="4017218"/>
                <a:ext cx="326221" cy="124292"/>
              </a:xfrm>
              <a:custGeom>
                <a:avLst/>
                <a:gdLst/>
                <a:ahLst/>
                <a:cxnLst/>
                <a:rect l="l" t="t" r="r" b="b"/>
                <a:pathLst>
                  <a:path w="17858" h="6804" extrusionOk="0">
                    <a:moveTo>
                      <a:pt x="17858" y="1"/>
                    </a:moveTo>
                    <a:lnTo>
                      <a:pt x="1" y="4474"/>
                    </a:lnTo>
                    <a:lnTo>
                      <a:pt x="1627" y="6803"/>
                    </a:lnTo>
                    <a:lnTo>
                      <a:pt x="17007" y="3180"/>
                    </a:lnTo>
                    <a:lnTo>
                      <a:pt x="178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53"/>
              <p:cNvSpPr/>
              <p:nvPr/>
            </p:nvSpPr>
            <p:spPr>
              <a:xfrm>
                <a:off x="5133610" y="3242585"/>
                <a:ext cx="522085" cy="312703"/>
              </a:xfrm>
              <a:custGeom>
                <a:avLst/>
                <a:gdLst/>
                <a:ahLst/>
                <a:cxnLst/>
                <a:rect l="l" t="t" r="r" b="b"/>
                <a:pathLst>
                  <a:path w="28580" h="17118" fill="none" extrusionOk="0">
                    <a:moveTo>
                      <a:pt x="1" y="0"/>
                    </a:moveTo>
                    <a:lnTo>
                      <a:pt x="28579" y="17118"/>
                    </a:lnTo>
                  </a:path>
                </a:pathLst>
              </a:custGeom>
              <a:noFill/>
              <a:ln w="83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53"/>
              <p:cNvSpPr/>
              <p:nvPr/>
            </p:nvSpPr>
            <p:spPr>
              <a:xfrm>
                <a:off x="5126869" y="3387793"/>
                <a:ext cx="528826" cy="1217693"/>
              </a:xfrm>
              <a:custGeom>
                <a:avLst/>
                <a:gdLst/>
                <a:ahLst/>
                <a:cxnLst/>
                <a:rect l="l" t="t" r="r" b="b"/>
                <a:pathLst>
                  <a:path w="28949" h="66659" extrusionOk="0">
                    <a:moveTo>
                      <a:pt x="18300" y="0"/>
                    </a:moveTo>
                    <a:cubicBezTo>
                      <a:pt x="18227" y="2625"/>
                      <a:pt x="18005" y="5287"/>
                      <a:pt x="17635" y="7838"/>
                    </a:cubicBezTo>
                    <a:cubicBezTo>
                      <a:pt x="16711" y="14493"/>
                      <a:pt x="14936" y="21887"/>
                      <a:pt x="10204" y="26915"/>
                    </a:cubicBezTo>
                    <a:cubicBezTo>
                      <a:pt x="8134" y="29170"/>
                      <a:pt x="5398" y="30760"/>
                      <a:pt x="2403" y="31425"/>
                    </a:cubicBezTo>
                    <a:cubicBezTo>
                      <a:pt x="1664" y="31573"/>
                      <a:pt x="887" y="31647"/>
                      <a:pt x="111" y="31721"/>
                    </a:cubicBezTo>
                    <a:lnTo>
                      <a:pt x="0" y="46472"/>
                    </a:lnTo>
                    <a:lnTo>
                      <a:pt x="28578" y="66658"/>
                    </a:lnTo>
                    <a:lnTo>
                      <a:pt x="28948" y="5915"/>
                    </a:lnTo>
                    <a:lnTo>
                      <a:pt x="183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53"/>
              <p:cNvSpPr/>
              <p:nvPr/>
            </p:nvSpPr>
            <p:spPr>
              <a:xfrm>
                <a:off x="5162655" y="3387793"/>
                <a:ext cx="428190" cy="1090040"/>
              </a:xfrm>
              <a:custGeom>
                <a:avLst/>
                <a:gdLst/>
                <a:ahLst/>
                <a:cxnLst/>
                <a:rect l="l" t="t" r="r" b="b"/>
                <a:pathLst>
                  <a:path w="23440" h="59671" fill="none" extrusionOk="0">
                    <a:moveTo>
                      <a:pt x="0" y="0"/>
                    </a:moveTo>
                    <a:lnTo>
                      <a:pt x="0" y="44328"/>
                    </a:lnTo>
                    <a:lnTo>
                      <a:pt x="23440" y="59671"/>
                    </a:lnTo>
                    <a:lnTo>
                      <a:pt x="23440" y="13494"/>
                    </a:lnTo>
                    <a:lnTo>
                      <a:pt x="0" y="0"/>
                    </a:lnTo>
                    <a:close/>
                  </a:path>
                </a:pathLst>
              </a:custGeom>
              <a:noFill/>
              <a:ln w="83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53"/>
              <p:cNvSpPr/>
              <p:nvPr/>
            </p:nvSpPr>
            <p:spPr>
              <a:xfrm>
                <a:off x="5297725" y="2267356"/>
                <a:ext cx="928647" cy="224252"/>
              </a:xfrm>
              <a:custGeom>
                <a:avLst/>
                <a:gdLst/>
                <a:ahLst/>
                <a:cxnLst/>
                <a:rect l="l" t="t" r="r" b="b"/>
                <a:pathLst>
                  <a:path w="50836" h="12276" extrusionOk="0">
                    <a:moveTo>
                      <a:pt x="20704" y="1"/>
                    </a:moveTo>
                    <a:lnTo>
                      <a:pt x="1" y="2441"/>
                    </a:lnTo>
                    <a:lnTo>
                      <a:pt x="25362" y="12275"/>
                    </a:lnTo>
                    <a:lnTo>
                      <a:pt x="50835" y="8874"/>
                    </a:lnTo>
                    <a:lnTo>
                      <a:pt x="2070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53"/>
              <p:cNvSpPr/>
              <p:nvPr/>
            </p:nvSpPr>
            <p:spPr>
              <a:xfrm>
                <a:off x="5755618" y="2429444"/>
                <a:ext cx="470753" cy="991450"/>
              </a:xfrm>
              <a:custGeom>
                <a:avLst/>
                <a:gdLst/>
                <a:ahLst/>
                <a:cxnLst/>
                <a:rect l="l" t="t" r="r" b="b"/>
                <a:pathLst>
                  <a:path w="25770" h="54274" extrusionOk="0">
                    <a:moveTo>
                      <a:pt x="25769" y="1"/>
                    </a:moveTo>
                    <a:lnTo>
                      <a:pt x="296" y="3402"/>
                    </a:lnTo>
                    <a:lnTo>
                      <a:pt x="1" y="54274"/>
                    </a:lnTo>
                    <a:lnTo>
                      <a:pt x="25473" y="48950"/>
                    </a:lnTo>
                    <a:lnTo>
                      <a:pt x="25769" y="1"/>
                    </a:lnTo>
                    <a:close/>
                  </a:path>
                </a:pathLst>
              </a:custGeom>
              <a:solidFill>
                <a:srgbClr val="2C0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53"/>
              <p:cNvSpPr/>
              <p:nvPr/>
            </p:nvSpPr>
            <p:spPr>
              <a:xfrm>
                <a:off x="5292318" y="2311929"/>
                <a:ext cx="468726" cy="1108965"/>
              </a:xfrm>
              <a:custGeom>
                <a:avLst/>
                <a:gdLst/>
                <a:ahLst/>
                <a:cxnLst/>
                <a:rect l="l" t="t" r="r" b="b"/>
                <a:pathLst>
                  <a:path w="25659" h="60707" extrusionOk="0">
                    <a:moveTo>
                      <a:pt x="297" y="1"/>
                    </a:moveTo>
                    <a:lnTo>
                      <a:pt x="1" y="47360"/>
                    </a:lnTo>
                    <a:lnTo>
                      <a:pt x="25363" y="60707"/>
                    </a:lnTo>
                    <a:lnTo>
                      <a:pt x="25658" y="9835"/>
                    </a:lnTo>
                    <a:lnTo>
                      <a:pt x="2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53"/>
              <p:cNvSpPr/>
              <p:nvPr/>
            </p:nvSpPr>
            <p:spPr>
              <a:xfrm>
                <a:off x="5827885" y="2478072"/>
                <a:ext cx="352563" cy="175605"/>
              </a:xfrm>
              <a:custGeom>
                <a:avLst/>
                <a:gdLst/>
                <a:ahLst/>
                <a:cxnLst/>
                <a:rect l="l" t="t" r="r" b="b"/>
                <a:pathLst>
                  <a:path w="19300" h="9613" fill="none" extrusionOk="0">
                    <a:moveTo>
                      <a:pt x="38" y="3143"/>
                    </a:moveTo>
                    <a:lnTo>
                      <a:pt x="1" y="9613"/>
                    </a:lnTo>
                    <a:lnTo>
                      <a:pt x="19262" y="6544"/>
                    </a:lnTo>
                    <a:lnTo>
                      <a:pt x="19299" y="1"/>
                    </a:lnTo>
                    <a:close/>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53"/>
              <p:cNvSpPr/>
              <p:nvPr/>
            </p:nvSpPr>
            <p:spPr>
              <a:xfrm>
                <a:off x="5823829" y="2625308"/>
                <a:ext cx="355266" cy="713876"/>
              </a:xfrm>
              <a:custGeom>
                <a:avLst/>
                <a:gdLst/>
                <a:ahLst/>
                <a:cxnLst/>
                <a:rect l="l" t="t" r="r" b="b"/>
                <a:pathLst>
                  <a:path w="19448" h="39079" extrusionOk="0">
                    <a:moveTo>
                      <a:pt x="19447" y="0"/>
                    </a:moveTo>
                    <a:lnTo>
                      <a:pt x="223" y="3291"/>
                    </a:lnTo>
                    <a:lnTo>
                      <a:pt x="1" y="39078"/>
                    </a:lnTo>
                    <a:lnTo>
                      <a:pt x="19262" y="35455"/>
                    </a:lnTo>
                    <a:lnTo>
                      <a:pt x="194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53"/>
              <p:cNvSpPr/>
              <p:nvPr/>
            </p:nvSpPr>
            <p:spPr>
              <a:xfrm>
                <a:off x="5869754" y="2717833"/>
                <a:ext cx="236400" cy="218826"/>
              </a:xfrm>
              <a:custGeom>
                <a:avLst/>
                <a:gdLst/>
                <a:ahLst/>
                <a:cxnLst/>
                <a:rect l="l" t="t" r="r" b="b"/>
                <a:pathLst>
                  <a:path w="12941" h="11979" extrusionOk="0">
                    <a:moveTo>
                      <a:pt x="6508" y="0"/>
                    </a:moveTo>
                    <a:cubicBezTo>
                      <a:pt x="2921" y="0"/>
                      <a:pt x="38" y="2662"/>
                      <a:pt x="38" y="5952"/>
                    </a:cubicBezTo>
                    <a:cubicBezTo>
                      <a:pt x="1" y="9243"/>
                      <a:pt x="2847" y="11942"/>
                      <a:pt x="6434" y="11979"/>
                    </a:cubicBezTo>
                    <a:cubicBezTo>
                      <a:pt x="9983" y="11979"/>
                      <a:pt x="12903" y="9317"/>
                      <a:pt x="12903" y="6026"/>
                    </a:cubicBezTo>
                    <a:cubicBezTo>
                      <a:pt x="12940" y="2736"/>
                      <a:pt x="10057" y="37"/>
                      <a:pt x="65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53"/>
              <p:cNvSpPr/>
              <p:nvPr/>
            </p:nvSpPr>
            <p:spPr>
              <a:xfrm>
                <a:off x="5907586" y="2766443"/>
                <a:ext cx="155456" cy="130996"/>
              </a:xfrm>
              <a:custGeom>
                <a:avLst/>
                <a:gdLst/>
                <a:ahLst/>
                <a:cxnLst/>
                <a:rect l="l" t="t" r="r" b="b"/>
                <a:pathLst>
                  <a:path w="8510" h="7171" extrusionOk="0">
                    <a:moveTo>
                      <a:pt x="4912" y="0"/>
                    </a:moveTo>
                    <a:cubicBezTo>
                      <a:pt x="4889" y="0"/>
                      <a:pt x="4866" y="1"/>
                      <a:pt x="4843" y="1"/>
                    </a:cubicBezTo>
                    <a:cubicBezTo>
                      <a:pt x="1590" y="1"/>
                      <a:pt x="0" y="3957"/>
                      <a:pt x="2366" y="6175"/>
                    </a:cubicBezTo>
                    <a:cubicBezTo>
                      <a:pt x="3089" y="6864"/>
                      <a:pt x="3950" y="7170"/>
                      <a:pt x="4790" y="7170"/>
                    </a:cubicBezTo>
                    <a:cubicBezTo>
                      <a:pt x="6702" y="7170"/>
                      <a:pt x="8510" y="5588"/>
                      <a:pt x="8355" y="3328"/>
                    </a:cubicBezTo>
                    <a:cubicBezTo>
                      <a:pt x="8319" y="1466"/>
                      <a:pt x="6767" y="0"/>
                      <a:pt x="49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53"/>
              <p:cNvSpPr/>
              <p:nvPr/>
            </p:nvSpPr>
            <p:spPr>
              <a:xfrm>
                <a:off x="5939517" y="2788729"/>
                <a:ext cx="98955" cy="82934"/>
              </a:xfrm>
              <a:custGeom>
                <a:avLst/>
                <a:gdLst/>
                <a:ahLst/>
                <a:cxnLst/>
                <a:rect l="l" t="t" r="r" b="b"/>
                <a:pathLst>
                  <a:path w="5417" h="4540" extrusionOk="0">
                    <a:moveTo>
                      <a:pt x="3126" y="0"/>
                    </a:moveTo>
                    <a:cubicBezTo>
                      <a:pt x="3104" y="0"/>
                      <a:pt x="3081" y="0"/>
                      <a:pt x="3058" y="1"/>
                    </a:cubicBezTo>
                    <a:cubicBezTo>
                      <a:pt x="3043" y="1"/>
                      <a:pt x="3029" y="1"/>
                      <a:pt x="3014" y="1"/>
                    </a:cubicBezTo>
                    <a:cubicBezTo>
                      <a:pt x="974" y="1"/>
                      <a:pt x="1" y="2525"/>
                      <a:pt x="1505" y="3920"/>
                    </a:cubicBezTo>
                    <a:cubicBezTo>
                      <a:pt x="1957" y="4349"/>
                      <a:pt x="2501" y="4540"/>
                      <a:pt x="3035" y="4540"/>
                    </a:cubicBezTo>
                    <a:cubicBezTo>
                      <a:pt x="4251" y="4540"/>
                      <a:pt x="5416" y="3547"/>
                      <a:pt x="5313" y="2108"/>
                    </a:cubicBezTo>
                    <a:cubicBezTo>
                      <a:pt x="5277" y="947"/>
                      <a:pt x="4315" y="0"/>
                      <a:pt x="31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53"/>
              <p:cNvSpPr/>
              <p:nvPr/>
            </p:nvSpPr>
            <p:spPr>
              <a:xfrm>
                <a:off x="5875837" y="2985945"/>
                <a:ext cx="235724" cy="218169"/>
              </a:xfrm>
              <a:custGeom>
                <a:avLst/>
                <a:gdLst/>
                <a:ahLst/>
                <a:cxnLst/>
                <a:rect l="l" t="t" r="r" b="b"/>
                <a:pathLst>
                  <a:path w="12904" h="11943" extrusionOk="0">
                    <a:moveTo>
                      <a:pt x="6397" y="0"/>
                    </a:moveTo>
                    <a:cubicBezTo>
                      <a:pt x="2882" y="0"/>
                      <a:pt x="37" y="2648"/>
                      <a:pt x="0" y="5953"/>
                    </a:cubicBezTo>
                    <a:cubicBezTo>
                      <a:pt x="0" y="9243"/>
                      <a:pt x="2847" y="11905"/>
                      <a:pt x="6396" y="11942"/>
                    </a:cubicBezTo>
                    <a:cubicBezTo>
                      <a:pt x="6421" y="11942"/>
                      <a:pt x="6446" y="11943"/>
                      <a:pt x="6470" y="11943"/>
                    </a:cubicBezTo>
                    <a:cubicBezTo>
                      <a:pt x="10022" y="11943"/>
                      <a:pt x="12866" y="9294"/>
                      <a:pt x="12866" y="5990"/>
                    </a:cubicBezTo>
                    <a:cubicBezTo>
                      <a:pt x="12903" y="2699"/>
                      <a:pt x="10056" y="1"/>
                      <a:pt x="6470" y="1"/>
                    </a:cubicBezTo>
                    <a:cubicBezTo>
                      <a:pt x="6446" y="0"/>
                      <a:pt x="6422" y="0"/>
                      <a:pt x="63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53"/>
              <p:cNvSpPr/>
              <p:nvPr/>
            </p:nvSpPr>
            <p:spPr>
              <a:xfrm>
                <a:off x="5913176" y="3034518"/>
                <a:ext cx="155950" cy="130740"/>
              </a:xfrm>
              <a:custGeom>
                <a:avLst/>
                <a:gdLst/>
                <a:ahLst/>
                <a:cxnLst/>
                <a:rect l="l" t="t" r="r" b="b"/>
                <a:pathLst>
                  <a:path w="8537" h="7157" extrusionOk="0">
                    <a:moveTo>
                      <a:pt x="4968" y="1"/>
                    </a:moveTo>
                    <a:cubicBezTo>
                      <a:pt x="4923" y="1"/>
                      <a:pt x="4878" y="2"/>
                      <a:pt x="4833" y="3"/>
                    </a:cubicBezTo>
                    <a:cubicBezTo>
                      <a:pt x="4818" y="3"/>
                      <a:pt x="4803" y="3"/>
                      <a:pt x="4788" y="3"/>
                    </a:cubicBezTo>
                    <a:cubicBezTo>
                      <a:pt x="1565" y="3"/>
                      <a:pt x="1" y="3933"/>
                      <a:pt x="2356" y="6178"/>
                    </a:cubicBezTo>
                    <a:cubicBezTo>
                      <a:pt x="3078" y="6854"/>
                      <a:pt x="3941" y="7156"/>
                      <a:pt x="4786" y="7156"/>
                    </a:cubicBezTo>
                    <a:cubicBezTo>
                      <a:pt x="6709" y="7156"/>
                      <a:pt x="8536" y="5592"/>
                      <a:pt x="8382" y="3331"/>
                    </a:cubicBezTo>
                    <a:cubicBezTo>
                      <a:pt x="8310" y="1490"/>
                      <a:pt x="6828" y="1"/>
                      <a:pt x="49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53"/>
              <p:cNvSpPr/>
              <p:nvPr/>
            </p:nvSpPr>
            <p:spPr>
              <a:xfrm>
                <a:off x="5945400" y="3056165"/>
                <a:ext cx="99138" cy="83263"/>
              </a:xfrm>
              <a:custGeom>
                <a:avLst/>
                <a:gdLst/>
                <a:ahLst/>
                <a:cxnLst/>
                <a:rect l="l" t="t" r="r" b="b"/>
                <a:pathLst>
                  <a:path w="5427" h="4558" extrusionOk="0">
                    <a:moveTo>
                      <a:pt x="3137" y="1"/>
                    </a:moveTo>
                    <a:cubicBezTo>
                      <a:pt x="3114" y="1"/>
                      <a:pt x="3092" y="1"/>
                      <a:pt x="3069" y="2"/>
                    </a:cubicBezTo>
                    <a:cubicBezTo>
                      <a:pt x="999" y="2"/>
                      <a:pt x="0" y="2516"/>
                      <a:pt x="1479" y="3920"/>
                    </a:cubicBezTo>
                    <a:cubicBezTo>
                      <a:pt x="1944" y="4362"/>
                      <a:pt x="2498" y="4558"/>
                      <a:pt x="3040" y="4558"/>
                    </a:cubicBezTo>
                    <a:cubicBezTo>
                      <a:pt x="4266" y="4558"/>
                      <a:pt x="5427" y="3556"/>
                      <a:pt x="5324" y="2146"/>
                    </a:cubicBezTo>
                    <a:cubicBezTo>
                      <a:pt x="5288" y="949"/>
                      <a:pt x="4326" y="1"/>
                      <a:pt x="31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53"/>
              <p:cNvSpPr/>
              <p:nvPr/>
            </p:nvSpPr>
            <p:spPr>
              <a:xfrm>
                <a:off x="5756294" y="2736064"/>
                <a:ext cx="174272" cy="603120"/>
              </a:xfrm>
              <a:custGeom>
                <a:avLst/>
                <a:gdLst/>
                <a:ahLst/>
                <a:cxnLst/>
                <a:rect l="l" t="t" r="r" b="b"/>
                <a:pathLst>
                  <a:path w="9540" h="33016" extrusionOk="0">
                    <a:moveTo>
                      <a:pt x="186" y="0"/>
                    </a:moveTo>
                    <a:lnTo>
                      <a:pt x="1" y="33015"/>
                    </a:lnTo>
                    <a:lnTo>
                      <a:pt x="9428" y="20334"/>
                    </a:lnTo>
                    <a:lnTo>
                      <a:pt x="9539" y="4954"/>
                    </a:lnTo>
                    <a:lnTo>
                      <a:pt x="1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53"/>
              <p:cNvSpPr/>
              <p:nvPr/>
            </p:nvSpPr>
            <p:spPr>
              <a:xfrm>
                <a:off x="6079794" y="2690139"/>
                <a:ext cx="141847" cy="603120"/>
              </a:xfrm>
              <a:custGeom>
                <a:avLst/>
                <a:gdLst/>
                <a:ahLst/>
                <a:cxnLst/>
                <a:rect l="l" t="t" r="r" b="b"/>
                <a:pathLst>
                  <a:path w="7765" h="33016" extrusionOk="0">
                    <a:moveTo>
                      <a:pt x="7764" y="0"/>
                    </a:moveTo>
                    <a:lnTo>
                      <a:pt x="1" y="5398"/>
                    </a:lnTo>
                    <a:lnTo>
                      <a:pt x="407" y="21961"/>
                    </a:lnTo>
                    <a:lnTo>
                      <a:pt x="7580" y="33015"/>
                    </a:lnTo>
                    <a:lnTo>
                      <a:pt x="77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53"/>
              <p:cNvSpPr/>
              <p:nvPr/>
            </p:nvSpPr>
            <p:spPr>
              <a:xfrm>
                <a:off x="5755618" y="2491590"/>
                <a:ext cx="5425" cy="921888"/>
              </a:xfrm>
              <a:custGeom>
                <a:avLst/>
                <a:gdLst/>
                <a:ahLst/>
                <a:cxnLst/>
                <a:rect l="l" t="t" r="r" b="b"/>
                <a:pathLst>
                  <a:path w="297" h="50466" fill="none" extrusionOk="0">
                    <a:moveTo>
                      <a:pt x="296" y="0"/>
                    </a:moveTo>
                    <a:lnTo>
                      <a:pt x="1" y="50465"/>
                    </a:lnTo>
                  </a:path>
                </a:pathLst>
              </a:custGeom>
              <a:noFill/>
              <a:ln w="83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53"/>
              <p:cNvSpPr/>
              <p:nvPr/>
            </p:nvSpPr>
            <p:spPr>
              <a:xfrm>
                <a:off x="5799515" y="2790775"/>
                <a:ext cx="104709" cy="432921"/>
              </a:xfrm>
              <a:custGeom>
                <a:avLst/>
                <a:gdLst/>
                <a:ahLst/>
                <a:cxnLst/>
                <a:rect l="l" t="t" r="r" b="b"/>
                <a:pathLst>
                  <a:path w="5732" h="23699" fill="none" extrusionOk="0">
                    <a:moveTo>
                      <a:pt x="1" y="23698"/>
                    </a:moveTo>
                    <a:lnTo>
                      <a:pt x="5657" y="17339"/>
                    </a:lnTo>
                    <a:lnTo>
                      <a:pt x="5731" y="2958"/>
                    </a:lnTo>
                    <a:lnTo>
                      <a:pt x="149" y="0"/>
                    </a:lnTo>
                    <a:close/>
                  </a:path>
                </a:pathLst>
              </a:custGeom>
              <a:noFill/>
              <a:ln w="83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53"/>
              <p:cNvSpPr/>
              <p:nvPr/>
            </p:nvSpPr>
            <p:spPr>
              <a:xfrm>
                <a:off x="6105459" y="2738767"/>
                <a:ext cx="101330" cy="464670"/>
              </a:xfrm>
              <a:custGeom>
                <a:avLst/>
                <a:gdLst/>
                <a:ahLst/>
                <a:cxnLst/>
                <a:rect l="l" t="t" r="r" b="b"/>
                <a:pathLst>
                  <a:path w="5547" h="25437" fill="none" extrusionOk="0">
                    <a:moveTo>
                      <a:pt x="0" y="3623"/>
                    </a:moveTo>
                    <a:lnTo>
                      <a:pt x="333" y="17820"/>
                    </a:lnTo>
                    <a:lnTo>
                      <a:pt x="5361" y="25436"/>
                    </a:lnTo>
                    <a:lnTo>
                      <a:pt x="5546" y="0"/>
                    </a:lnTo>
                    <a:close/>
                  </a:path>
                </a:pathLst>
              </a:custGeom>
              <a:noFill/>
              <a:ln w="83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53"/>
              <p:cNvSpPr/>
              <p:nvPr/>
            </p:nvSpPr>
            <p:spPr>
              <a:xfrm>
                <a:off x="5844088" y="2881948"/>
                <a:ext cx="305962" cy="78349"/>
              </a:xfrm>
              <a:custGeom>
                <a:avLst/>
                <a:gdLst/>
                <a:ahLst/>
                <a:cxnLst/>
                <a:rect l="l" t="t" r="r" b="b"/>
                <a:pathLst>
                  <a:path w="16749" h="4289" extrusionOk="0">
                    <a:moveTo>
                      <a:pt x="16749" y="0"/>
                    </a:moveTo>
                    <a:lnTo>
                      <a:pt x="1" y="1886"/>
                    </a:lnTo>
                    <a:lnTo>
                      <a:pt x="1" y="4289"/>
                    </a:lnTo>
                    <a:lnTo>
                      <a:pt x="16712" y="2440"/>
                    </a:lnTo>
                    <a:lnTo>
                      <a:pt x="167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53"/>
              <p:cNvSpPr/>
              <p:nvPr/>
            </p:nvSpPr>
            <p:spPr>
              <a:xfrm>
                <a:off x="5843412" y="2951511"/>
                <a:ext cx="305962" cy="78349"/>
              </a:xfrm>
              <a:custGeom>
                <a:avLst/>
                <a:gdLst/>
                <a:ahLst/>
                <a:cxnLst/>
                <a:rect l="l" t="t" r="r" b="b"/>
                <a:pathLst>
                  <a:path w="16749" h="4289" extrusionOk="0">
                    <a:moveTo>
                      <a:pt x="16749" y="0"/>
                    </a:moveTo>
                    <a:lnTo>
                      <a:pt x="38" y="1886"/>
                    </a:lnTo>
                    <a:lnTo>
                      <a:pt x="1" y="4289"/>
                    </a:lnTo>
                    <a:lnTo>
                      <a:pt x="1" y="4289"/>
                    </a:lnTo>
                    <a:lnTo>
                      <a:pt x="16749" y="2440"/>
                    </a:lnTo>
                    <a:lnTo>
                      <a:pt x="167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53"/>
              <p:cNvSpPr/>
              <p:nvPr/>
            </p:nvSpPr>
            <p:spPr>
              <a:xfrm>
                <a:off x="5874485" y="3239206"/>
                <a:ext cx="278269" cy="156699"/>
              </a:xfrm>
              <a:custGeom>
                <a:avLst/>
                <a:gdLst/>
                <a:ahLst/>
                <a:cxnLst/>
                <a:rect l="l" t="t" r="r" b="b"/>
                <a:pathLst>
                  <a:path w="15233" h="8578" extrusionOk="0">
                    <a:moveTo>
                      <a:pt x="11092" y="1"/>
                    </a:moveTo>
                    <a:lnTo>
                      <a:pt x="3328" y="1369"/>
                    </a:lnTo>
                    <a:lnTo>
                      <a:pt x="1" y="8578"/>
                    </a:lnTo>
                    <a:lnTo>
                      <a:pt x="15232" y="5398"/>
                    </a:lnTo>
                    <a:lnTo>
                      <a:pt x="1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53"/>
              <p:cNvSpPr/>
              <p:nvPr/>
            </p:nvSpPr>
            <p:spPr>
              <a:xfrm>
                <a:off x="5316632" y="2397713"/>
                <a:ext cx="395784" cy="940795"/>
              </a:xfrm>
              <a:custGeom>
                <a:avLst/>
                <a:gdLst/>
                <a:ahLst/>
                <a:cxnLst/>
                <a:rect l="l" t="t" r="r" b="b"/>
                <a:pathLst>
                  <a:path w="21666" h="51501" fill="none" extrusionOk="0">
                    <a:moveTo>
                      <a:pt x="1591" y="0"/>
                    </a:moveTo>
                    <a:lnTo>
                      <a:pt x="19595" y="7320"/>
                    </a:lnTo>
                    <a:lnTo>
                      <a:pt x="21666" y="10759"/>
                    </a:lnTo>
                    <a:lnTo>
                      <a:pt x="21444" y="50502"/>
                    </a:lnTo>
                    <a:lnTo>
                      <a:pt x="19336" y="51500"/>
                    </a:lnTo>
                    <a:lnTo>
                      <a:pt x="1" y="41259"/>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53"/>
              <p:cNvSpPr/>
              <p:nvPr/>
            </p:nvSpPr>
            <p:spPr>
              <a:xfrm>
                <a:off x="5532079" y="3173698"/>
                <a:ext cx="20953" cy="42563"/>
              </a:xfrm>
              <a:custGeom>
                <a:avLst/>
                <a:gdLst/>
                <a:ahLst/>
                <a:cxnLst/>
                <a:rect l="l" t="t" r="r" b="b"/>
                <a:pathLst>
                  <a:path w="1147" h="2330" fill="none" extrusionOk="0">
                    <a:moveTo>
                      <a:pt x="0" y="0"/>
                    </a:moveTo>
                    <a:lnTo>
                      <a:pt x="1146" y="2330"/>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53"/>
              <p:cNvSpPr/>
              <p:nvPr/>
            </p:nvSpPr>
            <p:spPr>
              <a:xfrm>
                <a:off x="5532079" y="3136560"/>
                <a:ext cx="20277" cy="42563"/>
              </a:xfrm>
              <a:custGeom>
                <a:avLst/>
                <a:gdLst/>
                <a:ahLst/>
                <a:cxnLst/>
                <a:rect l="l" t="t" r="r" b="b"/>
                <a:pathLst>
                  <a:path w="1110" h="2330" fill="none" extrusionOk="0">
                    <a:moveTo>
                      <a:pt x="0" y="0"/>
                    </a:moveTo>
                    <a:lnTo>
                      <a:pt x="1110" y="2329"/>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53"/>
              <p:cNvSpPr/>
              <p:nvPr/>
            </p:nvSpPr>
            <p:spPr>
              <a:xfrm>
                <a:off x="5531403" y="3098728"/>
                <a:ext cx="20953" cy="42563"/>
              </a:xfrm>
              <a:custGeom>
                <a:avLst/>
                <a:gdLst/>
                <a:ahLst/>
                <a:cxnLst/>
                <a:rect l="l" t="t" r="r" b="b"/>
                <a:pathLst>
                  <a:path w="1147" h="2330" fill="none" extrusionOk="0">
                    <a:moveTo>
                      <a:pt x="0" y="1"/>
                    </a:moveTo>
                    <a:lnTo>
                      <a:pt x="1147" y="2330"/>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53"/>
              <p:cNvSpPr/>
              <p:nvPr/>
            </p:nvSpPr>
            <p:spPr>
              <a:xfrm>
                <a:off x="5530727" y="3060915"/>
                <a:ext cx="20953" cy="43239"/>
              </a:xfrm>
              <a:custGeom>
                <a:avLst/>
                <a:gdLst/>
                <a:ahLst/>
                <a:cxnLst/>
                <a:rect l="l" t="t" r="r" b="b"/>
                <a:pathLst>
                  <a:path w="1147" h="2367" fill="none" extrusionOk="0">
                    <a:moveTo>
                      <a:pt x="0" y="0"/>
                    </a:moveTo>
                    <a:lnTo>
                      <a:pt x="1147" y="2366"/>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53"/>
              <p:cNvSpPr/>
              <p:nvPr/>
            </p:nvSpPr>
            <p:spPr>
              <a:xfrm>
                <a:off x="5530727" y="3023759"/>
                <a:ext cx="20277" cy="43257"/>
              </a:xfrm>
              <a:custGeom>
                <a:avLst/>
                <a:gdLst/>
                <a:ahLst/>
                <a:cxnLst/>
                <a:rect l="l" t="t" r="r" b="b"/>
                <a:pathLst>
                  <a:path w="1110" h="2368" fill="none" extrusionOk="0">
                    <a:moveTo>
                      <a:pt x="0" y="1"/>
                    </a:moveTo>
                    <a:lnTo>
                      <a:pt x="1110" y="2367"/>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53"/>
              <p:cNvSpPr/>
              <p:nvPr/>
            </p:nvSpPr>
            <p:spPr>
              <a:xfrm>
                <a:off x="5530051" y="2986621"/>
                <a:ext cx="20277" cy="42563"/>
              </a:xfrm>
              <a:custGeom>
                <a:avLst/>
                <a:gdLst/>
                <a:ahLst/>
                <a:cxnLst/>
                <a:rect l="l" t="t" r="r" b="b"/>
                <a:pathLst>
                  <a:path w="1110" h="2330" fill="none" extrusionOk="0">
                    <a:moveTo>
                      <a:pt x="0" y="1"/>
                    </a:moveTo>
                    <a:lnTo>
                      <a:pt x="1110" y="2330"/>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53"/>
              <p:cNvSpPr/>
              <p:nvPr/>
            </p:nvSpPr>
            <p:spPr>
              <a:xfrm>
                <a:off x="5529375" y="2948807"/>
                <a:ext cx="20953" cy="43239"/>
              </a:xfrm>
              <a:custGeom>
                <a:avLst/>
                <a:gdLst/>
                <a:ahLst/>
                <a:cxnLst/>
                <a:rect l="l" t="t" r="r" b="b"/>
                <a:pathLst>
                  <a:path w="1147" h="2367" fill="none" extrusionOk="0">
                    <a:moveTo>
                      <a:pt x="1" y="0"/>
                    </a:moveTo>
                    <a:lnTo>
                      <a:pt x="1147" y="2366"/>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53"/>
              <p:cNvSpPr/>
              <p:nvPr/>
            </p:nvSpPr>
            <p:spPr>
              <a:xfrm>
                <a:off x="5570569" y="3198688"/>
                <a:ext cx="20277" cy="42563"/>
              </a:xfrm>
              <a:custGeom>
                <a:avLst/>
                <a:gdLst/>
                <a:ahLst/>
                <a:cxnLst/>
                <a:rect l="l" t="t" r="r" b="b"/>
                <a:pathLst>
                  <a:path w="1110" h="2330" fill="none" extrusionOk="0">
                    <a:moveTo>
                      <a:pt x="1" y="0"/>
                    </a:moveTo>
                    <a:lnTo>
                      <a:pt x="1110" y="2330"/>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53"/>
              <p:cNvSpPr/>
              <p:nvPr/>
            </p:nvSpPr>
            <p:spPr>
              <a:xfrm>
                <a:off x="5569893" y="3160875"/>
                <a:ext cx="20953" cy="43239"/>
              </a:xfrm>
              <a:custGeom>
                <a:avLst/>
                <a:gdLst/>
                <a:ahLst/>
                <a:cxnLst/>
                <a:rect l="l" t="t" r="r" b="b"/>
                <a:pathLst>
                  <a:path w="1147" h="2367" fill="none" extrusionOk="0">
                    <a:moveTo>
                      <a:pt x="1" y="0"/>
                    </a:moveTo>
                    <a:lnTo>
                      <a:pt x="1147" y="2366"/>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53"/>
              <p:cNvSpPr/>
              <p:nvPr/>
            </p:nvSpPr>
            <p:spPr>
              <a:xfrm>
                <a:off x="5569217" y="3123718"/>
                <a:ext cx="20953" cy="43239"/>
              </a:xfrm>
              <a:custGeom>
                <a:avLst/>
                <a:gdLst/>
                <a:ahLst/>
                <a:cxnLst/>
                <a:rect l="l" t="t" r="r" b="b"/>
                <a:pathLst>
                  <a:path w="1147" h="2367" fill="none" extrusionOk="0">
                    <a:moveTo>
                      <a:pt x="1" y="1"/>
                    </a:moveTo>
                    <a:lnTo>
                      <a:pt x="1147" y="2367"/>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53"/>
              <p:cNvSpPr/>
              <p:nvPr/>
            </p:nvSpPr>
            <p:spPr>
              <a:xfrm>
                <a:off x="5568541" y="3085905"/>
                <a:ext cx="20953" cy="43239"/>
              </a:xfrm>
              <a:custGeom>
                <a:avLst/>
                <a:gdLst/>
                <a:ahLst/>
                <a:cxnLst/>
                <a:rect l="l" t="t" r="r" b="b"/>
                <a:pathLst>
                  <a:path w="1147" h="2367" fill="none" extrusionOk="0">
                    <a:moveTo>
                      <a:pt x="1" y="0"/>
                    </a:moveTo>
                    <a:lnTo>
                      <a:pt x="1147" y="2366"/>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53"/>
              <p:cNvSpPr/>
              <p:nvPr/>
            </p:nvSpPr>
            <p:spPr>
              <a:xfrm>
                <a:off x="5568541" y="3048749"/>
                <a:ext cx="20277" cy="43239"/>
              </a:xfrm>
              <a:custGeom>
                <a:avLst/>
                <a:gdLst/>
                <a:ahLst/>
                <a:cxnLst/>
                <a:rect l="l" t="t" r="r" b="b"/>
                <a:pathLst>
                  <a:path w="1110" h="2367" fill="none" extrusionOk="0">
                    <a:moveTo>
                      <a:pt x="1" y="1"/>
                    </a:moveTo>
                    <a:lnTo>
                      <a:pt x="1110" y="2367"/>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53"/>
              <p:cNvSpPr/>
              <p:nvPr/>
            </p:nvSpPr>
            <p:spPr>
              <a:xfrm>
                <a:off x="5567865" y="3011611"/>
                <a:ext cx="20953" cy="42563"/>
              </a:xfrm>
              <a:custGeom>
                <a:avLst/>
                <a:gdLst/>
                <a:ahLst/>
                <a:cxnLst/>
                <a:rect l="l" t="t" r="r" b="b"/>
                <a:pathLst>
                  <a:path w="1147" h="2330" fill="none" extrusionOk="0">
                    <a:moveTo>
                      <a:pt x="1" y="0"/>
                    </a:moveTo>
                    <a:lnTo>
                      <a:pt x="1147" y="2330"/>
                    </a:lnTo>
                  </a:path>
                </a:pathLst>
              </a:custGeom>
              <a:noFill/>
              <a:ln w="5550"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53"/>
              <p:cNvSpPr/>
              <p:nvPr/>
            </p:nvSpPr>
            <p:spPr>
              <a:xfrm>
                <a:off x="5567189" y="2973797"/>
                <a:ext cx="20953" cy="43239"/>
              </a:xfrm>
              <a:custGeom>
                <a:avLst/>
                <a:gdLst/>
                <a:ahLst/>
                <a:cxnLst/>
                <a:rect l="l" t="t" r="r" b="b"/>
                <a:pathLst>
                  <a:path w="1147" h="2367" fill="none" extrusionOk="0">
                    <a:moveTo>
                      <a:pt x="1" y="0"/>
                    </a:moveTo>
                    <a:lnTo>
                      <a:pt x="1147" y="2366"/>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53"/>
              <p:cNvSpPr/>
              <p:nvPr/>
            </p:nvSpPr>
            <p:spPr>
              <a:xfrm>
                <a:off x="5607049" y="3218271"/>
                <a:ext cx="20953" cy="42563"/>
              </a:xfrm>
              <a:custGeom>
                <a:avLst/>
                <a:gdLst/>
                <a:ahLst/>
                <a:cxnLst/>
                <a:rect l="l" t="t" r="r" b="b"/>
                <a:pathLst>
                  <a:path w="1147" h="2330" fill="none" extrusionOk="0">
                    <a:moveTo>
                      <a:pt x="0" y="1"/>
                    </a:moveTo>
                    <a:lnTo>
                      <a:pt x="1146" y="2330"/>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53"/>
              <p:cNvSpPr/>
              <p:nvPr/>
            </p:nvSpPr>
            <p:spPr>
              <a:xfrm>
                <a:off x="5607049" y="3180457"/>
                <a:ext cx="20277" cy="43239"/>
              </a:xfrm>
              <a:custGeom>
                <a:avLst/>
                <a:gdLst/>
                <a:ahLst/>
                <a:cxnLst/>
                <a:rect l="l" t="t" r="r" b="b"/>
                <a:pathLst>
                  <a:path w="1110" h="2367" fill="none" extrusionOk="0">
                    <a:moveTo>
                      <a:pt x="0" y="0"/>
                    </a:moveTo>
                    <a:lnTo>
                      <a:pt x="1109" y="2366"/>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53"/>
              <p:cNvSpPr/>
              <p:nvPr/>
            </p:nvSpPr>
            <p:spPr>
              <a:xfrm>
                <a:off x="5606373" y="3143301"/>
                <a:ext cx="20277" cy="42563"/>
              </a:xfrm>
              <a:custGeom>
                <a:avLst/>
                <a:gdLst/>
                <a:ahLst/>
                <a:cxnLst/>
                <a:rect l="l" t="t" r="r" b="b"/>
                <a:pathLst>
                  <a:path w="1110" h="2330" fill="none" extrusionOk="0">
                    <a:moveTo>
                      <a:pt x="0" y="1"/>
                    </a:moveTo>
                    <a:lnTo>
                      <a:pt x="1109" y="2330"/>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53"/>
              <p:cNvSpPr/>
              <p:nvPr/>
            </p:nvSpPr>
            <p:spPr>
              <a:xfrm>
                <a:off x="5605697" y="3105487"/>
                <a:ext cx="20953" cy="43239"/>
              </a:xfrm>
              <a:custGeom>
                <a:avLst/>
                <a:gdLst/>
                <a:ahLst/>
                <a:cxnLst/>
                <a:rect l="l" t="t" r="r" b="b"/>
                <a:pathLst>
                  <a:path w="1147" h="2367" fill="none" extrusionOk="0">
                    <a:moveTo>
                      <a:pt x="0" y="0"/>
                    </a:moveTo>
                    <a:lnTo>
                      <a:pt x="1146" y="2367"/>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53"/>
              <p:cNvSpPr/>
              <p:nvPr/>
            </p:nvSpPr>
            <p:spPr>
              <a:xfrm>
                <a:off x="5605021" y="3068350"/>
                <a:ext cx="20953" cy="42563"/>
              </a:xfrm>
              <a:custGeom>
                <a:avLst/>
                <a:gdLst/>
                <a:ahLst/>
                <a:cxnLst/>
                <a:rect l="l" t="t" r="r" b="b"/>
                <a:pathLst>
                  <a:path w="1147" h="2330" fill="none" extrusionOk="0">
                    <a:moveTo>
                      <a:pt x="0" y="0"/>
                    </a:moveTo>
                    <a:lnTo>
                      <a:pt x="1146" y="2329"/>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53"/>
              <p:cNvSpPr/>
              <p:nvPr/>
            </p:nvSpPr>
            <p:spPr>
              <a:xfrm>
                <a:off x="5605021" y="3030518"/>
                <a:ext cx="20277" cy="43239"/>
              </a:xfrm>
              <a:custGeom>
                <a:avLst/>
                <a:gdLst/>
                <a:ahLst/>
                <a:cxnLst/>
                <a:rect l="l" t="t" r="r" b="b"/>
                <a:pathLst>
                  <a:path w="1110" h="2367" fill="none" extrusionOk="0">
                    <a:moveTo>
                      <a:pt x="0" y="1"/>
                    </a:moveTo>
                    <a:lnTo>
                      <a:pt x="1109" y="2367"/>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53"/>
              <p:cNvSpPr/>
              <p:nvPr/>
            </p:nvSpPr>
            <p:spPr>
              <a:xfrm>
                <a:off x="5604345" y="2993380"/>
                <a:ext cx="20277" cy="42563"/>
              </a:xfrm>
              <a:custGeom>
                <a:avLst/>
                <a:gdLst/>
                <a:ahLst/>
                <a:cxnLst/>
                <a:rect l="l" t="t" r="r" b="b"/>
                <a:pathLst>
                  <a:path w="1110" h="2330" fill="none" extrusionOk="0">
                    <a:moveTo>
                      <a:pt x="0" y="0"/>
                    </a:moveTo>
                    <a:lnTo>
                      <a:pt x="1109" y="2329"/>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53"/>
              <p:cNvSpPr/>
              <p:nvPr/>
            </p:nvSpPr>
            <p:spPr>
              <a:xfrm>
                <a:off x="5647566" y="3236502"/>
                <a:ext cx="20277" cy="43239"/>
              </a:xfrm>
              <a:custGeom>
                <a:avLst/>
                <a:gdLst/>
                <a:ahLst/>
                <a:cxnLst/>
                <a:rect l="l" t="t" r="r" b="b"/>
                <a:pathLst>
                  <a:path w="1110" h="2367" fill="none" extrusionOk="0">
                    <a:moveTo>
                      <a:pt x="0" y="1"/>
                    </a:moveTo>
                    <a:lnTo>
                      <a:pt x="1110" y="2367"/>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53"/>
              <p:cNvSpPr/>
              <p:nvPr/>
            </p:nvSpPr>
            <p:spPr>
              <a:xfrm>
                <a:off x="5646890" y="3199364"/>
                <a:ext cx="20953" cy="42563"/>
              </a:xfrm>
              <a:custGeom>
                <a:avLst/>
                <a:gdLst/>
                <a:ahLst/>
                <a:cxnLst/>
                <a:rect l="l" t="t" r="r" b="b"/>
                <a:pathLst>
                  <a:path w="1147" h="2330" fill="none" extrusionOk="0">
                    <a:moveTo>
                      <a:pt x="0" y="0"/>
                    </a:moveTo>
                    <a:lnTo>
                      <a:pt x="1147" y="2329"/>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53"/>
              <p:cNvSpPr/>
              <p:nvPr/>
            </p:nvSpPr>
            <p:spPr>
              <a:xfrm>
                <a:off x="5646214" y="3161532"/>
                <a:ext cx="20953" cy="43257"/>
              </a:xfrm>
              <a:custGeom>
                <a:avLst/>
                <a:gdLst/>
                <a:ahLst/>
                <a:cxnLst/>
                <a:rect l="l" t="t" r="r" b="b"/>
                <a:pathLst>
                  <a:path w="1147" h="2368" fill="none" extrusionOk="0">
                    <a:moveTo>
                      <a:pt x="0" y="1"/>
                    </a:moveTo>
                    <a:lnTo>
                      <a:pt x="1147" y="2367"/>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53"/>
              <p:cNvSpPr/>
              <p:nvPr/>
            </p:nvSpPr>
            <p:spPr>
              <a:xfrm>
                <a:off x="5646214" y="3124394"/>
                <a:ext cx="20277" cy="42563"/>
              </a:xfrm>
              <a:custGeom>
                <a:avLst/>
                <a:gdLst/>
                <a:ahLst/>
                <a:cxnLst/>
                <a:rect l="l" t="t" r="r" b="b"/>
                <a:pathLst>
                  <a:path w="1110" h="2330" fill="none" extrusionOk="0">
                    <a:moveTo>
                      <a:pt x="0" y="1"/>
                    </a:moveTo>
                    <a:lnTo>
                      <a:pt x="1110" y="2330"/>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53"/>
              <p:cNvSpPr/>
              <p:nvPr/>
            </p:nvSpPr>
            <p:spPr>
              <a:xfrm>
                <a:off x="5645539" y="3086581"/>
                <a:ext cx="20277" cy="43239"/>
              </a:xfrm>
              <a:custGeom>
                <a:avLst/>
                <a:gdLst/>
                <a:ahLst/>
                <a:cxnLst/>
                <a:rect l="l" t="t" r="r" b="b"/>
                <a:pathLst>
                  <a:path w="1110" h="2367" fill="none" extrusionOk="0">
                    <a:moveTo>
                      <a:pt x="0" y="0"/>
                    </a:moveTo>
                    <a:lnTo>
                      <a:pt x="1110" y="2366"/>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53"/>
              <p:cNvSpPr/>
              <p:nvPr/>
            </p:nvSpPr>
            <p:spPr>
              <a:xfrm>
                <a:off x="5644863" y="3049424"/>
                <a:ext cx="20953" cy="42563"/>
              </a:xfrm>
              <a:custGeom>
                <a:avLst/>
                <a:gdLst/>
                <a:ahLst/>
                <a:cxnLst/>
                <a:rect l="l" t="t" r="r" b="b"/>
                <a:pathLst>
                  <a:path w="1147" h="2330" fill="none" extrusionOk="0">
                    <a:moveTo>
                      <a:pt x="1" y="1"/>
                    </a:moveTo>
                    <a:lnTo>
                      <a:pt x="1147" y="2330"/>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53"/>
              <p:cNvSpPr/>
              <p:nvPr/>
            </p:nvSpPr>
            <p:spPr>
              <a:xfrm>
                <a:off x="5644187" y="3012287"/>
                <a:ext cx="20953" cy="42563"/>
              </a:xfrm>
              <a:custGeom>
                <a:avLst/>
                <a:gdLst/>
                <a:ahLst/>
                <a:cxnLst/>
                <a:rect l="l" t="t" r="r" b="b"/>
                <a:pathLst>
                  <a:path w="1147" h="2330" fill="none" extrusionOk="0">
                    <a:moveTo>
                      <a:pt x="1" y="0"/>
                    </a:moveTo>
                    <a:lnTo>
                      <a:pt x="1147" y="2330"/>
                    </a:lnTo>
                  </a:path>
                </a:pathLst>
              </a:custGeom>
              <a:noFill/>
              <a:ln w="5550"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53"/>
              <p:cNvSpPr/>
              <p:nvPr/>
            </p:nvSpPr>
            <p:spPr>
              <a:xfrm>
                <a:off x="5355816" y="2601652"/>
                <a:ext cx="215447" cy="238446"/>
              </a:xfrm>
              <a:custGeom>
                <a:avLst/>
                <a:gdLst/>
                <a:ahLst/>
                <a:cxnLst/>
                <a:rect l="l" t="t" r="r" b="b"/>
                <a:pathLst>
                  <a:path w="11794" h="13053" extrusionOk="0">
                    <a:moveTo>
                      <a:pt x="5892" y="1"/>
                    </a:moveTo>
                    <a:cubicBezTo>
                      <a:pt x="2666" y="1"/>
                      <a:pt x="37" y="2944"/>
                      <a:pt x="0" y="6508"/>
                    </a:cubicBezTo>
                    <a:cubicBezTo>
                      <a:pt x="0" y="10094"/>
                      <a:pt x="2588" y="13052"/>
                      <a:pt x="5841" y="13052"/>
                    </a:cubicBezTo>
                    <a:cubicBezTo>
                      <a:pt x="5862" y="13052"/>
                      <a:pt x="5882" y="13052"/>
                      <a:pt x="5903" y="13052"/>
                    </a:cubicBezTo>
                    <a:cubicBezTo>
                      <a:pt x="9129" y="13052"/>
                      <a:pt x="11794" y="10146"/>
                      <a:pt x="11794" y="6582"/>
                    </a:cubicBezTo>
                    <a:cubicBezTo>
                      <a:pt x="11794" y="2959"/>
                      <a:pt x="9169" y="1"/>
                      <a:pt x="5952" y="1"/>
                    </a:cubicBezTo>
                    <a:cubicBezTo>
                      <a:pt x="5932" y="1"/>
                      <a:pt x="5912" y="1"/>
                      <a:pt x="58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53"/>
              <p:cNvSpPr/>
              <p:nvPr/>
            </p:nvSpPr>
            <p:spPr>
              <a:xfrm>
                <a:off x="5415916" y="2664473"/>
                <a:ext cx="95247" cy="112802"/>
              </a:xfrm>
              <a:custGeom>
                <a:avLst/>
                <a:gdLst/>
                <a:ahLst/>
                <a:cxnLst/>
                <a:rect l="l" t="t" r="r" b="b"/>
                <a:pathLst>
                  <a:path w="5214" h="6175" extrusionOk="0">
                    <a:moveTo>
                      <a:pt x="2625" y="1"/>
                    </a:moveTo>
                    <a:cubicBezTo>
                      <a:pt x="1184" y="1"/>
                      <a:pt x="0" y="1368"/>
                      <a:pt x="0" y="3069"/>
                    </a:cubicBezTo>
                    <a:cubicBezTo>
                      <a:pt x="0" y="4807"/>
                      <a:pt x="1147" y="6175"/>
                      <a:pt x="2588" y="6175"/>
                    </a:cubicBezTo>
                    <a:cubicBezTo>
                      <a:pt x="4030" y="6175"/>
                      <a:pt x="5213" y="4807"/>
                      <a:pt x="5213" y="3106"/>
                    </a:cubicBezTo>
                    <a:cubicBezTo>
                      <a:pt x="5213" y="1405"/>
                      <a:pt x="4067" y="37"/>
                      <a:pt x="26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53"/>
              <p:cNvSpPr/>
              <p:nvPr/>
            </p:nvSpPr>
            <p:spPr>
              <a:xfrm>
                <a:off x="5424027" y="2601670"/>
                <a:ext cx="25008" cy="119561"/>
              </a:xfrm>
              <a:custGeom>
                <a:avLst/>
                <a:gdLst/>
                <a:ahLst/>
                <a:cxnLst/>
                <a:rect l="l" t="t" r="r" b="b"/>
                <a:pathLst>
                  <a:path w="1369" h="6545" extrusionOk="0">
                    <a:moveTo>
                      <a:pt x="703" y="0"/>
                    </a:moveTo>
                    <a:lnTo>
                      <a:pt x="0" y="444"/>
                    </a:lnTo>
                    <a:lnTo>
                      <a:pt x="555" y="6507"/>
                    </a:lnTo>
                    <a:lnTo>
                      <a:pt x="1368" y="6544"/>
                    </a:lnTo>
                    <a:lnTo>
                      <a:pt x="7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53"/>
              <p:cNvSpPr/>
              <p:nvPr/>
            </p:nvSpPr>
            <p:spPr>
              <a:xfrm>
                <a:off x="5494265" y="2696222"/>
                <a:ext cx="76998" cy="38508"/>
              </a:xfrm>
              <a:custGeom>
                <a:avLst/>
                <a:gdLst/>
                <a:ahLst/>
                <a:cxnLst/>
                <a:rect l="l" t="t" r="r" b="b"/>
                <a:pathLst>
                  <a:path w="4215" h="2108" extrusionOk="0">
                    <a:moveTo>
                      <a:pt x="4215" y="0"/>
                    </a:moveTo>
                    <a:lnTo>
                      <a:pt x="0" y="1035"/>
                    </a:lnTo>
                    <a:lnTo>
                      <a:pt x="0" y="2107"/>
                    </a:lnTo>
                    <a:lnTo>
                      <a:pt x="4215" y="1405"/>
                    </a:lnTo>
                    <a:lnTo>
                      <a:pt x="4215" y="0"/>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53"/>
              <p:cNvSpPr/>
              <p:nvPr/>
            </p:nvSpPr>
            <p:spPr>
              <a:xfrm>
                <a:off x="5374723" y="2744850"/>
                <a:ext cx="74312" cy="57415"/>
              </a:xfrm>
              <a:custGeom>
                <a:avLst/>
                <a:gdLst/>
                <a:ahLst/>
                <a:cxnLst/>
                <a:rect l="l" t="t" r="r" b="b"/>
                <a:pathLst>
                  <a:path w="4068" h="3143" extrusionOk="0">
                    <a:moveTo>
                      <a:pt x="3365" y="0"/>
                    </a:moveTo>
                    <a:lnTo>
                      <a:pt x="0" y="2403"/>
                    </a:lnTo>
                    <a:lnTo>
                      <a:pt x="555" y="3143"/>
                    </a:lnTo>
                    <a:lnTo>
                      <a:pt x="4067" y="887"/>
                    </a:lnTo>
                    <a:lnTo>
                      <a:pt x="33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53"/>
              <p:cNvSpPr/>
              <p:nvPr/>
            </p:nvSpPr>
            <p:spPr>
              <a:xfrm>
                <a:off x="5296374" y="2311929"/>
                <a:ext cx="463994" cy="1108965"/>
              </a:xfrm>
              <a:custGeom>
                <a:avLst/>
                <a:gdLst/>
                <a:ahLst/>
                <a:cxnLst/>
                <a:rect l="l" t="t" r="r" b="b"/>
                <a:pathLst>
                  <a:path w="25400" h="60707" extrusionOk="0">
                    <a:moveTo>
                      <a:pt x="75" y="1"/>
                    </a:moveTo>
                    <a:lnTo>
                      <a:pt x="1" y="11166"/>
                    </a:lnTo>
                    <a:cubicBezTo>
                      <a:pt x="2995" y="14235"/>
                      <a:pt x="6101" y="17229"/>
                      <a:pt x="8541" y="20778"/>
                    </a:cubicBezTo>
                    <a:cubicBezTo>
                      <a:pt x="11646" y="25252"/>
                      <a:pt x="13347" y="30354"/>
                      <a:pt x="14567" y="35641"/>
                    </a:cubicBezTo>
                    <a:cubicBezTo>
                      <a:pt x="15861" y="41186"/>
                      <a:pt x="16600" y="46880"/>
                      <a:pt x="16711" y="52610"/>
                    </a:cubicBezTo>
                    <a:cubicBezTo>
                      <a:pt x="16711" y="53830"/>
                      <a:pt x="16711" y="55050"/>
                      <a:pt x="16674" y="56270"/>
                    </a:cubicBezTo>
                    <a:lnTo>
                      <a:pt x="25104" y="60707"/>
                    </a:lnTo>
                    <a:lnTo>
                      <a:pt x="25399" y="9835"/>
                    </a:lnTo>
                    <a:lnTo>
                      <a:pt x="75" y="1"/>
                    </a:lnTo>
                    <a:close/>
                  </a:path>
                </a:pathLst>
              </a:custGeom>
              <a:solidFill>
                <a:schemeClr val="dk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53"/>
              <p:cNvSpPr/>
              <p:nvPr/>
            </p:nvSpPr>
            <p:spPr>
              <a:xfrm>
                <a:off x="5430092" y="2318012"/>
                <a:ext cx="374173" cy="144551"/>
              </a:xfrm>
              <a:custGeom>
                <a:avLst/>
                <a:gdLst/>
                <a:ahLst/>
                <a:cxnLst/>
                <a:rect l="l" t="t" r="r" b="b"/>
                <a:pathLst>
                  <a:path w="20483" h="7913" extrusionOk="0">
                    <a:moveTo>
                      <a:pt x="1960" y="1"/>
                    </a:moveTo>
                    <a:lnTo>
                      <a:pt x="1" y="370"/>
                    </a:lnTo>
                    <a:lnTo>
                      <a:pt x="18153" y="7912"/>
                    </a:lnTo>
                    <a:lnTo>
                      <a:pt x="20483" y="7432"/>
                    </a:lnTo>
                    <a:lnTo>
                      <a:pt x="19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53"/>
              <p:cNvSpPr/>
              <p:nvPr/>
            </p:nvSpPr>
            <p:spPr>
              <a:xfrm>
                <a:off x="5647566" y="2292346"/>
                <a:ext cx="474791" cy="131709"/>
              </a:xfrm>
              <a:custGeom>
                <a:avLst/>
                <a:gdLst/>
                <a:ahLst/>
                <a:cxnLst/>
                <a:rect l="l" t="t" r="r" b="b"/>
                <a:pathLst>
                  <a:path w="25991" h="7210" extrusionOk="0">
                    <a:moveTo>
                      <a:pt x="2847" y="1"/>
                    </a:moveTo>
                    <a:lnTo>
                      <a:pt x="0" y="112"/>
                    </a:lnTo>
                    <a:lnTo>
                      <a:pt x="21443" y="7173"/>
                    </a:lnTo>
                    <a:lnTo>
                      <a:pt x="25991" y="7210"/>
                    </a:lnTo>
                    <a:lnTo>
                      <a:pt x="25991" y="7210"/>
                    </a:lnTo>
                    <a:lnTo>
                      <a:pt x="284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53"/>
              <p:cNvSpPr/>
              <p:nvPr/>
            </p:nvSpPr>
            <p:spPr>
              <a:xfrm>
                <a:off x="5554365" y="2305188"/>
                <a:ext cx="394432" cy="137116"/>
              </a:xfrm>
              <a:custGeom>
                <a:avLst/>
                <a:gdLst/>
                <a:ahLst/>
                <a:cxnLst/>
                <a:rect l="l" t="t" r="r" b="b"/>
                <a:pathLst>
                  <a:path w="21592" h="7506" extrusionOk="0">
                    <a:moveTo>
                      <a:pt x="1775" y="0"/>
                    </a:moveTo>
                    <a:lnTo>
                      <a:pt x="0" y="370"/>
                    </a:lnTo>
                    <a:lnTo>
                      <a:pt x="18412" y="7505"/>
                    </a:lnTo>
                    <a:lnTo>
                      <a:pt x="21591" y="7062"/>
                    </a:lnTo>
                    <a:lnTo>
                      <a:pt x="17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53"/>
              <p:cNvSpPr/>
              <p:nvPr/>
            </p:nvSpPr>
            <p:spPr>
              <a:xfrm>
                <a:off x="5297725" y="2267356"/>
                <a:ext cx="447115" cy="73636"/>
              </a:xfrm>
              <a:custGeom>
                <a:avLst/>
                <a:gdLst/>
                <a:ahLst/>
                <a:cxnLst/>
                <a:rect l="l" t="t" r="r" b="b"/>
                <a:pathLst>
                  <a:path w="24476" h="4031" extrusionOk="0">
                    <a:moveTo>
                      <a:pt x="20704" y="1"/>
                    </a:moveTo>
                    <a:lnTo>
                      <a:pt x="1" y="2441"/>
                    </a:lnTo>
                    <a:lnTo>
                      <a:pt x="4437" y="4031"/>
                    </a:lnTo>
                    <a:lnTo>
                      <a:pt x="24475" y="1110"/>
                    </a:lnTo>
                    <a:lnTo>
                      <a:pt x="2070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53"/>
              <p:cNvSpPr/>
              <p:nvPr/>
            </p:nvSpPr>
            <p:spPr>
              <a:xfrm>
                <a:off x="5652297" y="2392982"/>
                <a:ext cx="574074" cy="98626"/>
              </a:xfrm>
              <a:custGeom>
                <a:avLst/>
                <a:gdLst/>
                <a:ahLst/>
                <a:cxnLst/>
                <a:rect l="l" t="t" r="r" b="b"/>
                <a:pathLst>
                  <a:path w="31426" h="5399" extrusionOk="0">
                    <a:moveTo>
                      <a:pt x="24031" y="0"/>
                    </a:moveTo>
                    <a:lnTo>
                      <a:pt x="0" y="3254"/>
                    </a:lnTo>
                    <a:lnTo>
                      <a:pt x="5952" y="5398"/>
                    </a:lnTo>
                    <a:lnTo>
                      <a:pt x="31425" y="1997"/>
                    </a:lnTo>
                    <a:lnTo>
                      <a:pt x="240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53"/>
              <p:cNvSpPr/>
              <p:nvPr/>
            </p:nvSpPr>
            <p:spPr>
              <a:xfrm>
                <a:off x="7686475" y="2361909"/>
                <a:ext cx="311370" cy="319553"/>
              </a:xfrm>
              <a:custGeom>
                <a:avLst/>
                <a:gdLst/>
                <a:ahLst/>
                <a:cxnLst/>
                <a:rect l="l" t="t" r="r" b="b"/>
                <a:pathLst>
                  <a:path w="17045" h="17493" extrusionOk="0">
                    <a:moveTo>
                      <a:pt x="10398" y="1"/>
                    </a:moveTo>
                    <a:cubicBezTo>
                      <a:pt x="10036" y="1"/>
                      <a:pt x="9675" y="25"/>
                      <a:pt x="9317" y="75"/>
                    </a:cubicBezTo>
                    <a:cubicBezTo>
                      <a:pt x="8837" y="149"/>
                      <a:pt x="8134" y="38"/>
                      <a:pt x="7654" y="259"/>
                    </a:cubicBezTo>
                    <a:cubicBezTo>
                      <a:pt x="7284" y="444"/>
                      <a:pt x="3846" y="444"/>
                      <a:pt x="2219" y="7469"/>
                    </a:cubicBezTo>
                    <a:cubicBezTo>
                      <a:pt x="1960" y="8541"/>
                      <a:pt x="1" y="11018"/>
                      <a:pt x="1443" y="11499"/>
                    </a:cubicBezTo>
                    <a:cubicBezTo>
                      <a:pt x="2367" y="11794"/>
                      <a:pt x="2626" y="11203"/>
                      <a:pt x="2847" y="12460"/>
                    </a:cubicBezTo>
                    <a:cubicBezTo>
                      <a:pt x="2958" y="13199"/>
                      <a:pt x="2958" y="13939"/>
                      <a:pt x="3069" y="14641"/>
                    </a:cubicBezTo>
                    <a:cubicBezTo>
                      <a:pt x="3328" y="15935"/>
                      <a:pt x="3735" y="17044"/>
                      <a:pt x="5140" y="17414"/>
                    </a:cubicBezTo>
                    <a:cubicBezTo>
                      <a:pt x="5330" y="17468"/>
                      <a:pt x="5603" y="17492"/>
                      <a:pt x="5936" y="17492"/>
                    </a:cubicBezTo>
                    <a:cubicBezTo>
                      <a:pt x="8124" y="17492"/>
                      <a:pt x="12902" y="16427"/>
                      <a:pt x="13865" y="15528"/>
                    </a:cubicBezTo>
                    <a:cubicBezTo>
                      <a:pt x="15565" y="13865"/>
                      <a:pt x="15824" y="11683"/>
                      <a:pt x="16342" y="9280"/>
                    </a:cubicBezTo>
                    <a:cubicBezTo>
                      <a:pt x="17044" y="5879"/>
                      <a:pt x="15787" y="1406"/>
                      <a:pt x="12534" y="296"/>
                    </a:cubicBezTo>
                    <a:cubicBezTo>
                      <a:pt x="11844" y="99"/>
                      <a:pt x="11121" y="1"/>
                      <a:pt x="10398" y="1"/>
                    </a:cubicBezTo>
                    <a:close/>
                  </a:path>
                </a:pathLst>
              </a:custGeom>
              <a:solidFill>
                <a:srgbClr val="FFA2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53"/>
              <p:cNvSpPr/>
              <p:nvPr/>
            </p:nvSpPr>
            <p:spPr>
              <a:xfrm>
                <a:off x="7806693" y="2599642"/>
                <a:ext cx="162782" cy="168865"/>
              </a:xfrm>
              <a:custGeom>
                <a:avLst/>
                <a:gdLst/>
                <a:ahLst/>
                <a:cxnLst/>
                <a:rect l="l" t="t" r="r" b="b"/>
                <a:pathLst>
                  <a:path w="8911" h="9244" extrusionOk="0">
                    <a:moveTo>
                      <a:pt x="8134" y="0"/>
                    </a:moveTo>
                    <a:lnTo>
                      <a:pt x="592" y="1960"/>
                    </a:lnTo>
                    <a:lnTo>
                      <a:pt x="0" y="9243"/>
                    </a:lnTo>
                    <a:cubicBezTo>
                      <a:pt x="0" y="9243"/>
                      <a:pt x="3919" y="9243"/>
                      <a:pt x="6101" y="8651"/>
                    </a:cubicBezTo>
                    <a:cubicBezTo>
                      <a:pt x="6988" y="8393"/>
                      <a:pt x="7949" y="8208"/>
                      <a:pt x="8910" y="8097"/>
                    </a:cubicBezTo>
                    <a:cubicBezTo>
                      <a:pt x="8467" y="6618"/>
                      <a:pt x="8208" y="5065"/>
                      <a:pt x="8097" y="3513"/>
                    </a:cubicBezTo>
                    <a:cubicBezTo>
                      <a:pt x="7986" y="2329"/>
                      <a:pt x="8023" y="1146"/>
                      <a:pt x="8134" y="0"/>
                    </a:cubicBezTo>
                    <a:close/>
                  </a:path>
                </a:pathLst>
              </a:custGeom>
              <a:solidFill>
                <a:srgbClr val="FFA2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53"/>
              <p:cNvSpPr/>
              <p:nvPr/>
            </p:nvSpPr>
            <p:spPr>
              <a:xfrm>
                <a:off x="7747945" y="2342746"/>
                <a:ext cx="372127" cy="382394"/>
              </a:xfrm>
              <a:custGeom>
                <a:avLst/>
                <a:gdLst/>
                <a:ahLst/>
                <a:cxnLst/>
                <a:rect l="l" t="t" r="r" b="b"/>
                <a:pathLst>
                  <a:path w="20371" h="20933" extrusionOk="0">
                    <a:moveTo>
                      <a:pt x="6658" y="0"/>
                    </a:moveTo>
                    <a:cubicBezTo>
                      <a:pt x="6287" y="0"/>
                      <a:pt x="5926" y="39"/>
                      <a:pt x="5583" y="125"/>
                    </a:cubicBezTo>
                    <a:cubicBezTo>
                      <a:pt x="4584" y="347"/>
                      <a:pt x="3512" y="495"/>
                      <a:pt x="2662" y="1050"/>
                    </a:cubicBezTo>
                    <a:cubicBezTo>
                      <a:pt x="1959" y="1493"/>
                      <a:pt x="1294" y="2307"/>
                      <a:pt x="592" y="2639"/>
                    </a:cubicBezTo>
                    <a:lnTo>
                      <a:pt x="629" y="2676"/>
                    </a:lnTo>
                    <a:cubicBezTo>
                      <a:pt x="185" y="3083"/>
                      <a:pt x="0" y="3712"/>
                      <a:pt x="222" y="4303"/>
                    </a:cubicBezTo>
                    <a:cubicBezTo>
                      <a:pt x="592" y="5006"/>
                      <a:pt x="1220" y="4821"/>
                      <a:pt x="1812" y="5042"/>
                    </a:cubicBezTo>
                    <a:cubicBezTo>
                      <a:pt x="3032" y="5486"/>
                      <a:pt x="2625" y="7113"/>
                      <a:pt x="3401" y="8074"/>
                    </a:cubicBezTo>
                    <a:cubicBezTo>
                      <a:pt x="4252" y="9109"/>
                      <a:pt x="5804" y="9146"/>
                      <a:pt x="4880" y="10810"/>
                    </a:cubicBezTo>
                    <a:cubicBezTo>
                      <a:pt x="4178" y="12030"/>
                      <a:pt x="3882" y="13398"/>
                      <a:pt x="4954" y="14507"/>
                    </a:cubicBezTo>
                    <a:cubicBezTo>
                      <a:pt x="6359" y="15986"/>
                      <a:pt x="4732" y="17206"/>
                      <a:pt x="5102" y="18943"/>
                    </a:cubicBezTo>
                    <a:cubicBezTo>
                      <a:pt x="5250" y="19794"/>
                      <a:pt x="5841" y="20459"/>
                      <a:pt x="6655" y="20792"/>
                    </a:cubicBezTo>
                    <a:cubicBezTo>
                      <a:pt x="6901" y="20891"/>
                      <a:pt x="7086" y="20932"/>
                      <a:pt x="7249" y="20932"/>
                    </a:cubicBezTo>
                    <a:cubicBezTo>
                      <a:pt x="7575" y="20932"/>
                      <a:pt x="7813" y="20767"/>
                      <a:pt x="8281" y="20570"/>
                    </a:cubicBezTo>
                    <a:cubicBezTo>
                      <a:pt x="8578" y="20433"/>
                      <a:pt x="8873" y="20380"/>
                      <a:pt x="9169" y="20380"/>
                    </a:cubicBezTo>
                    <a:cubicBezTo>
                      <a:pt x="10130" y="20380"/>
                      <a:pt x="11102" y="20932"/>
                      <a:pt x="12170" y="20932"/>
                    </a:cubicBezTo>
                    <a:cubicBezTo>
                      <a:pt x="12456" y="20932"/>
                      <a:pt x="12749" y="20893"/>
                      <a:pt x="13051" y="20792"/>
                    </a:cubicBezTo>
                    <a:cubicBezTo>
                      <a:pt x="14234" y="20348"/>
                      <a:pt x="14677" y="19609"/>
                      <a:pt x="15417" y="18685"/>
                    </a:cubicBezTo>
                    <a:cubicBezTo>
                      <a:pt x="16082" y="17871"/>
                      <a:pt x="16970" y="17908"/>
                      <a:pt x="17894" y="17539"/>
                    </a:cubicBezTo>
                    <a:cubicBezTo>
                      <a:pt x="18818" y="17206"/>
                      <a:pt x="19558" y="16540"/>
                      <a:pt x="19964" y="15616"/>
                    </a:cubicBezTo>
                    <a:cubicBezTo>
                      <a:pt x="20371" y="14618"/>
                      <a:pt x="19816" y="14470"/>
                      <a:pt x="19594" y="13657"/>
                    </a:cubicBezTo>
                    <a:cubicBezTo>
                      <a:pt x="19410" y="12843"/>
                      <a:pt x="20371" y="12104"/>
                      <a:pt x="20149" y="11143"/>
                    </a:cubicBezTo>
                    <a:cubicBezTo>
                      <a:pt x="19927" y="10144"/>
                      <a:pt x="18892" y="9368"/>
                      <a:pt x="18116" y="8850"/>
                    </a:cubicBezTo>
                    <a:cubicBezTo>
                      <a:pt x="16711" y="7778"/>
                      <a:pt x="15565" y="6410"/>
                      <a:pt x="14751" y="4821"/>
                    </a:cubicBezTo>
                    <a:cubicBezTo>
                      <a:pt x="14123" y="3675"/>
                      <a:pt x="13199" y="2676"/>
                      <a:pt x="12052" y="1974"/>
                    </a:cubicBezTo>
                    <a:cubicBezTo>
                      <a:pt x="10634" y="987"/>
                      <a:pt x="8521" y="0"/>
                      <a:pt x="66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53"/>
              <p:cNvSpPr/>
              <p:nvPr/>
            </p:nvSpPr>
            <p:spPr>
              <a:xfrm>
                <a:off x="7779676" y="2480775"/>
                <a:ext cx="146578" cy="125772"/>
              </a:xfrm>
              <a:custGeom>
                <a:avLst/>
                <a:gdLst/>
                <a:ahLst/>
                <a:cxnLst/>
                <a:rect l="l" t="t" r="r" b="b"/>
                <a:pathLst>
                  <a:path w="8024" h="6885" extrusionOk="0">
                    <a:moveTo>
                      <a:pt x="4548" y="0"/>
                    </a:moveTo>
                    <a:cubicBezTo>
                      <a:pt x="1553" y="0"/>
                      <a:pt x="1" y="3624"/>
                      <a:pt x="2071" y="5805"/>
                    </a:cubicBezTo>
                    <a:cubicBezTo>
                      <a:pt x="2777" y="6549"/>
                      <a:pt x="3669" y="6884"/>
                      <a:pt x="4544" y="6884"/>
                    </a:cubicBezTo>
                    <a:cubicBezTo>
                      <a:pt x="6234" y="6884"/>
                      <a:pt x="7865" y="5634"/>
                      <a:pt x="7986" y="3661"/>
                    </a:cubicBezTo>
                    <a:cubicBezTo>
                      <a:pt x="8023" y="1701"/>
                      <a:pt x="6507" y="74"/>
                      <a:pt x="45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53"/>
              <p:cNvSpPr/>
              <p:nvPr/>
            </p:nvSpPr>
            <p:spPr>
              <a:xfrm>
                <a:off x="7816832" y="2482803"/>
                <a:ext cx="108071" cy="129005"/>
              </a:xfrm>
              <a:custGeom>
                <a:avLst/>
                <a:gdLst/>
                <a:ahLst/>
                <a:cxnLst/>
                <a:rect l="l" t="t" r="r" b="b"/>
                <a:pathLst>
                  <a:path w="5916" h="7062" extrusionOk="0">
                    <a:moveTo>
                      <a:pt x="3512" y="0"/>
                    </a:moveTo>
                    <a:lnTo>
                      <a:pt x="3512" y="0"/>
                    </a:lnTo>
                    <a:cubicBezTo>
                      <a:pt x="4141" y="666"/>
                      <a:pt x="4473" y="1590"/>
                      <a:pt x="4473" y="2514"/>
                    </a:cubicBezTo>
                    <a:cubicBezTo>
                      <a:pt x="4547" y="4474"/>
                      <a:pt x="2995" y="6101"/>
                      <a:pt x="1072" y="6138"/>
                    </a:cubicBezTo>
                    <a:cubicBezTo>
                      <a:pt x="702" y="6138"/>
                      <a:pt x="333" y="6101"/>
                      <a:pt x="0" y="5990"/>
                    </a:cubicBezTo>
                    <a:lnTo>
                      <a:pt x="0" y="5990"/>
                    </a:lnTo>
                    <a:cubicBezTo>
                      <a:pt x="629" y="6655"/>
                      <a:pt x="1516" y="7062"/>
                      <a:pt x="2440" y="7062"/>
                    </a:cubicBezTo>
                    <a:cubicBezTo>
                      <a:pt x="4400" y="7025"/>
                      <a:pt x="5915" y="5398"/>
                      <a:pt x="5878" y="3439"/>
                    </a:cubicBezTo>
                    <a:cubicBezTo>
                      <a:pt x="5915" y="1923"/>
                      <a:pt x="4954" y="518"/>
                      <a:pt x="35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53"/>
              <p:cNvSpPr/>
              <p:nvPr/>
            </p:nvSpPr>
            <p:spPr>
              <a:xfrm>
                <a:off x="7820869" y="2518589"/>
                <a:ext cx="49322" cy="42417"/>
              </a:xfrm>
              <a:custGeom>
                <a:avLst/>
                <a:gdLst/>
                <a:ahLst/>
                <a:cxnLst/>
                <a:rect l="l" t="t" r="r" b="b"/>
                <a:pathLst>
                  <a:path w="2700" h="2322" extrusionOk="0">
                    <a:moveTo>
                      <a:pt x="1554" y="1"/>
                    </a:moveTo>
                    <a:cubicBezTo>
                      <a:pt x="518" y="1"/>
                      <a:pt x="1" y="1258"/>
                      <a:pt x="740" y="1997"/>
                    </a:cubicBezTo>
                    <a:cubicBezTo>
                      <a:pt x="976" y="2221"/>
                      <a:pt x="1260" y="2321"/>
                      <a:pt x="1538" y="2321"/>
                    </a:cubicBezTo>
                    <a:cubicBezTo>
                      <a:pt x="2133" y="2321"/>
                      <a:pt x="2700" y="1864"/>
                      <a:pt x="2700" y="1184"/>
                    </a:cubicBezTo>
                    <a:cubicBezTo>
                      <a:pt x="2700" y="518"/>
                      <a:pt x="2182" y="1"/>
                      <a:pt x="1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53"/>
              <p:cNvSpPr/>
              <p:nvPr/>
            </p:nvSpPr>
            <p:spPr>
              <a:xfrm>
                <a:off x="7787111" y="2343002"/>
                <a:ext cx="83081" cy="143875"/>
              </a:xfrm>
              <a:custGeom>
                <a:avLst/>
                <a:gdLst/>
                <a:ahLst/>
                <a:cxnLst/>
                <a:rect l="l" t="t" r="r" b="b"/>
                <a:pathLst>
                  <a:path w="4548" h="7876" extrusionOk="0">
                    <a:moveTo>
                      <a:pt x="4548" y="0"/>
                    </a:moveTo>
                    <a:cubicBezTo>
                      <a:pt x="3586" y="111"/>
                      <a:pt x="2625" y="296"/>
                      <a:pt x="1701" y="555"/>
                    </a:cubicBezTo>
                    <a:cubicBezTo>
                      <a:pt x="0" y="962"/>
                      <a:pt x="296" y="1664"/>
                      <a:pt x="296" y="1664"/>
                    </a:cubicBezTo>
                    <a:lnTo>
                      <a:pt x="2773" y="7875"/>
                    </a:lnTo>
                    <a:lnTo>
                      <a:pt x="4548" y="7653"/>
                    </a:lnTo>
                    <a:lnTo>
                      <a:pt x="45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53"/>
              <p:cNvSpPr/>
              <p:nvPr/>
            </p:nvSpPr>
            <p:spPr>
              <a:xfrm>
                <a:off x="7013811" y="2929900"/>
                <a:ext cx="183040" cy="183716"/>
              </a:xfrm>
              <a:custGeom>
                <a:avLst/>
                <a:gdLst/>
                <a:ahLst/>
                <a:cxnLst/>
                <a:rect l="l" t="t" r="r" b="b"/>
                <a:pathLst>
                  <a:path w="10020" h="10057" extrusionOk="0">
                    <a:moveTo>
                      <a:pt x="2478" y="0"/>
                    </a:moveTo>
                    <a:lnTo>
                      <a:pt x="2478" y="0"/>
                    </a:lnTo>
                    <a:cubicBezTo>
                      <a:pt x="1923" y="1146"/>
                      <a:pt x="3439" y="2144"/>
                      <a:pt x="3772" y="3106"/>
                    </a:cubicBezTo>
                    <a:cubicBezTo>
                      <a:pt x="3414" y="2780"/>
                      <a:pt x="1882" y="766"/>
                      <a:pt x="1218" y="766"/>
                    </a:cubicBezTo>
                    <a:cubicBezTo>
                      <a:pt x="1127" y="766"/>
                      <a:pt x="1052" y="803"/>
                      <a:pt x="999" y="887"/>
                    </a:cubicBezTo>
                    <a:cubicBezTo>
                      <a:pt x="666" y="1442"/>
                      <a:pt x="2478" y="3364"/>
                      <a:pt x="2700" y="3808"/>
                    </a:cubicBezTo>
                    <a:cubicBezTo>
                      <a:pt x="1886" y="2995"/>
                      <a:pt x="1480" y="1701"/>
                      <a:pt x="223" y="1442"/>
                    </a:cubicBezTo>
                    <a:lnTo>
                      <a:pt x="223" y="1442"/>
                    </a:lnTo>
                    <a:cubicBezTo>
                      <a:pt x="1" y="2588"/>
                      <a:pt x="1886" y="4510"/>
                      <a:pt x="2663" y="5213"/>
                    </a:cubicBezTo>
                    <a:cubicBezTo>
                      <a:pt x="2219" y="4880"/>
                      <a:pt x="1480" y="4547"/>
                      <a:pt x="1295" y="4363"/>
                    </a:cubicBezTo>
                    <a:cubicBezTo>
                      <a:pt x="1114" y="4155"/>
                      <a:pt x="860" y="3912"/>
                      <a:pt x="686" y="3912"/>
                    </a:cubicBezTo>
                    <a:cubicBezTo>
                      <a:pt x="611" y="3912"/>
                      <a:pt x="552" y="3956"/>
                      <a:pt x="519" y="4067"/>
                    </a:cubicBezTo>
                    <a:cubicBezTo>
                      <a:pt x="186" y="5028"/>
                      <a:pt x="2663" y="6803"/>
                      <a:pt x="3550" y="7394"/>
                    </a:cubicBezTo>
                    <a:cubicBezTo>
                      <a:pt x="5140" y="8503"/>
                      <a:pt x="6212" y="9391"/>
                      <a:pt x="7617" y="10056"/>
                    </a:cubicBezTo>
                    <a:lnTo>
                      <a:pt x="7358" y="9908"/>
                    </a:lnTo>
                    <a:cubicBezTo>
                      <a:pt x="7839" y="9575"/>
                      <a:pt x="8319" y="9206"/>
                      <a:pt x="8763" y="8836"/>
                    </a:cubicBezTo>
                    <a:cubicBezTo>
                      <a:pt x="9244" y="8318"/>
                      <a:pt x="9650" y="7764"/>
                      <a:pt x="10020" y="7135"/>
                    </a:cubicBezTo>
                    <a:cubicBezTo>
                      <a:pt x="9170" y="6026"/>
                      <a:pt x="8024" y="4991"/>
                      <a:pt x="7469" y="3697"/>
                    </a:cubicBezTo>
                    <a:cubicBezTo>
                      <a:pt x="7284" y="3216"/>
                      <a:pt x="7136" y="1738"/>
                      <a:pt x="6582" y="1516"/>
                    </a:cubicBezTo>
                    <a:cubicBezTo>
                      <a:pt x="6517" y="1494"/>
                      <a:pt x="6460" y="1484"/>
                      <a:pt x="6408" y="1484"/>
                    </a:cubicBezTo>
                    <a:cubicBezTo>
                      <a:pt x="5840" y="1484"/>
                      <a:pt x="6024" y="2702"/>
                      <a:pt x="5990" y="3143"/>
                    </a:cubicBezTo>
                    <a:cubicBezTo>
                      <a:pt x="4622" y="3143"/>
                      <a:pt x="3809" y="444"/>
                      <a:pt x="2478" y="0"/>
                    </a:cubicBezTo>
                    <a:close/>
                  </a:path>
                </a:pathLst>
              </a:custGeom>
              <a:solidFill>
                <a:srgbClr val="FFA2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53"/>
              <p:cNvSpPr/>
              <p:nvPr/>
            </p:nvSpPr>
            <p:spPr>
              <a:xfrm>
                <a:off x="7118502" y="3896836"/>
                <a:ext cx="289741" cy="170217"/>
              </a:xfrm>
              <a:custGeom>
                <a:avLst/>
                <a:gdLst/>
                <a:ahLst/>
                <a:cxnLst/>
                <a:rect l="l" t="t" r="r" b="b"/>
                <a:pathLst>
                  <a:path w="15861" h="9318" extrusionOk="0">
                    <a:moveTo>
                      <a:pt x="10642" y="0"/>
                    </a:moveTo>
                    <a:cubicBezTo>
                      <a:pt x="10570" y="0"/>
                      <a:pt x="10498" y="4"/>
                      <a:pt x="10426" y="10"/>
                    </a:cubicBezTo>
                    <a:cubicBezTo>
                      <a:pt x="9798" y="84"/>
                      <a:pt x="9280" y="602"/>
                      <a:pt x="8799" y="1045"/>
                    </a:cubicBezTo>
                    <a:cubicBezTo>
                      <a:pt x="6581" y="3005"/>
                      <a:pt x="3661" y="3855"/>
                      <a:pt x="1147" y="5371"/>
                    </a:cubicBezTo>
                    <a:cubicBezTo>
                      <a:pt x="888" y="5482"/>
                      <a:pt x="666" y="5667"/>
                      <a:pt x="481" y="5888"/>
                    </a:cubicBezTo>
                    <a:cubicBezTo>
                      <a:pt x="0" y="6554"/>
                      <a:pt x="259" y="7552"/>
                      <a:pt x="814" y="8144"/>
                    </a:cubicBezTo>
                    <a:cubicBezTo>
                      <a:pt x="1600" y="8995"/>
                      <a:pt x="2720" y="9318"/>
                      <a:pt x="3895" y="9318"/>
                    </a:cubicBezTo>
                    <a:cubicBezTo>
                      <a:pt x="4709" y="9318"/>
                      <a:pt x="5550" y="9162"/>
                      <a:pt x="6322" y="8920"/>
                    </a:cubicBezTo>
                    <a:cubicBezTo>
                      <a:pt x="8103" y="8396"/>
                      <a:pt x="9883" y="7543"/>
                      <a:pt x="11726" y="7543"/>
                    </a:cubicBezTo>
                    <a:cubicBezTo>
                      <a:pt x="11835" y="7543"/>
                      <a:pt x="11944" y="7546"/>
                      <a:pt x="12053" y="7552"/>
                    </a:cubicBezTo>
                    <a:cubicBezTo>
                      <a:pt x="12334" y="7595"/>
                      <a:pt x="12616" y="7613"/>
                      <a:pt x="12897" y="7613"/>
                    </a:cubicBezTo>
                    <a:cubicBezTo>
                      <a:pt x="13097" y="7613"/>
                      <a:pt x="13296" y="7604"/>
                      <a:pt x="13495" y="7589"/>
                    </a:cubicBezTo>
                    <a:cubicBezTo>
                      <a:pt x="14715" y="7330"/>
                      <a:pt x="15380" y="5962"/>
                      <a:pt x="15602" y="4705"/>
                    </a:cubicBezTo>
                    <a:cubicBezTo>
                      <a:pt x="15861" y="3264"/>
                      <a:pt x="15824" y="1785"/>
                      <a:pt x="15417" y="343"/>
                    </a:cubicBezTo>
                    <a:cubicBezTo>
                      <a:pt x="14934" y="428"/>
                      <a:pt x="14451" y="470"/>
                      <a:pt x="13968" y="470"/>
                    </a:cubicBezTo>
                    <a:cubicBezTo>
                      <a:pt x="13194" y="470"/>
                      <a:pt x="12420" y="363"/>
                      <a:pt x="11646" y="158"/>
                    </a:cubicBezTo>
                    <a:cubicBezTo>
                      <a:pt x="11312" y="67"/>
                      <a:pt x="10977" y="0"/>
                      <a:pt x="106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53"/>
              <p:cNvSpPr/>
              <p:nvPr/>
            </p:nvSpPr>
            <p:spPr>
              <a:xfrm>
                <a:off x="7189416" y="3280362"/>
                <a:ext cx="563936" cy="699737"/>
              </a:xfrm>
              <a:custGeom>
                <a:avLst/>
                <a:gdLst/>
                <a:ahLst/>
                <a:cxnLst/>
                <a:rect l="l" t="t" r="r" b="b"/>
                <a:pathLst>
                  <a:path w="30871" h="38305" extrusionOk="0">
                    <a:moveTo>
                      <a:pt x="9224" y="0"/>
                    </a:moveTo>
                    <a:cubicBezTo>
                      <a:pt x="9144" y="0"/>
                      <a:pt x="9064" y="1"/>
                      <a:pt x="8984" y="3"/>
                    </a:cubicBezTo>
                    <a:cubicBezTo>
                      <a:pt x="1664" y="77"/>
                      <a:pt x="0" y="8950"/>
                      <a:pt x="481" y="14643"/>
                    </a:cubicBezTo>
                    <a:cubicBezTo>
                      <a:pt x="703" y="17416"/>
                      <a:pt x="1368" y="20189"/>
                      <a:pt x="1627" y="22962"/>
                    </a:cubicBezTo>
                    <a:cubicBezTo>
                      <a:pt x="1886" y="25771"/>
                      <a:pt x="1923" y="31428"/>
                      <a:pt x="2366" y="34164"/>
                    </a:cubicBezTo>
                    <a:cubicBezTo>
                      <a:pt x="2847" y="36937"/>
                      <a:pt x="10537" y="38046"/>
                      <a:pt x="13088" y="38304"/>
                    </a:cubicBezTo>
                    <a:cubicBezTo>
                      <a:pt x="14530" y="30319"/>
                      <a:pt x="13421" y="20374"/>
                      <a:pt x="13679" y="12425"/>
                    </a:cubicBezTo>
                    <a:lnTo>
                      <a:pt x="13679" y="12425"/>
                    </a:lnTo>
                    <a:cubicBezTo>
                      <a:pt x="17559" y="12523"/>
                      <a:pt x="21928" y="16071"/>
                      <a:pt x="26076" y="16071"/>
                    </a:cubicBezTo>
                    <a:cubicBezTo>
                      <a:pt x="26631" y="16071"/>
                      <a:pt x="27182" y="16007"/>
                      <a:pt x="27728" y="15863"/>
                    </a:cubicBezTo>
                    <a:cubicBezTo>
                      <a:pt x="30871" y="15013"/>
                      <a:pt x="30723" y="8173"/>
                      <a:pt x="29688" y="5918"/>
                    </a:cubicBezTo>
                    <a:lnTo>
                      <a:pt x="29688" y="5918"/>
                    </a:lnTo>
                    <a:cubicBezTo>
                      <a:pt x="29688" y="5918"/>
                      <a:pt x="29687" y="5918"/>
                      <a:pt x="29687" y="5918"/>
                    </a:cubicBezTo>
                    <a:cubicBezTo>
                      <a:pt x="29605" y="5918"/>
                      <a:pt x="22788" y="2919"/>
                      <a:pt x="18966" y="2110"/>
                    </a:cubicBezTo>
                    <a:cubicBezTo>
                      <a:pt x="15900" y="1425"/>
                      <a:pt x="12446" y="0"/>
                      <a:pt x="9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53"/>
              <p:cNvSpPr/>
              <p:nvPr/>
            </p:nvSpPr>
            <p:spPr>
              <a:xfrm>
                <a:off x="6690330" y="4283321"/>
                <a:ext cx="314731" cy="276132"/>
              </a:xfrm>
              <a:custGeom>
                <a:avLst/>
                <a:gdLst/>
                <a:ahLst/>
                <a:cxnLst/>
                <a:rect l="l" t="t" r="r" b="b"/>
                <a:pathLst>
                  <a:path w="17229" h="15116" extrusionOk="0">
                    <a:moveTo>
                      <a:pt x="15084" y="0"/>
                    </a:moveTo>
                    <a:cubicBezTo>
                      <a:pt x="13753" y="740"/>
                      <a:pt x="12237" y="1183"/>
                      <a:pt x="10722" y="1294"/>
                    </a:cubicBezTo>
                    <a:cubicBezTo>
                      <a:pt x="10241" y="1294"/>
                      <a:pt x="9723" y="1405"/>
                      <a:pt x="9280" y="1590"/>
                    </a:cubicBezTo>
                    <a:cubicBezTo>
                      <a:pt x="8577" y="1960"/>
                      <a:pt x="8208" y="2736"/>
                      <a:pt x="7838" y="3439"/>
                    </a:cubicBezTo>
                    <a:cubicBezTo>
                      <a:pt x="6100" y="6507"/>
                      <a:pt x="3106" y="8651"/>
                      <a:pt x="850" y="11350"/>
                    </a:cubicBezTo>
                    <a:cubicBezTo>
                      <a:pt x="629" y="11609"/>
                      <a:pt x="444" y="11905"/>
                      <a:pt x="296" y="12238"/>
                    </a:cubicBezTo>
                    <a:cubicBezTo>
                      <a:pt x="0" y="13162"/>
                      <a:pt x="739" y="14160"/>
                      <a:pt x="1553" y="14641"/>
                    </a:cubicBezTo>
                    <a:cubicBezTo>
                      <a:pt x="2184" y="14973"/>
                      <a:pt x="2854" y="15116"/>
                      <a:pt x="3535" y="15116"/>
                    </a:cubicBezTo>
                    <a:cubicBezTo>
                      <a:pt x="5131" y="15116"/>
                      <a:pt x="6787" y="14331"/>
                      <a:pt x="8134" y="13347"/>
                    </a:cubicBezTo>
                    <a:cubicBezTo>
                      <a:pt x="10056" y="11979"/>
                      <a:pt x="11831" y="10167"/>
                      <a:pt x="14086" y="9539"/>
                    </a:cubicBezTo>
                    <a:cubicBezTo>
                      <a:pt x="14640" y="9428"/>
                      <a:pt x="15195" y="9243"/>
                      <a:pt x="15750" y="8984"/>
                    </a:cubicBezTo>
                    <a:cubicBezTo>
                      <a:pt x="17007" y="8245"/>
                      <a:pt x="17228" y="6396"/>
                      <a:pt x="17007" y="4917"/>
                    </a:cubicBezTo>
                    <a:cubicBezTo>
                      <a:pt x="16711" y="3143"/>
                      <a:pt x="16082" y="1516"/>
                      <a:pt x="15084" y="37"/>
                    </a:cubicBezTo>
                    <a:lnTo>
                      <a:pt x="150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53"/>
              <p:cNvSpPr/>
              <p:nvPr/>
            </p:nvSpPr>
            <p:spPr>
              <a:xfrm>
                <a:off x="6822696" y="3428804"/>
                <a:ext cx="1142723" cy="941653"/>
              </a:xfrm>
              <a:custGeom>
                <a:avLst/>
                <a:gdLst/>
                <a:ahLst/>
                <a:cxnLst/>
                <a:rect l="l" t="t" r="r" b="b"/>
                <a:pathLst>
                  <a:path w="62555" h="51548" extrusionOk="0">
                    <a:moveTo>
                      <a:pt x="52155" y="1"/>
                    </a:moveTo>
                    <a:cubicBezTo>
                      <a:pt x="47722" y="1"/>
                      <a:pt x="23759" y="1452"/>
                      <a:pt x="20334" y="2229"/>
                    </a:cubicBezTo>
                    <a:cubicBezTo>
                      <a:pt x="16193" y="3153"/>
                      <a:pt x="13716" y="8883"/>
                      <a:pt x="11942" y="12617"/>
                    </a:cubicBezTo>
                    <a:cubicBezTo>
                      <a:pt x="7986" y="20825"/>
                      <a:pt x="7653" y="24929"/>
                      <a:pt x="4252" y="35465"/>
                    </a:cubicBezTo>
                    <a:cubicBezTo>
                      <a:pt x="3180" y="38793"/>
                      <a:pt x="0" y="47850"/>
                      <a:pt x="111" y="48997"/>
                    </a:cubicBezTo>
                    <a:cubicBezTo>
                      <a:pt x="185" y="50549"/>
                      <a:pt x="9871" y="50734"/>
                      <a:pt x="11276" y="51548"/>
                    </a:cubicBezTo>
                    <a:cubicBezTo>
                      <a:pt x="13532" y="49366"/>
                      <a:pt x="22404" y="23191"/>
                      <a:pt x="24031" y="20381"/>
                    </a:cubicBezTo>
                    <a:cubicBezTo>
                      <a:pt x="24695" y="19211"/>
                      <a:pt x="26219" y="18866"/>
                      <a:pt x="27965" y="18866"/>
                    </a:cubicBezTo>
                    <a:cubicBezTo>
                      <a:pt x="30300" y="18866"/>
                      <a:pt x="33034" y="19483"/>
                      <a:pt x="34642" y="19568"/>
                    </a:cubicBezTo>
                    <a:cubicBezTo>
                      <a:pt x="40519" y="19889"/>
                      <a:pt x="46173" y="21940"/>
                      <a:pt x="52112" y="21940"/>
                    </a:cubicBezTo>
                    <a:cubicBezTo>
                      <a:pt x="53010" y="21940"/>
                      <a:pt x="53915" y="21893"/>
                      <a:pt x="54828" y="21786"/>
                    </a:cubicBezTo>
                    <a:cubicBezTo>
                      <a:pt x="62555" y="20862"/>
                      <a:pt x="60965" y="9992"/>
                      <a:pt x="58562" y="4964"/>
                    </a:cubicBezTo>
                    <a:lnTo>
                      <a:pt x="52646" y="10"/>
                    </a:lnTo>
                    <a:cubicBezTo>
                      <a:pt x="52529" y="4"/>
                      <a:pt x="52363" y="1"/>
                      <a:pt x="52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53"/>
              <p:cNvSpPr/>
              <p:nvPr/>
            </p:nvSpPr>
            <p:spPr>
              <a:xfrm>
                <a:off x="6942915" y="3448569"/>
                <a:ext cx="1021829" cy="922564"/>
              </a:xfrm>
              <a:custGeom>
                <a:avLst/>
                <a:gdLst/>
                <a:ahLst/>
                <a:cxnLst/>
                <a:rect l="l" t="t" r="r" b="b"/>
                <a:pathLst>
                  <a:path w="55937" h="50503" extrusionOk="0">
                    <a:moveTo>
                      <a:pt x="35122" y="1"/>
                    </a:moveTo>
                    <a:cubicBezTo>
                      <a:pt x="35936" y="1110"/>
                      <a:pt x="33865" y="3698"/>
                      <a:pt x="34568" y="4881"/>
                    </a:cubicBezTo>
                    <a:cubicBezTo>
                      <a:pt x="35307" y="6175"/>
                      <a:pt x="36194" y="7949"/>
                      <a:pt x="35640" y="9502"/>
                    </a:cubicBezTo>
                    <a:cubicBezTo>
                      <a:pt x="34974" y="11277"/>
                      <a:pt x="32978" y="12164"/>
                      <a:pt x="31203" y="12386"/>
                    </a:cubicBezTo>
                    <a:cubicBezTo>
                      <a:pt x="30912" y="12424"/>
                      <a:pt x="30618" y="12441"/>
                      <a:pt x="30324" y="12441"/>
                    </a:cubicBezTo>
                    <a:cubicBezTo>
                      <a:pt x="28606" y="12441"/>
                      <a:pt x="26861" y="11850"/>
                      <a:pt x="25251" y="11314"/>
                    </a:cubicBezTo>
                    <a:cubicBezTo>
                      <a:pt x="23385" y="10657"/>
                      <a:pt x="21357" y="9710"/>
                      <a:pt x="19319" y="9710"/>
                    </a:cubicBezTo>
                    <a:cubicBezTo>
                      <a:pt x="19177" y="9710"/>
                      <a:pt x="19034" y="9714"/>
                      <a:pt x="18892" y="9724"/>
                    </a:cubicBezTo>
                    <a:cubicBezTo>
                      <a:pt x="16045" y="9909"/>
                      <a:pt x="14456" y="12386"/>
                      <a:pt x="13827" y="14974"/>
                    </a:cubicBezTo>
                    <a:cubicBezTo>
                      <a:pt x="13162" y="17931"/>
                      <a:pt x="13014" y="20963"/>
                      <a:pt x="12274" y="23884"/>
                    </a:cubicBezTo>
                    <a:cubicBezTo>
                      <a:pt x="11424" y="27174"/>
                      <a:pt x="10278" y="30353"/>
                      <a:pt x="8873" y="33422"/>
                    </a:cubicBezTo>
                    <a:cubicBezTo>
                      <a:pt x="7431" y="36491"/>
                      <a:pt x="5915" y="39522"/>
                      <a:pt x="4363" y="42480"/>
                    </a:cubicBezTo>
                    <a:cubicBezTo>
                      <a:pt x="3106" y="44957"/>
                      <a:pt x="1664" y="47323"/>
                      <a:pt x="0" y="49504"/>
                    </a:cubicBezTo>
                    <a:cubicBezTo>
                      <a:pt x="2107" y="49837"/>
                      <a:pt x="4067" y="50133"/>
                      <a:pt x="4658" y="50503"/>
                    </a:cubicBezTo>
                    <a:cubicBezTo>
                      <a:pt x="6914" y="48284"/>
                      <a:pt x="15787" y="22109"/>
                      <a:pt x="17413" y="19299"/>
                    </a:cubicBezTo>
                    <a:cubicBezTo>
                      <a:pt x="18080" y="18140"/>
                      <a:pt x="19612" y="17799"/>
                      <a:pt x="21369" y="17799"/>
                    </a:cubicBezTo>
                    <a:cubicBezTo>
                      <a:pt x="23705" y="17799"/>
                      <a:pt x="26436" y="18402"/>
                      <a:pt x="28061" y="18486"/>
                    </a:cubicBezTo>
                    <a:cubicBezTo>
                      <a:pt x="33914" y="18806"/>
                      <a:pt x="39518" y="20869"/>
                      <a:pt x="45448" y="20869"/>
                    </a:cubicBezTo>
                    <a:cubicBezTo>
                      <a:pt x="46372" y="20869"/>
                      <a:pt x="47304" y="20819"/>
                      <a:pt x="48247" y="20704"/>
                    </a:cubicBezTo>
                    <a:cubicBezTo>
                      <a:pt x="55937" y="19780"/>
                      <a:pt x="54347" y="8910"/>
                      <a:pt x="51944" y="3919"/>
                    </a:cubicBezTo>
                    <a:cubicBezTo>
                      <a:pt x="52018" y="3661"/>
                      <a:pt x="52203" y="3735"/>
                      <a:pt x="52350" y="3513"/>
                    </a:cubicBezTo>
                    <a:lnTo>
                      <a:pt x="51685" y="3513"/>
                    </a:lnTo>
                    <a:cubicBezTo>
                      <a:pt x="49652" y="3217"/>
                      <a:pt x="47840" y="2404"/>
                      <a:pt x="45696" y="2293"/>
                    </a:cubicBezTo>
                    <a:cubicBezTo>
                      <a:pt x="43958" y="2219"/>
                      <a:pt x="40483" y="185"/>
                      <a:pt x="35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53"/>
              <p:cNvSpPr/>
              <p:nvPr/>
            </p:nvSpPr>
            <p:spPr>
              <a:xfrm>
                <a:off x="7229934" y="3722089"/>
                <a:ext cx="35147" cy="41887"/>
              </a:xfrm>
              <a:custGeom>
                <a:avLst/>
                <a:gdLst/>
                <a:ahLst/>
                <a:cxnLst/>
                <a:rect l="l" t="t" r="r" b="b"/>
                <a:pathLst>
                  <a:path w="1924" h="2293" fill="none" extrusionOk="0">
                    <a:moveTo>
                      <a:pt x="1" y="1"/>
                    </a:moveTo>
                    <a:lnTo>
                      <a:pt x="1923" y="2293"/>
                    </a:lnTo>
                  </a:path>
                </a:pathLst>
              </a:custGeom>
              <a:noFill/>
              <a:ln w="5550" cap="flat" cmpd="sng">
                <a:solidFill>
                  <a:schemeClr val="lt2"/>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53"/>
              <p:cNvSpPr/>
              <p:nvPr/>
            </p:nvSpPr>
            <p:spPr>
              <a:xfrm>
                <a:off x="7256951" y="3702506"/>
                <a:ext cx="8787" cy="40536"/>
              </a:xfrm>
              <a:custGeom>
                <a:avLst/>
                <a:gdLst/>
                <a:ahLst/>
                <a:cxnLst/>
                <a:rect l="l" t="t" r="r" b="b"/>
                <a:pathLst>
                  <a:path w="481" h="2219" fill="none" extrusionOk="0">
                    <a:moveTo>
                      <a:pt x="0" y="1"/>
                    </a:moveTo>
                    <a:lnTo>
                      <a:pt x="481" y="2219"/>
                    </a:lnTo>
                  </a:path>
                </a:pathLst>
              </a:custGeom>
              <a:noFill/>
              <a:ln w="5550" cap="flat" cmpd="sng">
                <a:solidFill>
                  <a:schemeClr val="lt2"/>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53"/>
              <p:cNvSpPr/>
              <p:nvPr/>
            </p:nvSpPr>
            <p:spPr>
              <a:xfrm>
                <a:off x="7276534" y="3713996"/>
                <a:ext cx="2046" cy="41211"/>
              </a:xfrm>
              <a:custGeom>
                <a:avLst/>
                <a:gdLst/>
                <a:ahLst/>
                <a:cxnLst/>
                <a:rect l="l" t="t" r="r" b="b"/>
                <a:pathLst>
                  <a:path w="112" h="2256" fill="none" extrusionOk="0">
                    <a:moveTo>
                      <a:pt x="111" y="0"/>
                    </a:moveTo>
                    <a:lnTo>
                      <a:pt x="1" y="2255"/>
                    </a:lnTo>
                  </a:path>
                </a:pathLst>
              </a:custGeom>
              <a:noFill/>
              <a:ln w="5550" cap="flat" cmpd="sng">
                <a:solidFill>
                  <a:schemeClr val="lt2"/>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53"/>
              <p:cNvSpPr/>
              <p:nvPr/>
            </p:nvSpPr>
            <p:spPr>
              <a:xfrm>
                <a:off x="7054346" y="3658609"/>
                <a:ext cx="60794" cy="25684"/>
              </a:xfrm>
              <a:custGeom>
                <a:avLst/>
                <a:gdLst/>
                <a:ahLst/>
                <a:cxnLst/>
                <a:rect l="l" t="t" r="r" b="b"/>
                <a:pathLst>
                  <a:path w="3328" h="1406" fill="none" extrusionOk="0">
                    <a:moveTo>
                      <a:pt x="0" y="0"/>
                    </a:moveTo>
                    <a:cubicBezTo>
                      <a:pt x="1109" y="1110"/>
                      <a:pt x="1849" y="1405"/>
                      <a:pt x="3328" y="0"/>
                    </a:cubicBezTo>
                  </a:path>
                </a:pathLst>
              </a:custGeom>
              <a:noFill/>
              <a:ln w="5550" cap="flat" cmpd="sng">
                <a:solidFill>
                  <a:schemeClr val="lt2"/>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53"/>
              <p:cNvSpPr/>
              <p:nvPr/>
            </p:nvSpPr>
            <p:spPr>
              <a:xfrm>
                <a:off x="7116474" y="2749892"/>
                <a:ext cx="768587" cy="519217"/>
              </a:xfrm>
              <a:custGeom>
                <a:avLst/>
                <a:gdLst/>
                <a:ahLst/>
                <a:cxnLst/>
                <a:rect l="l" t="t" r="r" b="b"/>
                <a:pathLst>
                  <a:path w="42074" h="28423" extrusionOk="0">
                    <a:moveTo>
                      <a:pt x="35971" y="0"/>
                    </a:moveTo>
                    <a:cubicBezTo>
                      <a:pt x="29046" y="0"/>
                      <a:pt x="24533" y="6243"/>
                      <a:pt x="21517" y="10556"/>
                    </a:cubicBezTo>
                    <a:cubicBezTo>
                      <a:pt x="19817" y="12997"/>
                      <a:pt x="17525" y="14623"/>
                      <a:pt x="14604" y="15991"/>
                    </a:cubicBezTo>
                    <a:cubicBezTo>
                      <a:pt x="13345" y="16608"/>
                      <a:pt x="12496" y="16885"/>
                      <a:pt x="11376" y="16885"/>
                    </a:cubicBezTo>
                    <a:cubicBezTo>
                      <a:pt x="10884" y="16885"/>
                      <a:pt x="10340" y="16832"/>
                      <a:pt x="9687" y="16731"/>
                    </a:cubicBezTo>
                    <a:cubicBezTo>
                      <a:pt x="7986" y="16435"/>
                      <a:pt x="6286" y="15178"/>
                      <a:pt x="4622" y="15067"/>
                    </a:cubicBezTo>
                    <a:cubicBezTo>
                      <a:pt x="4459" y="15056"/>
                      <a:pt x="4297" y="15052"/>
                      <a:pt x="4135" y="15052"/>
                    </a:cubicBezTo>
                    <a:cubicBezTo>
                      <a:pt x="3742" y="15052"/>
                      <a:pt x="3350" y="15078"/>
                      <a:pt x="2958" y="15104"/>
                    </a:cubicBezTo>
                    <a:cubicBezTo>
                      <a:pt x="1812" y="16657"/>
                      <a:pt x="1110" y="18468"/>
                      <a:pt x="1" y="20021"/>
                    </a:cubicBezTo>
                    <a:cubicBezTo>
                      <a:pt x="1184" y="21315"/>
                      <a:pt x="10278" y="27674"/>
                      <a:pt x="18079" y="28339"/>
                    </a:cubicBezTo>
                    <a:cubicBezTo>
                      <a:pt x="18749" y="28395"/>
                      <a:pt x="19418" y="28423"/>
                      <a:pt x="20086" y="28423"/>
                    </a:cubicBezTo>
                    <a:cubicBezTo>
                      <a:pt x="23402" y="28423"/>
                      <a:pt x="26679" y="27740"/>
                      <a:pt x="29725" y="26417"/>
                    </a:cubicBezTo>
                    <a:cubicBezTo>
                      <a:pt x="33607" y="24679"/>
                      <a:pt x="36269" y="21574"/>
                      <a:pt x="38709" y="18505"/>
                    </a:cubicBezTo>
                    <a:cubicBezTo>
                      <a:pt x="41297" y="15215"/>
                      <a:pt x="42073" y="11259"/>
                      <a:pt x="41703" y="7303"/>
                    </a:cubicBezTo>
                    <a:cubicBezTo>
                      <a:pt x="41555" y="5602"/>
                      <a:pt x="40853" y="4013"/>
                      <a:pt x="39707" y="2719"/>
                    </a:cubicBezTo>
                    <a:cubicBezTo>
                      <a:pt x="39337" y="2275"/>
                      <a:pt x="38820" y="1905"/>
                      <a:pt x="38376" y="1425"/>
                    </a:cubicBezTo>
                    <a:cubicBezTo>
                      <a:pt x="37378" y="279"/>
                      <a:pt x="37156" y="353"/>
                      <a:pt x="37378" y="279"/>
                    </a:cubicBezTo>
                    <a:lnTo>
                      <a:pt x="37119" y="57"/>
                    </a:lnTo>
                    <a:cubicBezTo>
                      <a:pt x="36729" y="19"/>
                      <a:pt x="36346" y="0"/>
                      <a:pt x="359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53"/>
              <p:cNvSpPr/>
              <p:nvPr/>
            </p:nvSpPr>
            <p:spPr>
              <a:xfrm>
                <a:off x="7602061" y="2705667"/>
                <a:ext cx="666599" cy="974078"/>
              </a:xfrm>
              <a:custGeom>
                <a:avLst/>
                <a:gdLst/>
                <a:ahLst/>
                <a:cxnLst/>
                <a:rect l="l" t="t" r="r" b="b"/>
                <a:pathLst>
                  <a:path w="36491" h="53323" extrusionOk="0">
                    <a:moveTo>
                      <a:pt x="22089" y="80"/>
                    </a:moveTo>
                    <a:cubicBezTo>
                      <a:pt x="21367" y="80"/>
                      <a:pt x="20653" y="112"/>
                      <a:pt x="20001" y="112"/>
                    </a:cubicBezTo>
                    <a:cubicBezTo>
                      <a:pt x="20001" y="149"/>
                      <a:pt x="12829" y="1"/>
                      <a:pt x="10537" y="703"/>
                    </a:cubicBezTo>
                    <a:cubicBezTo>
                      <a:pt x="8023" y="1517"/>
                      <a:pt x="4807" y="2071"/>
                      <a:pt x="3291" y="4992"/>
                    </a:cubicBezTo>
                    <a:cubicBezTo>
                      <a:pt x="1849" y="7765"/>
                      <a:pt x="2477" y="12238"/>
                      <a:pt x="2219" y="15418"/>
                    </a:cubicBezTo>
                    <a:cubicBezTo>
                      <a:pt x="1886" y="18782"/>
                      <a:pt x="518" y="22220"/>
                      <a:pt x="518" y="25584"/>
                    </a:cubicBezTo>
                    <a:cubicBezTo>
                      <a:pt x="518" y="28875"/>
                      <a:pt x="1627" y="32165"/>
                      <a:pt x="1738" y="35567"/>
                    </a:cubicBezTo>
                    <a:cubicBezTo>
                      <a:pt x="1886" y="39264"/>
                      <a:pt x="407" y="41852"/>
                      <a:pt x="259" y="45327"/>
                    </a:cubicBezTo>
                    <a:cubicBezTo>
                      <a:pt x="0" y="49948"/>
                      <a:pt x="555" y="51797"/>
                      <a:pt x="4659" y="52795"/>
                    </a:cubicBezTo>
                    <a:cubicBezTo>
                      <a:pt x="6448" y="53216"/>
                      <a:pt x="8379" y="53304"/>
                      <a:pt x="10324" y="53304"/>
                    </a:cubicBezTo>
                    <a:cubicBezTo>
                      <a:pt x="11724" y="53304"/>
                      <a:pt x="13132" y="53258"/>
                      <a:pt x="14501" y="53258"/>
                    </a:cubicBezTo>
                    <a:cubicBezTo>
                      <a:pt x="15239" y="53258"/>
                      <a:pt x="15966" y="53272"/>
                      <a:pt x="16674" y="53313"/>
                    </a:cubicBezTo>
                    <a:cubicBezTo>
                      <a:pt x="16884" y="53319"/>
                      <a:pt x="17093" y="53322"/>
                      <a:pt x="17302" y="53322"/>
                    </a:cubicBezTo>
                    <a:cubicBezTo>
                      <a:pt x="20706" y="53322"/>
                      <a:pt x="24030" y="52473"/>
                      <a:pt x="27026" y="50835"/>
                    </a:cubicBezTo>
                    <a:cubicBezTo>
                      <a:pt x="33902" y="46769"/>
                      <a:pt x="36490" y="34938"/>
                      <a:pt x="35936" y="26620"/>
                    </a:cubicBezTo>
                    <a:cubicBezTo>
                      <a:pt x="35455" y="19299"/>
                      <a:pt x="33163" y="11092"/>
                      <a:pt x="29207" y="5251"/>
                    </a:cubicBezTo>
                    <a:cubicBezTo>
                      <a:pt x="28172" y="3661"/>
                      <a:pt x="27174" y="1406"/>
                      <a:pt x="25510" y="629"/>
                    </a:cubicBezTo>
                    <a:cubicBezTo>
                      <a:pt x="24517" y="167"/>
                      <a:pt x="23292" y="80"/>
                      <a:pt x="22089" y="8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53"/>
              <p:cNvSpPr/>
              <p:nvPr/>
            </p:nvSpPr>
            <p:spPr>
              <a:xfrm>
                <a:off x="7117150" y="2707420"/>
                <a:ext cx="1152186" cy="972982"/>
              </a:xfrm>
              <a:custGeom>
                <a:avLst/>
                <a:gdLst/>
                <a:ahLst/>
                <a:cxnLst/>
                <a:rect l="l" t="t" r="r" b="b"/>
                <a:pathLst>
                  <a:path w="63073" h="53263" extrusionOk="0">
                    <a:moveTo>
                      <a:pt x="48703" y="1"/>
                    </a:moveTo>
                    <a:cubicBezTo>
                      <a:pt x="48108" y="1"/>
                      <a:pt x="47514" y="20"/>
                      <a:pt x="46951" y="20"/>
                    </a:cubicBezTo>
                    <a:cubicBezTo>
                      <a:pt x="46814" y="20"/>
                      <a:pt x="46679" y="18"/>
                      <a:pt x="46546" y="16"/>
                    </a:cubicBezTo>
                    <a:cubicBezTo>
                      <a:pt x="46546" y="16"/>
                      <a:pt x="46038" y="6"/>
                      <a:pt x="45248" y="6"/>
                    </a:cubicBezTo>
                    <a:cubicBezTo>
                      <a:pt x="44458" y="6"/>
                      <a:pt x="43386" y="16"/>
                      <a:pt x="42258" y="53"/>
                    </a:cubicBezTo>
                    <a:cubicBezTo>
                      <a:pt x="40520" y="348"/>
                      <a:pt x="38820" y="940"/>
                      <a:pt x="37267" y="1790"/>
                    </a:cubicBezTo>
                    <a:cubicBezTo>
                      <a:pt x="34753" y="3232"/>
                      <a:pt x="32756" y="5672"/>
                      <a:pt x="30982" y="7890"/>
                    </a:cubicBezTo>
                    <a:cubicBezTo>
                      <a:pt x="29022" y="10367"/>
                      <a:pt x="27211" y="12955"/>
                      <a:pt x="25288" y="15432"/>
                    </a:cubicBezTo>
                    <a:cubicBezTo>
                      <a:pt x="24475" y="16652"/>
                      <a:pt x="23477" y="17725"/>
                      <a:pt x="22368" y="18686"/>
                    </a:cubicBezTo>
                    <a:cubicBezTo>
                      <a:pt x="21443" y="19351"/>
                      <a:pt x="20408" y="19943"/>
                      <a:pt x="19336" y="20387"/>
                    </a:cubicBezTo>
                    <a:cubicBezTo>
                      <a:pt x="17968" y="21052"/>
                      <a:pt x="16748" y="21680"/>
                      <a:pt x="15824" y="22864"/>
                    </a:cubicBezTo>
                    <a:cubicBezTo>
                      <a:pt x="15417" y="23418"/>
                      <a:pt x="14900" y="24121"/>
                      <a:pt x="14197" y="24268"/>
                    </a:cubicBezTo>
                    <a:cubicBezTo>
                      <a:pt x="14026" y="24304"/>
                      <a:pt x="13867" y="24321"/>
                      <a:pt x="13719" y="24321"/>
                    </a:cubicBezTo>
                    <a:cubicBezTo>
                      <a:pt x="11715" y="24321"/>
                      <a:pt x="11607" y="21283"/>
                      <a:pt x="9576" y="20904"/>
                    </a:cubicBezTo>
                    <a:cubicBezTo>
                      <a:pt x="6988" y="20497"/>
                      <a:pt x="4474" y="19758"/>
                      <a:pt x="2071" y="18760"/>
                    </a:cubicBezTo>
                    <a:cubicBezTo>
                      <a:pt x="1368" y="19943"/>
                      <a:pt x="777" y="21200"/>
                      <a:pt x="0" y="22309"/>
                    </a:cubicBezTo>
                    <a:cubicBezTo>
                      <a:pt x="1147" y="23603"/>
                      <a:pt x="10241" y="29962"/>
                      <a:pt x="18042" y="30627"/>
                    </a:cubicBezTo>
                    <a:cubicBezTo>
                      <a:pt x="18704" y="30681"/>
                      <a:pt x="19367" y="30707"/>
                      <a:pt x="20027" y="30707"/>
                    </a:cubicBezTo>
                    <a:cubicBezTo>
                      <a:pt x="22575" y="30707"/>
                      <a:pt x="25099" y="30311"/>
                      <a:pt x="27507" y="29518"/>
                    </a:cubicBezTo>
                    <a:cubicBezTo>
                      <a:pt x="27876" y="31478"/>
                      <a:pt x="28135" y="33474"/>
                      <a:pt x="28283" y="35471"/>
                    </a:cubicBezTo>
                    <a:cubicBezTo>
                      <a:pt x="28431" y="39168"/>
                      <a:pt x="26952" y="41756"/>
                      <a:pt x="26804" y="45231"/>
                    </a:cubicBezTo>
                    <a:cubicBezTo>
                      <a:pt x="26545" y="49852"/>
                      <a:pt x="27100" y="51701"/>
                      <a:pt x="31204" y="52699"/>
                    </a:cubicBezTo>
                    <a:cubicBezTo>
                      <a:pt x="33011" y="53138"/>
                      <a:pt x="34943" y="53226"/>
                      <a:pt x="36885" y="53226"/>
                    </a:cubicBezTo>
                    <a:cubicBezTo>
                      <a:pt x="38210" y="53226"/>
                      <a:pt x="39539" y="53185"/>
                      <a:pt x="40836" y="53185"/>
                    </a:cubicBezTo>
                    <a:cubicBezTo>
                      <a:pt x="41646" y="53185"/>
                      <a:pt x="42443" y="53201"/>
                      <a:pt x="43219" y="53253"/>
                    </a:cubicBezTo>
                    <a:cubicBezTo>
                      <a:pt x="43421" y="53260"/>
                      <a:pt x="43624" y="53263"/>
                      <a:pt x="43826" y="53263"/>
                    </a:cubicBezTo>
                    <a:cubicBezTo>
                      <a:pt x="47241" y="53263"/>
                      <a:pt x="50604" y="52382"/>
                      <a:pt x="53571" y="50776"/>
                    </a:cubicBezTo>
                    <a:cubicBezTo>
                      <a:pt x="60484" y="46710"/>
                      <a:pt x="63072" y="34879"/>
                      <a:pt x="62518" y="26561"/>
                    </a:cubicBezTo>
                    <a:cubicBezTo>
                      <a:pt x="62000" y="19203"/>
                      <a:pt x="59745" y="11033"/>
                      <a:pt x="55789" y="5155"/>
                    </a:cubicBezTo>
                    <a:cubicBezTo>
                      <a:pt x="54717" y="3565"/>
                      <a:pt x="53719" y="1310"/>
                      <a:pt x="52055" y="533"/>
                    </a:cubicBezTo>
                    <a:cubicBezTo>
                      <a:pt x="51096" y="77"/>
                      <a:pt x="49898" y="1"/>
                      <a:pt x="487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53"/>
              <p:cNvSpPr/>
              <p:nvPr/>
            </p:nvSpPr>
            <p:spPr>
              <a:xfrm>
                <a:off x="7360948" y="3061591"/>
                <a:ext cx="18268" cy="37832"/>
              </a:xfrm>
              <a:custGeom>
                <a:avLst/>
                <a:gdLst/>
                <a:ahLst/>
                <a:cxnLst/>
                <a:rect l="l" t="t" r="r" b="b"/>
                <a:pathLst>
                  <a:path w="1000" h="2071" fill="none" extrusionOk="0">
                    <a:moveTo>
                      <a:pt x="999" y="2071"/>
                    </a:moveTo>
                    <a:cubicBezTo>
                      <a:pt x="629" y="1405"/>
                      <a:pt x="334" y="703"/>
                      <a:pt x="1" y="0"/>
                    </a:cubicBezTo>
                  </a:path>
                </a:pathLst>
              </a:custGeom>
              <a:solidFill>
                <a:schemeClr val="accent6"/>
              </a:solidFill>
              <a:ln w="5550"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53"/>
              <p:cNvSpPr/>
              <p:nvPr/>
            </p:nvSpPr>
            <p:spPr>
              <a:xfrm>
                <a:off x="7349476" y="3074414"/>
                <a:ext cx="14870" cy="39202"/>
              </a:xfrm>
              <a:custGeom>
                <a:avLst/>
                <a:gdLst/>
                <a:ahLst/>
                <a:cxnLst/>
                <a:rect l="l" t="t" r="r" b="b"/>
                <a:pathLst>
                  <a:path w="814" h="2146" fill="none" extrusionOk="0">
                    <a:moveTo>
                      <a:pt x="703" y="1849"/>
                    </a:moveTo>
                    <a:cubicBezTo>
                      <a:pt x="814" y="2145"/>
                      <a:pt x="518" y="1332"/>
                      <a:pt x="444" y="1147"/>
                    </a:cubicBezTo>
                    <a:cubicBezTo>
                      <a:pt x="296" y="777"/>
                      <a:pt x="185" y="370"/>
                      <a:pt x="0" y="1"/>
                    </a:cubicBezTo>
                  </a:path>
                </a:pathLst>
              </a:custGeom>
              <a:solidFill>
                <a:schemeClr val="accent6"/>
              </a:solidFill>
              <a:ln w="5550"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53"/>
              <p:cNvSpPr/>
              <p:nvPr/>
            </p:nvSpPr>
            <p:spPr>
              <a:xfrm>
                <a:off x="7375818" y="3060239"/>
                <a:ext cx="16897" cy="14194"/>
              </a:xfrm>
              <a:custGeom>
                <a:avLst/>
                <a:gdLst/>
                <a:ahLst/>
                <a:cxnLst/>
                <a:rect l="l" t="t" r="r" b="b"/>
                <a:pathLst>
                  <a:path w="925" h="777" fill="none" extrusionOk="0">
                    <a:moveTo>
                      <a:pt x="0" y="0"/>
                    </a:moveTo>
                    <a:cubicBezTo>
                      <a:pt x="222" y="333"/>
                      <a:pt x="740" y="407"/>
                      <a:pt x="924" y="777"/>
                    </a:cubicBezTo>
                  </a:path>
                </a:pathLst>
              </a:custGeom>
              <a:solidFill>
                <a:schemeClr val="accent6"/>
              </a:solidFill>
              <a:ln w="5550"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53"/>
              <p:cNvSpPr/>
              <p:nvPr/>
            </p:nvSpPr>
            <p:spPr>
              <a:xfrm>
                <a:off x="7625699" y="3082525"/>
                <a:ext cx="80377" cy="158726"/>
              </a:xfrm>
              <a:custGeom>
                <a:avLst/>
                <a:gdLst/>
                <a:ahLst/>
                <a:cxnLst/>
                <a:rect l="l" t="t" r="r" b="b"/>
                <a:pathLst>
                  <a:path w="4400" h="8689" fill="none" extrusionOk="0">
                    <a:moveTo>
                      <a:pt x="0" y="8689"/>
                    </a:moveTo>
                    <a:cubicBezTo>
                      <a:pt x="1294" y="7505"/>
                      <a:pt x="2293" y="6064"/>
                      <a:pt x="2921" y="4474"/>
                    </a:cubicBezTo>
                    <a:cubicBezTo>
                      <a:pt x="3254" y="3734"/>
                      <a:pt x="4030" y="703"/>
                      <a:pt x="4400" y="0"/>
                    </a:cubicBezTo>
                  </a:path>
                </a:pathLst>
              </a:custGeom>
              <a:solidFill>
                <a:schemeClr val="accent6"/>
              </a:solidFill>
              <a:ln w="5550"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53"/>
              <p:cNvSpPr/>
              <p:nvPr/>
            </p:nvSpPr>
            <p:spPr>
              <a:xfrm>
                <a:off x="7707410" y="3041332"/>
                <a:ext cx="41211" cy="98608"/>
              </a:xfrm>
              <a:custGeom>
                <a:avLst/>
                <a:gdLst/>
                <a:ahLst/>
                <a:cxnLst/>
                <a:rect l="l" t="t" r="r" b="b"/>
                <a:pathLst>
                  <a:path w="2256" h="5398" fill="none" extrusionOk="0">
                    <a:moveTo>
                      <a:pt x="1" y="5398"/>
                    </a:moveTo>
                    <a:cubicBezTo>
                      <a:pt x="407" y="3475"/>
                      <a:pt x="1886" y="1812"/>
                      <a:pt x="2256" y="0"/>
                    </a:cubicBezTo>
                  </a:path>
                </a:pathLst>
              </a:custGeom>
              <a:solidFill>
                <a:schemeClr val="accent6"/>
              </a:solidFill>
              <a:ln w="5550"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53"/>
              <p:cNvSpPr/>
              <p:nvPr/>
            </p:nvSpPr>
            <p:spPr>
              <a:xfrm>
                <a:off x="7698641" y="3141949"/>
                <a:ext cx="86460" cy="129699"/>
              </a:xfrm>
              <a:custGeom>
                <a:avLst/>
                <a:gdLst/>
                <a:ahLst/>
                <a:cxnLst/>
                <a:rect l="l" t="t" r="r" b="b"/>
                <a:pathLst>
                  <a:path w="4733" h="7100" fill="none" extrusionOk="0">
                    <a:moveTo>
                      <a:pt x="0" y="7099"/>
                    </a:moveTo>
                    <a:cubicBezTo>
                      <a:pt x="518" y="5731"/>
                      <a:pt x="2071" y="4881"/>
                      <a:pt x="2958" y="3735"/>
                    </a:cubicBezTo>
                    <a:cubicBezTo>
                      <a:pt x="3512" y="3143"/>
                      <a:pt x="3956" y="2441"/>
                      <a:pt x="4326" y="1701"/>
                    </a:cubicBezTo>
                    <a:cubicBezTo>
                      <a:pt x="4511" y="1184"/>
                      <a:pt x="4622" y="408"/>
                      <a:pt x="4732" y="1"/>
                    </a:cubicBezTo>
                  </a:path>
                </a:pathLst>
              </a:custGeom>
              <a:solidFill>
                <a:schemeClr val="accent6"/>
              </a:solidFill>
              <a:ln w="5550"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53"/>
              <p:cNvSpPr/>
              <p:nvPr/>
            </p:nvSpPr>
            <p:spPr>
              <a:xfrm>
                <a:off x="7760093" y="3235826"/>
                <a:ext cx="20277" cy="19601"/>
              </a:xfrm>
              <a:custGeom>
                <a:avLst/>
                <a:gdLst/>
                <a:ahLst/>
                <a:cxnLst/>
                <a:rect l="l" t="t" r="r" b="b"/>
                <a:pathLst>
                  <a:path w="1110" h="1073" fill="none" extrusionOk="0">
                    <a:moveTo>
                      <a:pt x="1" y="1073"/>
                    </a:moveTo>
                    <a:cubicBezTo>
                      <a:pt x="259" y="629"/>
                      <a:pt x="740" y="370"/>
                      <a:pt x="1110" y="1"/>
                    </a:cubicBezTo>
                  </a:path>
                </a:pathLst>
              </a:custGeom>
              <a:solidFill>
                <a:schemeClr val="accent6"/>
              </a:solidFill>
              <a:ln w="5550"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53"/>
              <p:cNvSpPr/>
              <p:nvPr/>
            </p:nvSpPr>
            <p:spPr>
              <a:xfrm>
                <a:off x="7802638" y="3739644"/>
                <a:ext cx="102006" cy="364729"/>
              </a:xfrm>
              <a:custGeom>
                <a:avLst/>
                <a:gdLst/>
                <a:ahLst/>
                <a:cxnLst/>
                <a:rect l="l" t="t" r="r" b="b"/>
                <a:pathLst>
                  <a:path w="5584" h="19966" extrusionOk="0">
                    <a:moveTo>
                      <a:pt x="112" y="1"/>
                    </a:moveTo>
                    <a:lnTo>
                      <a:pt x="1" y="19965"/>
                    </a:lnTo>
                    <a:lnTo>
                      <a:pt x="5472" y="19965"/>
                    </a:lnTo>
                    <a:lnTo>
                      <a:pt x="5583" y="38"/>
                    </a:lnTo>
                    <a:lnTo>
                      <a:pt x="1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53"/>
              <p:cNvSpPr/>
              <p:nvPr/>
            </p:nvSpPr>
            <p:spPr>
              <a:xfrm>
                <a:off x="7804666" y="3739644"/>
                <a:ext cx="100654" cy="178327"/>
              </a:xfrm>
              <a:custGeom>
                <a:avLst/>
                <a:gdLst/>
                <a:ahLst/>
                <a:cxnLst/>
                <a:rect l="l" t="t" r="r" b="b"/>
                <a:pathLst>
                  <a:path w="5510" h="9762" extrusionOk="0">
                    <a:moveTo>
                      <a:pt x="38" y="1"/>
                    </a:moveTo>
                    <a:lnTo>
                      <a:pt x="1" y="6175"/>
                    </a:lnTo>
                    <a:cubicBezTo>
                      <a:pt x="367" y="6059"/>
                      <a:pt x="720" y="6004"/>
                      <a:pt x="1060" y="6004"/>
                    </a:cubicBezTo>
                    <a:cubicBezTo>
                      <a:pt x="2877" y="6004"/>
                      <a:pt x="4314" y="7581"/>
                      <a:pt x="5435" y="9761"/>
                    </a:cubicBezTo>
                    <a:lnTo>
                      <a:pt x="5509" y="38"/>
                    </a:lnTo>
                    <a:lnTo>
                      <a:pt x="38" y="1"/>
                    </a:lnTo>
                    <a:close/>
                  </a:path>
                </a:pathLst>
              </a:custGeom>
              <a:solidFill>
                <a:srgbClr val="1D0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53"/>
              <p:cNvSpPr/>
              <p:nvPr/>
            </p:nvSpPr>
            <p:spPr>
              <a:xfrm>
                <a:off x="7799934" y="4023977"/>
                <a:ext cx="105385" cy="426857"/>
              </a:xfrm>
              <a:custGeom>
                <a:avLst/>
                <a:gdLst/>
                <a:ahLst/>
                <a:cxnLst/>
                <a:rect l="l" t="t" r="r" b="b"/>
                <a:pathLst>
                  <a:path w="5769" h="23367" extrusionOk="0">
                    <a:moveTo>
                      <a:pt x="1" y="1"/>
                    </a:moveTo>
                    <a:lnTo>
                      <a:pt x="1849" y="22996"/>
                    </a:lnTo>
                    <a:lnTo>
                      <a:pt x="4326" y="23366"/>
                    </a:lnTo>
                    <a:lnTo>
                      <a:pt x="5768" y="38"/>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53"/>
              <p:cNvSpPr/>
              <p:nvPr/>
            </p:nvSpPr>
            <p:spPr>
              <a:xfrm>
                <a:off x="7763472" y="4403539"/>
                <a:ext cx="151967" cy="130229"/>
              </a:xfrm>
              <a:custGeom>
                <a:avLst/>
                <a:gdLst/>
                <a:ahLst/>
                <a:cxnLst/>
                <a:rect l="l" t="t" r="r" b="b"/>
                <a:pathLst>
                  <a:path w="8319" h="7129" extrusionOk="0">
                    <a:moveTo>
                      <a:pt x="4770" y="0"/>
                    </a:moveTo>
                    <a:cubicBezTo>
                      <a:pt x="1590" y="0"/>
                      <a:pt x="0" y="3771"/>
                      <a:pt x="2182" y="6026"/>
                    </a:cubicBezTo>
                    <a:cubicBezTo>
                      <a:pt x="2918" y="6787"/>
                      <a:pt x="3834" y="7129"/>
                      <a:pt x="4730" y="7129"/>
                    </a:cubicBezTo>
                    <a:cubicBezTo>
                      <a:pt x="6533" y="7129"/>
                      <a:pt x="8257" y="5747"/>
                      <a:pt x="8282" y="3623"/>
                    </a:cubicBezTo>
                    <a:cubicBezTo>
                      <a:pt x="8319" y="1664"/>
                      <a:pt x="6729" y="37"/>
                      <a:pt x="4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53"/>
              <p:cNvSpPr/>
              <p:nvPr/>
            </p:nvSpPr>
            <p:spPr>
              <a:xfrm>
                <a:off x="7294765" y="3996284"/>
                <a:ext cx="558547" cy="303259"/>
              </a:xfrm>
              <a:custGeom>
                <a:avLst/>
                <a:gdLst/>
                <a:ahLst/>
                <a:cxnLst/>
                <a:rect l="l" t="t" r="r" b="b"/>
                <a:pathLst>
                  <a:path w="30576" h="16601" extrusionOk="0">
                    <a:moveTo>
                      <a:pt x="29651" y="1"/>
                    </a:moveTo>
                    <a:cubicBezTo>
                      <a:pt x="29651" y="1"/>
                      <a:pt x="17266" y="3735"/>
                      <a:pt x="8615" y="6692"/>
                    </a:cubicBezTo>
                    <a:cubicBezTo>
                      <a:pt x="1" y="9650"/>
                      <a:pt x="1221" y="16601"/>
                      <a:pt x="1221" y="16601"/>
                    </a:cubicBezTo>
                    <a:cubicBezTo>
                      <a:pt x="1221" y="16601"/>
                      <a:pt x="4770" y="11499"/>
                      <a:pt x="14678" y="9465"/>
                    </a:cubicBezTo>
                    <a:cubicBezTo>
                      <a:pt x="24549" y="7469"/>
                      <a:pt x="30575" y="5916"/>
                      <a:pt x="30575" y="5916"/>
                    </a:cubicBezTo>
                    <a:lnTo>
                      <a:pt x="296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53"/>
              <p:cNvSpPr/>
              <p:nvPr/>
            </p:nvSpPr>
            <p:spPr>
              <a:xfrm>
                <a:off x="7294765" y="4213758"/>
                <a:ext cx="160754" cy="137171"/>
              </a:xfrm>
              <a:custGeom>
                <a:avLst/>
                <a:gdLst/>
                <a:ahLst/>
                <a:cxnLst/>
                <a:rect l="l" t="t" r="r" b="b"/>
                <a:pathLst>
                  <a:path w="8800" h="7509" extrusionOk="0">
                    <a:moveTo>
                      <a:pt x="5029" y="0"/>
                    </a:moveTo>
                    <a:cubicBezTo>
                      <a:pt x="1701" y="0"/>
                      <a:pt x="1" y="3919"/>
                      <a:pt x="2256" y="6322"/>
                    </a:cubicBezTo>
                    <a:cubicBezTo>
                      <a:pt x="3024" y="7140"/>
                      <a:pt x="3997" y="7509"/>
                      <a:pt x="4954" y="7509"/>
                    </a:cubicBezTo>
                    <a:cubicBezTo>
                      <a:pt x="6809" y="7509"/>
                      <a:pt x="8604" y="6126"/>
                      <a:pt x="8726" y="3956"/>
                    </a:cubicBezTo>
                    <a:cubicBezTo>
                      <a:pt x="8800" y="1849"/>
                      <a:pt x="7136" y="74"/>
                      <a:pt x="50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53"/>
              <p:cNvSpPr/>
              <p:nvPr/>
            </p:nvSpPr>
            <p:spPr>
              <a:xfrm>
                <a:off x="7317051" y="4213758"/>
                <a:ext cx="133060" cy="134412"/>
              </a:xfrm>
              <a:custGeom>
                <a:avLst/>
                <a:gdLst/>
                <a:ahLst/>
                <a:cxnLst/>
                <a:rect l="l" t="t" r="r" b="b"/>
                <a:pathLst>
                  <a:path w="7284" h="7358" extrusionOk="0">
                    <a:moveTo>
                      <a:pt x="3809" y="0"/>
                    </a:moveTo>
                    <a:cubicBezTo>
                      <a:pt x="1664" y="37"/>
                      <a:pt x="1" y="1812"/>
                      <a:pt x="1" y="3919"/>
                    </a:cubicBezTo>
                    <a:cubicBezTo>
                      <a:pt x="1" y="5324"/>
                      <a:pt x="740" y="6655"/>
                      <a:pt x="1923" y="7358"/>
                    </a:cubicBezTo>
                    <a:cubicBezTo>
                      <a:pt x="1849" y="7247"/>
                      <a:pt x="1775" y="7136"/>
                      <a:pt x="1701" y="7025"/>
                    </a:cubicBezTo>
                    <a:cubicBezTo>
                      <a:pt x="1036" y="5620"/>
                      <a:pt x="1369" y="3956"/>
                      <a:pt x="2552" y="2921"/>
                    </a:cubicBezTo>
                    <a:cubicBezTo>
                      <a:pt x="3444" y="2184"/>
                      <a:pt x="4315" y="1875"/>
                      <a:pt x="5145" y="1875"/>
                    </a:cubicBezTo>
                    <a:cubicBezTo>
                      <a:pt x="5898" y="1875"/>
                      <a:pt x="6616" y="2129"/>
                      <a:pt x="7284" y="2551"/>
                    </a:cubicBezTo>
                    <a:cubicBezTo>
                      <a:pt x="6766" y="1072"/>
                      <a:pt x="5362" y="37"/>
                      <a:pt x="38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53"/>
              <p:cNvSpPr/>
              <p:nvPr/>
            </p:nvSpPr>
            <p:spPr>
              <a:xfrm>
                <a:off x="7852618" y="3996284"/>
                <a:ext cx="557195" cy="309342"/>
              </a:xfrm>
              <a:custGeom>
                <a:avLst/>
                <a:gdLst/>
                <a:ahLst/>
                <a:cxnLst/>
                <a:rect l="l" t="t" r="r" b="b"/>
                <a:pathLst>
                  <a:path w="30502" h="16934" extrusionOk="0">
                    <a:moveTo>
                      <a:pt x="962" y="1"/>
                    </a:moveTo>
                    <a:lnTo>
                      <a:pt x="0" y="5916"/>
                    </a:lnTo>
                    <a:cubicBezTo>
                      <a:pt x="0" y="5916"/>
                      <a:pt x="5990" y="7543"/>
                      <a:pt x="15861" y="9687"/>
                    </a:cubicBezTo>
                    <a:cubicBezTo>
                      <a:pt x="25732" y="11794"/>
                      <a:pt x="29170" y="16933"/>
                      <a:pt x="29170" y="16933"/>
                    </a:cubicBezTo>
                    <a:cubicBezTo>
                      <a:pt x="29170" y="16933"/>
                      <a:pt x="30501" y="10020"/>
                      <a:pt x="21887" y="6988"/>
                    </a:cubicBezTo>
                    <a:cubicBezTo>
                      <a:pt x="13273" y="3920"/>
                      <a:pt x="962" y="1"/>
                      <a:pt x="9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53"/>
              <p:cNvSpPr/>
              <p:nvPr/>
            </p:nvSpPr>
            <p:spPr>
              <a:xfrm>
                <a:off x="8248383" y="4219841"/>
                <a:ext cx="160078" cy="136513"/>
              </a:xfrm>
              <a:custGeom>
                <a:avLst/>
                <a:gdLst/>
                <a:ahLst/>
                <a:cxnLst/>
                <a:rect l="l" t="t" r="r" b="b"/>
                <a:pathLst>
                  <a:path w="8763" h="7473" extrusionOk="0">
                    <a:moveTo>
                      <a:pt x="3808" y="0"/>
                    </a:moveTo>
                    <a:cubicBezTo>
                      <a:pt x="1701" y="37"/>
                      <a:pt x="0" y="1775"/>
                      <a:pt x="37" y="3882"/>
                    </a:cubicBezTo>
                    <a:cubicBezTo>
                      <a:pt x="136" y="6069"/>
                      <a:pt x="1933" y="7472"/>
                      <a:pt x="3800" y="7472"/>
                    </a:cubicBezTo>
                    <a:cubicBezTo>
                      <a:pt x="4742" y="7472"/>
                      <a:pt x="5702" y="7115"/>
                      <a:pt x="6470" y="6322"/>
                    </a:cubicBezTo>
                    <a:cubicBezTo>
                      <a:pt x="8762" y="3956"/>
                      <a:pt x="7099" y="0"/>
                      <a:pt x="38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53"/>
              <p:cNvSpPr/>
              <p:nvPr/>
            </p:nvSpPr>
            <p:spPr>
              <a:xfrm>
                <a:off x="8253790" y="4219841"/>
                <a:ext cx="133060" cy="134412"/>
              </a:xfrm>
              <a:custGeom>
                <a:avLst/>
                <a:gdLst/>
                <a:ahLst/>
                <a:cxnLst/>
                <a:rect l="l" t="t" r="r" b="b"/>
                <a:pathLst>
                  <a:path w="7284" h="7358" extrusionOk="0">
                    <a:moveTo>
                      <a:pt x="3512" y="0"/>
                    </a:moveTo>
                    <a:cubicBezTo>
                      <a:pt x="1923" y="0"/>
                      <a:pt x="518" y="998"/>
                      <a:pt x="0" y="2477"/>
                    </a:cubicBezTo>
                    <a:cubicBezTo>
                      <a:pt x="657" y="2080"/>
                      <a:pt x="1362" y="1836"/>
                      <a:pt x="2100" y="1836"/>
                    </a:cubicBezTo>
                    <a:cubicBezTo>
                      <a:pt x="2941" y="1836"/>
                      <a:pt x="3826" y="2153"/>
                      <a:pt x="4732" y="2921"/>
                    </a:cubicBezTo>
                    <a:cubicBezTo>
                      <a:pt x="5878" y="3956"/>
                      <a:pt x="6211" y="5620"/>
                      <a:pt x="5509" y="7025"/>
                    </a:cubicBezTo>
                    <a:cubicBezTo>
                      <a:pt x="5435" y="7135"/>
                      <a:pt x="5361" y="7246"/>
                      <a:pt x="5287" y="7357"/>
                    </a:cubicBezTo>
                    <a:cubicBezTo>
                      <a:pt x="6507" y="6655"/>
                      <a:pt x="7246" y="5361"/>
                      <a:pt x="7246" y="3956"/>
                    </a:cubicBezTo>
                    <a:cubicBezTo>
                      <a:pt x="7283" y="1812"/>
                      <a:pt x="5620" y="37"/>
                      <a:pt x="3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53"/>
              <p:cNvSpPr/>
              <p:nvPr/>
            </p:nvSpPr>
            <p:spPr>
              <a:xfrm>
                <a:off x="7258979" y="3611205"/>
                <a:ext cx="875287" cy="315535"/>
              </a:xfrm>
              <a:custGeom>
                <a:avLst/>
                <a:gdLst/>
                <a:ahLst/>
                <a:cxnLst/>
                <a:rect l="l" t="t" r="r" b="b"/>
                <a:pathLst>
                  <a:path w="47915" h="17273" extrusionOk="0">
                    <a:moveTo>
                      <a:pt x="10057" y="0"/>
                    </a:moveTo>
                    <a:cubicBezTo>
                      <a:pt x="7502" y="0"/>
                      <a:pt x="5189" y="542"/>
                      <a:pt x="3771" y="2152"/>
                    </a:cubicBezTo>
                    <a:cubicBezTo>
                      <a:pt x="1331" y="4925"/>
                      <a:pt x="0" y="10137"/>
                      <a:pt x="4437" y="12060"/>
                    </a:cubicBezTo>
                    <a:cubicBezTo>
                      <a:pt x="12459" y="15461"/>
                      <a:pt x="24955" y="16164"/>
                      <a:pt x="33754" y="17051"/>
                    </a:cubicBezTo>
                    <a:cubicBezTo>
                      <a:pt x="35061" y="17187"/>
                      <a:pt x="36679" y="17273"/>
                      <a:pt x="38387" y="17273"/>
                    </a:cubicBezTo>
                    <a:cubicBezTo>
                      <a:pt x="41802" y="17273"/>
                      <a:pt x="45573" y="16928"/>
                      <a:pt x="47914" y="15942"/>
                    </a:cubicBezTo>
                    <a:lnTo>
                      <a:pt x="45141" y="8696"/>
                    </a:lnTo>
                    <a:cubicBezTo>
                      <a:pt x="42997" y="7919"/>
                      <a:pt x="40816" y="7513"/>
                      <a:pt x="38524" y="6958"/>
                    </a:cubicBezTo>
                    <a:cubicBezTo>
                      <a:pt x="32682" y="5479"/>
                      <a:pt x="26878" y="3335"/>
                      <a:pt x="21000" y="1893"/>
                    </a:cubicBezTo>
                    <a:cubicBezTo>
                      <a:pt x="18290" y="1227"/>
                      <a:pt x="13901" y="0"/>
                      <a:pt x="100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53"/>
              <p:cNvSpPr/>
              <p:nvPr/>
            </p:nvSpPr>
            <p:spPr>
              <a:xfrm>
                <a:off x="7296793" y="3638022"/>
                <a:ext cx="788170" cy="199572"/>
              </a:xfrm>
              <a:custGeom>
                <a:avLst/>
                <a:gdLst/>
                <a:ahLst/>
                <a:cxnLst/>
                <a:rect l="l" t="t" r="r" b="b"/>
                <a:pathLst>
                  <a:path w="43146" h="10925" extrusionOk="0">
                    <a:moveTo>
                      <a:pt x="7244" y="1"/>
                    </a:moveTo>
                    <a:cubicBezTo>
                      <a:pt x="4676" y="1"/>
                      <a:pt x="2348" y="546"/>
                      <a:pt x="925" y="2163"/>
                    </a:cubicBezTo>
                    <a:cubicBezTo>
                      <a:pt x="592" y="2532"/>
                      <a:pt x="259" y="2976"/>
                      <a:pt x="1" y="3420"/>
                    </a:cubicBezTo>
                    <a:cubicBezTo>
                      <a:pt x="1477" y="2440"/>
                      <a:pt x="3492" y="2086"/>
                      <a:pt x="5684" y="2086"/>
                    </a:cubicBezTo>
                    <a:cubicBezTo>
                      <a:pt x="9860" y="2086"/>
                      <a:pt x="14678" y="3369"/>
                      <a:pt x="17636" y="4048"/>
                    </a:cubicBezTo>
                    <a:cubicBezTo>
                      <a:pt x="23958" y="5564"/>
                      <a:pt x="30206" y="7745"/>
                      <a:pt x="36491" y="9261"/>
                    </a:cubicBezTo>
                    <a:cubicBezTo>
                      <a:pt x="38783" y="9816"/>
                      <a:pt x="41001" y="10222"/>
                      <a:pt x="43145" y="10925"/>
                    </a:cubicBezTo>
                    <a:lnTo>
                      <a:pt x="42295" y="8706"/>
                    </a:lnTo>
                    <a:cubicBezTo>
                      <a:pt x="40151" y="7930"/>
                      <a:pt x="37969" y="7523"/>
                      <a:pt x="35677" y="6932"/>
                    </a:cubicBezTo>
                    <a:cubicBezTo>
                      <a:pt x="29836" y="5453"/>
                      <a:pt x="24032" y="3309"/>
                      <a:pt x="18153" y="1904"/>
                    </a:cubicBezTo>
                    <a:cubicBezTo>
                      <a:pt x="15452" y="1217"/>
                      <a:pt x="11080" y="1"/>
                      <a:pt x="724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53"/>
              <p:cNvSpPr/>
              <p:nvPr/>
            </p:nvSpPr>
            <p:spPr>
              <a:xfrm>
                <a:off x="7620292" y="2247445"/>
                <a:ext cx="1090058" cy="1685542"/>
              </a:xfrm>
              <a:custGeom>
                <a:avLst/>
                <a:gdLst/>
                <a:ahLst/>
                <a:cxnLst/>
                <a:rect l="l" t="t" r="r" b="b"/>
                <a:pathLst>
                  <a:path w="59672" h="92270" extrusionOk="0">
                    <a:moveTo>
                      <a:pt x="43955" y="0"/>
                    </a:moveTo>
                    <a:cubicBezTo>
                      <a:pt x="40892" y="0"/>
                      <a:pt x="37249" y="846"/>
                      <a:pt x="33607" y="3974"/>
                    </a:cubicBezTo>
                    <a:cubicBezTo>
                      <a:pt x="26767" y="9853"/>
                      <a:pt x="24068" y="23347"/>
                      <a:pt x="20445" y="27192"/>
                    </a:cubicBezTo>
                    <a:cubicBezTo>
                      <a:pt x="16970" y="30926"/>
                      <a:pt x="11942" y="35030"/>
                      <a:pt x="10722" y="39984"/>
                    </a:cubicBezTo>
                    <a:cubicBezTo>
                      <a:pt x="9354" y="45640"/>
                      <a:pt x="12423" y="48191"/>
                      <a:pt x="14419" y="52776"/>
                    </a:cubicBezTo>
                    <a:cubicBezTo>
                      <a:pt x="16416" y="57360"/>
                      <a:pt x="14900" y="59357"/>
                      <a:pt x="11720" y="63460"/>
                    </a:cubicBezTo>
                    <a:cubicBezTo>
                      <a:pt x="6249" y="70559"/>
                      <a:pt x="1" y="79654"/>
                      <a:pt x="8467" y="86604"/>
                    </a:cubicBezTo>
                    <a:cubicBezTo>
                      <a:pt x="13233" y="90492"/>
                      <a:pt x="20205" y="92270"/>
                      <a:pt x="27075" y="92270"/>
                    </a:cubicBezTo>
                    <a:cubicBezTo>
                      <a:pt x="29744" y="92270"/>
                      <a:pt x="32398" y="92001"/>
                      <a:pt x="34901" y="91484"/>
                    </a:cubicBezTo>
                    <a:cubicBezTo>
                      <a:pt x="46805" y="89044"/>
                      <a:pt x="43589" y="80467"/>
                      <a:pt x="42887" y="72518"/>
                    </a:cubicBezTo>
                    <a:cubicBezTo>
                      <a:pt x="42147" y="63682"/>
                      <a:pt x="47508" y="56880"/>
                      <a:pt x="50392" y="48339"/>
                    </a:cubicBezTo>
                    <a:cubicBezTo>
                      <a:pt x="53312" y="39503"/>
                      <a:pt x="53941" y="33847"/>
                      <a:pt x="54902" y="21683"/>
                    </a:cubicBezTo>
                    <a:cubicBezTo>
                      <a:pt x="55567" y="13032"/>
                      <a:pt x="59671" y="3235"/>
                      <a:pt x="49061" y="684"/>
                    </a:cubicBezTo>
                    <a:cubicBezTo>
                      <a:pt x="47715" y="362"/>
                      <a:pt x="45959" y="0"/>
                      <a:pt x="439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53"/>
              <p:cNvSpPr/>
              <p:nvPr/>
            </p:nvSpPr>
            <p:spPr>
              <a:xfrm>
                <a:off x="7635819" y="2247408"/>
                <a:ext cx="984034" cy="1682035"/>
              </a:xfrm>
              <a:custGeom>
                <a:avLst/>
                <a:gdLst/>
                <a:ahLst/>
                <a:cxnLst/>
                <a:rect l="l" t="t" r="r" b="b"/>
                <a:pathLst>
                  <a:path w="53868" h="92078" extrusionOk="0">
                    <a:moveTo>
                      <a:pt x="43548" y="1"/>
                    </a:moveTo>
                    <a:cubicBezTo>
                      <a:pt x="40487" y="1"/>
                      <a:pt x="36878" y="929"/>
                      <a:pt x="33201" y="4087"/>
                    </a:cubicBezTo>
                    <a:cubicBezTo>
                      <a:pt x="26361" y="9966"/>
                      <a:pt x="23625" y="23460"/>
                      <a:pt x="20039" y="27305"/>
                    </a:cubicBezTo>
                    <a:cubicBezTo>
                      <a:pt x="16527" y="31039"/>
                      <a:pt x="11499" y="35143"/>
                      <a:pt x="10279" y="40097"/>
                    </a:cubicBezTo>
                    <a:cubicBezTo>
                      <a:pt x="8911" y="45753"/>
                      <a:pt x="12016" y="48304"/>
                      <a:pt x="13976" y="52889"/>
                    </a:cubicBezTo>
                    <a:cubicBezTo>
                      <a:pt x="15972" y="57473"/>
                      <a:pt x="14456" y="59506"/>
                      <a:pt x="11277" y="63573"/>
                    </a:cubicBezTo>
                    <a:cubicBezTo>
                      <a:pt x="5842" y="70672"/>
                      <a:pt x="1" y="80580"/>
                      <a:pt x="8504" y="87530"/>
                    </a:cubicBezTo>
                    <a:cubicBezTo>
                      <a:pt x="12201" y="90525"/>
                      <a:pt x="17192" y="91412"/>
                      <a:pt x="22479" y="92078"/>
                    </a:cubicBezTo>
                    <a:cubicBezTo>
                      <a:pt x="21444" y="91486"/>
                      <a:pt x="20002" y="90895"/>
                      <a:pt x="19115" y="90155"/>
                    </a:cubicBezTo>
                    <a:cubicBezTo>
                      <a:pt x="10611" y="83205"/>
                      <a:pt x="16896" y="74110"/>
                      <a:pt x="22368" y="67012"/>
                    </a:cubicBezTo>
                    <a:cubicBezTo>
                      <a:pt x="25511" y="62908"/>
                      <a:pt x="27063" y="60911"/>
                      <a:pt x="25067" y="56327"/>
                    </a:cubicBezTo>
                    <a:cubicBezTo>
                      <a:pt x="23071" y="51743"/>
                      <a:pt x="19965" y="49192"/>
                      <a:pt x="21370" y="43535"/>
                    </a:cubicBezTo>
                    <a:cubicBezTo>
                      <a:pt x="22590" y="38581"/>
                      <a:pt x="27581" y="34477"/>
                      <a:pt x="31093" y="30743"/>
                    </a:cubicBezTo>
                    <a:cubicBezTo>
                      <a:pt x="34716" y="26898"/>
                      <a:pt x="37415" y="13404"/>
                      <a:pt x="44255" y="7526"/>
                    </a:cubicBezTo>
                    <a:cubicBezTo>
                      <a:pt x="47582" y="4679"/>
                      <a:pt x="50983" y="4161"/>
                      <a:pt x="53867" y="4050"/>
                    </a:cubicBezTo>
                    <a:cubicBezTo>
                      <a:pt x="52684" y="2202"/>
                      <a:pt x="50983" y="1536"/>
                      <a:pt x="48617" y="797"/>
                    </a:cubicBezTo>
                    <a:cubicBezTo>
                      <a:pt x="47234" y="379"/>
                      <a:pt x="45503" y="1"/>
                      <a:pt x="435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53"/>
              <p:cNvSpPr/>
              <p:nvPr/>
            </p:nvSpPr>
            <p:spPr>
              <a:xfrm>
                <a:off x="7743890" y="2287615"/>
                <a:ext cx="714552" cy="1612107"/>
              </a:xfrm>
              <a:custGeom>
                <a:avLst/>
                <a:gdLst/>
                <a:ahLst/>
                <a:cxnLst/>
                <a:rect l="l" t="t" r="r" b="b"/>
                <a:pathLst>
                  <a:path w="39116" h="88250" extrusionOk="0">
                    <a:moveTo>
                      <a:pt x="39115" y="1"/>
                    </a:moveTo>
                    <a:lnTo>
                      <a:pt x="39115" y="1"/>
                    </a:lnTo>
                    <a:cubicBezTo>
                      <a:pt x="37119" y="703"/>
                      <a:pt x="35270" y="1812"/>
                      <a:pt x="33717" y="3254"/>
                    </a:cubicBezTo>
                    <a:cubicBezTo>
                      <a:pt x="26878" y="9317"/>
                      <a:pt x="24142" y="23182"/>
                      <a:pt x="20556" y="27137"/>
                    </a:cubicBezTo>
                    <a:cubicBezTo>
                      <a:pt x="17044" y="30982"/>
                      <a:pt x="12016" y="35197"/>
                      <a:pt x="10796" y="40299"/>
                    </a:cubicBezTo>
                    <a:cubicBezTo>
                      <a:pt x="9428" y="46140"/>
                      <a:pt x="12496" y="48765"/>
                      <a:pt x="14493" y="53461"/>
                    </a:cubicBezTo>
                    <a:cubicBezTo>
                      <a:pt x="16489" y="58193"/>
                      <a:pt x="14973" y="60263"/>
                      <a:pt x="11794" y="64478"/>
                    </a:cubicBezTo>
                    <a:cubicBezTo>
                      <a:pt x="6396" y="71687"/>
                      <a:pt x="0" y="81115"/>
                      <a:pt x="8208" y="88250"/>
                    </a:cubicBezTo>
                    <a:cubicBezTo>
                      <a:pt x="7986" y="87917"/>
                      <a:pt x="7579" y="87437"/>
                      <a:pt x="7320" y="87141"/>
                    </a:cubicBezTo>
                    <a:cubicBezTo>
                      <a:pt x="1442" y="79414"/>
                      <a:pt x="6914" y="71317"/>
                      <a:pt x="12127" y="64367"/>
                    </a:cubicBezTo>
                    <a:cubicBezTo>
                      <a:pt x="15269" y="60152"/>
                      <a:pt x="16822" y="58082"/>
                      <a:pt x="14825" y="53387"/>
                    </a:cubicBezTo>
                    <a:cubicBezTo>
                      <a:pt x="12829" y="48654"/>
                      <a:pt x="9760" y="46029"/>
                      <a:pt x="11128" y="40225"/>
                    </a:cubicBezTo>
                    <a:cubicBezTo>
                      <a:pt x="12348" y="35123"/>
                      <a:pt x="17376" y="30908"/>
                      <a:pt x="20889" y="27063"/>
                    </a:cubicBezTo>
                    <a:cubicBezTo>
                      <a:pt x="24475" y="23108"/>
                      <a:pt x="27211" y="9207"/>
                      <a:pt x="34013" y="3143"/>
                    </a:cubicBezTo>
                    <a:cubicBezTo>
                      <a:pt x="35529" y="1812"/>
                      <a:pt x="37230" y="740"/>
                      <a:pt x="391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53"/>
              <p:cNvSpPr/>
              <p:nvPr/>
            </p:nvSpPr>
            <p:spPr>
              <a:xfrm>
                <a:off x="7616912" y="2246951"/>
                <a:ext cx="803021" cy="1619688"/>
              </a:xfrm>
              <a:custGeom>
                <a:avLst/>
                <a:gdLst/>
                <a:ahLst/>
                <a:cxnLst/>
                <a:rect l="l" t="t" r="r" b="b"/>
                <a:pathLst>
                  <a:path w="43959" h="88665" extrusionOk="0">
                    <a:moveTo>
                      <a:pt x="43496" y="0"/>
                    </a:moveTo>
                    <a:cubicBezTo>
                      <a:pt x="40442" y="0"/>
                      <a:pt x="36783" y="1061"/>
                      <a:pt x="33089" y="4297"/>
                    </a:cubicBezTo>
                    <a:cubicBezTo>
                      <a:pt x="26361" y="10139"/>
                      <a:pt x="23699" y="23596"/>
                      <a:pt x="20150" y="27441"/>
                    </a:cubicBezTo>
                    <a:cubicBezTo>
                      <a:pt x="16711" y="31175"/>
                      <a:pt x="11757" y="35279"/>
                      <a:pt x="10574" y="40196"/>
                    </a:cubicBezTo>
                    <a:cubicBezTo>
                      <a:pt x="9206" y="45852"/>
                      <a:pt x="12238" y="48403"/>
                      <a:pt x="14197" y="52951"/>
                    </a:cubicBezTo>
                    <a:cubicBezTo>
                      <a:pt x="16194" y="57535"/>
                      <a:pt x="14641" y="59531"/>
                      <a:pt x="11573" y="63635"/>
                    </a:cubicBezTo>
                    <a:cubicBezTo>
                      <a:pt x="6175" y="70697"/>
                      <a:pt x="1" y="79791"/>
                      <a:pt x="8393" y="86705"/>
                    </a:cubicBezTo>
                    <a:cubicBezTo>
                      <a:pt x="9243" y="87407"/>
                      <a:pt x="10131" y="88073"/>
                      <a:pt x="11055" y="88664"/>
                    </a:cubicBezTo>
                    <a:cubicBezTo>
                      <a:pt x="9835" y="87629"/>
                      <a:pt x="8763" y="86409"/>
                      <a:pt x="7875" y="85041"/>
                    </a:cubicBezTo>
                    <a:cubicBezTo>
                      <a:pt x="3032" y="77277"/>
                      <a:pt x="7765" y="70142"/>
                      <a:pt x="12719" y="63635"/>
                    </a:cubicBezTo>
                    <a:cubicBezTo>
                      <a:pt x="15824" y="59568"/>
                      <a:pt x="17340" y="57535"/>
                      <a:pt x="15381" y="52988"/>
                    </a:cubicBezTo>
                    <a:cubicBezTo>
                      <a:pt x="13421" y="48403"/>
                      <a:pt x="10389" y="45889"/>
                      <a:pt x="11720" y="40233"/>
                    </a:cubicBezTo>
                    <a:cubicBezTo>
                      <a:pt x="12903" y="35279"/>
                      <a:pt x="17858" y="31175"/>
                      <a:pt x="21333" y="27441"/>
                    </a:cubicBezTo>
                    <a:cubicBezTo>
                      <a:pt x="24882" y="23633"/>
                      <a:pt x="27544" y="10176"/>
                      <a:pt x="34273" y="4297"/>
                    </a:cubicBezTo>
                    <a:cubicBezTo>
                      <a:pt x="37674" y="1303"/>
                      <a:pt x="41297" y="637"/>
                      <a:pt x="43959" y="9"/>
                    </a:cubicBezTo>
                    <a:cubicBezTo>
                      <a:pt x="43806" y="3"/>
                      <a:pt x="43652" y="0"/>
                      <a:pt x="434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53"/>
              <p:cNvSpPr/>
              <p:nvPr/>
            </p:nvSpPr>
            <p:spPr>
              <a:xfrm>
                <a:off x="8052519" y="2826945"/>
                <a:ext cx="520733" cy="1101658"/>
              </a:xfrm>
              <a:custGeom>
                <a:avLst/>
                <a:gdLst/>
                <a:ahLst/>
                <a:cxnLst/>
                <a:rect l="l" t="t" r="r" b="b"/>
                <a:pathLst>
                  <a:path w="28506" h="60307" extrusionOk="0">
                    <a:moveTo>
                      <a:pt x="18204" y="0"/>
                    </a:moveTo>
                    <a:cubicBezTo>
                      <a:pt x="17919" y="0"/>
                      <a:pt x="17665" y="29"/>
                      <a:pt x="17451" y="90"/>
                    </a:cubicBezTo>
                    <a:cubicBezTo>
                      <a:pt x="6249" y="3233"/>
                      <a:pt x="8726" y="26783"/>
                      <a:pt x="8726" y="26783"/>
                    </a:cubicBezTo>
                    <a:cubicBezTo>
                      <a:pt x="8689" y="33068"/>
                      <a:pt x="6249" y="38022"/>
                      <a:pt x="4252" y="43864"/>
                    </a:cubicBezTo>
                    <a:cubicBezTo>
                      <a:pt x="2921" y="47672"/>
                      <a:pt x="1" y="55953"/>
                      <a:pt x="4068" y="58948"/>
                    </a:cubicBezTo>
                    <a:cubicBezTo>
                      <a:pt x="5357" y="59898"/>
                      <a:pt x="6691" y="60306"/>
                      <a:pt x="7974" y="60306"/>
                    </a:cubicBezTo>
                    <a:cubicBezTo>
                      <a:pt x="11584" y="60306"/>
                      <a:pt x="14780" y="57069"/>
                      <a:pt x="15381" y="53550"/>
                    </a:cubicBezTo>
                    <a:cubicBezTo>
                      <a:pt x="16305" y="48078"/>
                      <a:pt x="15824" y="42015"/>
                      <a:pt x="15861" y="36396"/>
                    </a:cubicBezTo>
                    <a:cubicBezTo>
                      <a:pt x="15898" y="25785"/>
                      <a:pt x="28505" y="14065"/>
                      <a:pt x="25178" y="3418"/>
                    </a:cubicBezTo>
                    <a:cubicBezTo>
                      <a:pt x="24685" y="1840"/>
                      <a:pt x="20482" y="0"/>
                      <a:pt x="182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53"/>
              <p:cNvSpPr/>
              <p:nvPr/>
            </p:nvSpPr>
            <p:spPr>
              <a:xfrm>
                <a:off x="7372438" y="3233616"/>
                <a:ext cx="481550" cy="194713"/>
              </a:xfrm>
              <a:custGeom>
                <a:avLst/>
                <a:gdLst/>
                <a:ahLst/>
                <a:cxnLst/>
                <a:rect l="l" t="t" r="r" b="b"/>
                <a:pathLst>
                  <a:path w="26361" h="10659" extrusionOk="0">
                    <a:moveTo>
                      <a:pt x="3426" y="0"/>
                    </a:moveTo>
                    <a:cubicBezTo>
                      <a:pt x="2710" y="0"/>
                      <a:pt x="2099" y="87"/>
                      <a:pt x="1701" y="307"/>
                    </a:cubicBezTo>
                    <a:cubicBezTo>
                      <a:pt x="814" y="861"/>
                      <a:pt x="222" y="1711"/>
                      <a:pt x="0" y="2747"/>
                    </a:cubicBezTo>
                    <a:lnTo>
                      <a:pt x="1257" y="2747"/>
                    </a:lnTo>
                    <a:cubicBezTo>
                      <a:pt x="2182" y="2821"/>
                      <a:pt x="3106" y="2968"/>
                      <a:pt x="4030" y="3190"/>
                    </a:cubicBezTo>
                    <a:cubicBezTo>
                      <a:pt x="5102" y="3412"/>
                      <a:pt x="6174" y="3671"/>
                      <a:pt x="7247" y="3930"/>
                    </a:cubicBezTo>
                    <a:cubicBezTo>
                      <a:pt x="9058" y="4373"/>
                      <a:pt x="10870" y="4669"/>
                      <a:pt x="12718" y="5076"/>
                    </a:cubicBezTo>
                    <a:cubicBezTo>
                      <a:pt x="14789" y="5556"/>
                      <a:pt x="16859" y="6074"/>
                      <a:pt x="18855" y="6740"/>
                    </a:cubicBezTo>
                    <a:cubicBezTo>
                      <a:pt x="20741" y="7294"/>
                      <a:pt x="22515" y="8070"/>
                      <a:pt x="24179" y="9032"/>
                    </a:cubicBezTo>
                    <a:cubicBezTo>
                      <a:pt x="24919" y="9401"/>
                      <a:pt x="25510" y="9956"/>
                      <a:pt x="25917" y="10658"/>
                    </a:cubicBezTo>
                    <a:cubicBezTo>
                      <a:pt x="26360" y="9069"/>
                      <a:pt x="25843" y="6444"/>
                      <a:pt x="24105" y="5335"/>
                    </a:cubicBezTo>
                    <a:cubicBezTo>
                      <a:pt x="23588" y="5002"/>
                      <a:pt x="19632" y="3893"/>
                      <a:pt x="18264" y="3486"/>
                    </a:cubicBezTo>
                    <a:cubicBezTo>
                      <a:pt x="15232" y="2599"/>
                      <a:pt x="12164" y="1638"/>
                      <a:pt x="9095" y="898"/>
                    </a:cubicBezTo>
                    <a:cubicBezTo>
                      <a:pt x="7717" y="554"/>
                      <a:pt x="5238" y="0"/>
                      <a:pt x="34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53"/>
              <p:cNvSpPr/>
              <p:nvPr/>
            </p:nvSpPr>
            <p:spPr>
              <a:xfrm>
                <a:off x="7368383" y="3281751"/>
                <a:ext cx="477494" cy="187425"/>
              </a:xfrm>
              <a:custGeom>
                <a:avLst/>
                <a:gdLst/>
                <a:ahLst/>
                <a:cxnLst/>
                <a:rect l="l" t="t" r="r" b="b"/>
                <a:pathLst>
                  <a:path w="26139" h="10260" extrusionOk="0">
                    <a:moveTo>
                      <a:pt x="185" y="1"/>
                    </a:moveTo>
                    <a:cubicBezTo>
                      <a:pt x="1" y="777"/>
                      <a:pt x="148" y="1554"/>
                      <a:pt x="592" y="2182"/>
                    </a:cubicBezTo>
                    <a:cubicBezTo>
                      <a:pt x="2071" y="4031"/>
                      <a:pt x="6766" y="5251"/>
                      <a:pt x="9280" y="6138"/>
                    </a:cubicBezTo>
                    <a:cubicBezTo>
                      <a:pt x="12718" y="7284"/>
                      <a:pt x="16268" y="8652"/>
                      <a:pt x="19743" y="9724"/>
                    </a:cubicBezTo>
                    <a:cubicBezTo>
                      <a:pt x="20867" y="10073"/>
                      <a:pt x="21874" y="10259"/>
                      <a:pt x="22748" y="10259"/>
                    </a:cubicBezTo>
                    <a:cubicBezTo>
                      <a:pt x="24373" y="10259"/>
                      <a:pt x="25538" y="9614"/>
                      <a:pt x="26139" y="8171"/>
                    </a:cubicBezTo>
                    <a:lnTo>
                      <a:pt x="26139" y="8134"/>
                    </a:lnTo>
                    <a:cubicBezTo>
                      <a:pt x="25584" y="6249"/>
                      <a:pt x="21333" y="4733"/>
                      <a:pt x="19114" y="4031"/>
                    </a:cubicBezTo>
                    <a:cubicBezTo>
                      <a:pt x="17118" y="3365"/>
                      <a:pt x="15048" y="2811"/>
                      <a:pt x="12977" y="2367"/>
                    </a:cubicBezTo>
                    <a:cubicBezTo>
                      <a:pt x="11129" y="1960"/>
                      <a:pt x="9280" y="1664"/>
                      <a:pt x="7469" y="1184"/>
                    </a:cubicBezTo>
                    <a:cubicBezTo>
                      <a:pt x="5472" y="740"/>
                      <a:pt x="3328" y="112"/>
                      <a:pt x="12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53"/>
              <p:cNvSpPr/>
              <p:nvPr/>
            </p:nvSpPr>
            <p:spPr>
              <a:xfrm>
                <a:off x="7383234" y="3239881"/>
                <a:ext cx="229093" cy="58474"/>
              </a:xfrm>
              <a:custGeom>
                <a:avLst/>
                <a:gdLst/>
                <a:ahLst/>
                <a:cxnLst/>
                <a:rect l="l" t="t" r="r" b="b"/>
                <a:pathLst>
                  <a:path w="12541" h="3201" extrusionOk="0">
                    <a:moveTo>
                      <a:pt x="1110" y="1"/>
                    </a:moveTo>
                    <a:cubicBezTo>
                      <a:pt x="703" y="333"/>
                      <a:pt x="334" y="666"/>
                      <a:pt x="1" y="1036"/>
                    </a:cubicBezTo>
                    <a:cubicBezTo>
                      <a:pt x="61" y="1024"/>
                      <a:pt x="142" y="1018"/>
                      <a:pt x="241" y="1018"/>
                    </a:cubicBezTo>
                    <a:cubicBezTo>
                      <a:pt x="1970" y="1018"/>
                      <a:pt x="9285" y="2754"/>
                      <a:pt x="10648" y="3069"/>
                    </a:cubicBezTo>
                    <a:cubicBezTo>
                      <a:pt x="11036" y="3160"/>
                      <a:pt x="11363" y="3201"/>
                      <a:pt x="11619" y="3201"/>
                    </a:cubicBezTo>
                    <a:cubicBezTo>
                      <a:pt x="12510" y="3201"/>
                      <a:pt x="12541" y="2703"/>
                      <a:pt x="11277" y="2071"/>
                    </a:cubicBezTo>
                    <a:cubicBezTo>
                      <a:pt x="9613" y="1258"/>
                      <a:pt x="1110" y="1"/>
                      <a:pt x="11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53"/>
              <p:cNvSpPr/>
              <p:nvPr/>
            </p:nvSpPr>
            <p:spPr>
              <a:xfrm>
                <a:off x="7442001" y="3375627"/>
                <a:ext cx="238409" cy="461492"/>
              </a:xfrm>
              <a:custGeom>
                <a:avLst/>
                <a:gdLst/>
                <a:ahLst/>
                <a:cxnLst/>
                <a:rect l="l" t="t" r="r" b="b"/>
                <a:pathLst>
                  <a:path w="13051" h="25263" extrusionOk="0">
                    <a:moveTo>
                      <a:pt x="8097" y="1"/>
                    </a:moveTo>
                    <a:cubicBezTo>
                      <a:pt x="8097" y="1"/>
                      <a:pt x="666" y="21555"/>
                      <a:pt x="0" y="23070"/>
                    </a:cubicBezTo>
                    <a:cubicBezTo>
                      <a:pt x="1522" y="24408"/>
                      <a:pt x="3565" y="25262"/>
                      <a:pt x="5482" y="25262"/>
                    </a:cubicBezTo>
                    <a:cubicBezTo>
                      <a:pt x="6266" y="25262"/>
                      <a:pt x="7029" y="25119"/>
                      <a:pt x="7727" y="24808"/>
                    </a:cubicBezTo>
                    <a:cubicBezTo>
                      <a:pt x="10352" y="16564"/>
                      <a:pt x="13051" y="1184"/>
                      <a:pt x="13051" y="1184"/>
                    </a:cubicBezTo>
                    <a:lnTo>
                      <a:pt x="80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1186" name="Google Shape;1186;p53"/>
          <p:cNvCxnSpPr/>
          <p:nvPr/>
        </p:nvCxnSpPr>
        <p:spPr>
          <a:xfrm rot="10800000">
            <a:off x="4013" y="3269650"/>
            <a:ext cx="4292100" cy="0"/>
          </a:xfrm>
          <a:prstGeom prst="straightConnector1">
            <a:avLst/>
          </a:prstGeom>
          <a:noFill/>
          <a:ln w="19050" cap="flat" cmpd="sng">
            <a:solidFill>
              <a:schemeClr val="accent1"/>
            </a:solidFill>
            <a:prstDash val="solid"/>
            <a:round/>
            <a:headEnd type="none" w="med" len="med"/>
            <a:tailEnd type="none" w="med" len="med"/>
          </a:ln>
        </p:spPr>
      </p:cxnSp>
      <p:sp>
        <p:nvSpPr>
          <p:cNvPr id="1187" name="Google Shape;1187;p53"/>
          <p:cNvSpPr/>
          <p:nvPr/>
        </p:nvSpPr>
        <p:spPr>
          <a:xfrm rot="10800000" flipH="1">
            <a:off x="4296125" y="31956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 name="Google Shape;1188;p53"/>
          <p:cNvGrpSpPr/>
          <p:nvPr/>
        </p:nvGrpSpPr>
        <p:grpSpPr>
          <a:xfrm>
            <a:off x="803157" y="785625"/>
            <a:ext cx="7946368" cy="3960919"/>
            <a:chOff x="803157" y="785625"/>
            <a:chExt cx="7946368" cy="3960919"/>
          </a:xfrm>
        </p:grpSpPr>
        <p:grpSp>
          <p:nvGrpSpPr>
            <p:cNvPr id="5" name="Google Shape;1189;p53"/>
            <p:cNvGrpSpPr/>
            <p:nvPr/>
          </p:nvGrpSpPr>
          <p:grpSpPr>
            <a:xfrm>
              <a:off x="803157" y="4098576"/>
              <a:ext cx="545147" cy="506901"/>
              <a:chOff x="4818730" y="3307263"/>
              <a:chExt cx="1827512" cy="1699300"/>
            </a:xfrm>
          </p:grpSpPr>
          <p:sp>
            <p:nvSpPr>
              <p:cNvPr id="1190" name="Google Shape;1190;p53"/>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53"/>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53"/>
              <p:cNvSpPr/>
              <p:nvPr/>
            </p:nvSpPr>
            <p:spPr>
              <a:xfrm rot="-2700000">
                <a:off x="5618569" y="3354448"/>
                <a:ext cx="227830" cy="227830"/>
              </a:xfrm>
              <a:prstGeom prst="plus">
                <a:avLst>
                  <a:gd name="adj" fmla="val 39015"/>
                </a:avLst>
              </a:prstGeom>
              <a:solidFill>
                <a:srgbClr val="FFFFFF">
                  <a:alpha val="36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53"/>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53"/>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53"/>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53"/>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53"/>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53"/>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53"/>
              <p:cNvSpPr/>
              <p:nvPr/>
            </p:nvSpPr>
            <p:spPr>
              <a:xfrm rot="-2700000">
                <a:off x="6371227" y="3698723"/>
                <a:ext cx="227830" cy="227830"/>
              </a:xfrm>
              <a:prstGeom prst="plus">
                <a:avLst>
                  <a:gd name="adj" fmla="val 39015"/>
                </a:avLst>
              </a:prstGeom>
              <a:solidFill>
                <a:srgbClr val="FFFFFF">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53"/>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53"/>
              <p:cNvSpPr/>
              <p:nvPr/>
            </p:nvSpPr>
            <p:spPr>
              <a:xfrm rot="-2700000">
                <a:off x="5242240" y="4042998"/>
                <a:ext cx="227830" cy="227830"/>
              </a:xfrm>
              <a:prstGeom prst="plus">
                <a:avLst>
                  <a:gd name="adj" fmla="val 39015"/>
                </a:avLst>
              </a:prstGeom>
              <a:solidFill>
                <a:srgbClr val="FFFFFF">
                  <a:alpha val="33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53"/>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53"/>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53"/>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53"/>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53"/>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53"/>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53"/>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53"/>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53"/>
              <p:cNvSpPr/>
              <p:nvPr/>
            </p:nvSpPr>
            <p:spPr>
              <a:xfrm rot="-2700000">
                <a:off x="4865915" y="4731548"/>
                <a:ext cx="227830" cy="227830"/>
              </a:xfrm>
              <a:prstGeom prst="plus">
                <a:avLst>
                  <a:gd name="adj" fmla="val 39015"/>
                </a:avLst>
              </a:prstGeom>
              <a:solidFill>
                <a:srgbClr val="FFFFFF">
                  <a:alpha val="48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53"/>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53"/>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53"/>
              <p:cNvSpPr/>
              <p:nvPr/>
            </p:nvSpPr>
            <p:spPr>
              <a:xfrm rot="-2700000">
                <a:off x="5994898" y="4731548"/>
                <a:ext cx="227830" cy="227830"/>
              </a:xfrm>
              <a:prstGeom prst="plus">
                <a:avLst>
                  <a:gd name="adj" fmla="val 39015"/>
                </a:avLst>
              </a:pr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53"/>
              <p:cNvSpPr/>
              <p:nvPr/>
            </p:nvSpPr>
            <p:spPr>
              <a:xfrm rot="-2700000">
                <a:off x="6371227" y="4731548"/>
                <a:ext cx="227830" cy="227830"/>
              </a:xfrm>
              <a:prstGeom prst="plus">
                <a:avLst>
                  <a:gd name="adj" fmla="val 39015"/>
                </a:avLst>
              </a:prstGeom>
              <a:solidFill>
                <a:srgbClr val="FFFFFF">
                  <a:alpha val="330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5" name="Google Shape;1215;p53"/>
            <p:cNvSpPr/>
            <p:nvPr/>
          </p:nvSpPr>
          <p:spPr>
            <a:xfrm>
              <a:off x="2505525" y="41654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53"/>
            <p:cNvSpPr/>
            <p:nvPr/>
          </p:nvSpPr>
          <p:spPr>
            <a:xfrm>
              <a:off x="2551425" y="7856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53"/>
            <p:cNvSpPr/>
            <p:nvPr/>
          </p:nvSpPr>
          <p:spPr>
            <a:xfrm>
              <a:off x="8189350" y="8514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 name="Google Shape;1218;p53"/>
            <p:cNvGrpSpPr/>
            <p:nvPr/>
          </p:nvGrpSpPr>
          <p:grpSpPr>
            <a:xfrm rot="-7546048">
              <a:off x="4135822" y="4172331"/>
              <a:ext cx="161701" cy="641985"/>
              <a:chOff x="7004550" y="3676293"/>
              <a:chExt cx="161700" cy="641982"/>
            </a:xfrm>
          </p:grpSpPr>
          <p:sp>
            <p:nvSpPr>
              <p:cNvPr id="1219" name="Google Shape;1219;p53"/>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53"/>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53"/>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53"/>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3" name="Google Shape;1223;p53"/>
            <p:cNvSpPr/>
            <p:nvPr/>
          </p:nvSpPr>
          <p:spPr>
            <a:xfrm>
              <a:off x="4829900" y="17842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53"/>
            <p:cNvSpPr/>
            <p:nvPr/>
          </p:nvSpPr>
          <p:spPr>
            <a:xfrm>
              <a:off x="8559925" y="39089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50"/>
          <p:cNvSpPr txBox="1">
            <a:spLocks noGrp="1"/>
          </p:cNvSpPr>
          <p:nvPr>
            <p:ph type="title"/>
          </p:nvPr>
        </p:nvSpPr>
        <p:spPr>
          <a:xfrm>
            <a:off x="717425" y="388925"/>
            <a:ext cx="1949575" cy="588600"/>
          </a:xfrm>
          <a:prstGeom prst="rect">
            <a:avLst/>
          </a:prstGeom>
        </p:spPr>
        <p:txBody>
          <a:bodyPr spcFirstLastPara="1" wrap="square" lIns="91425" tIns="91425" rIns="91425" bIns="91425" anchor="t" anchorCtr="0">
            <a:noAutofit/>
          </a:bodyPr>
          <a:lstStyle/>
          <a:p>
            <a:pPr lvl="0"/>
            <a:r>
              <a:rPr lang="en" dirty="0" smtClean="0"/>
              <a:t>HISTORY</a:t>
            </a:r>
            <a:endParaRPr/>
          </a:p>
        </p:txBody>
      </p:sp>
      <p:sp>
        <p:nvSpPr>
          <p:cNvPr id="734" name="Google Shape;734;p50"/>
          <p:cNvSpPr txBox="1">
            <a:spLocks noGrp="1"/>
          </p:cNvSpPr>
          <p:nvPr>
            <p:ph type="body" idx="1"/>
          </p:nvPr>
        </p:nvSpPr>
        <p:spPr>
          <a:xfrm>
            <a:off x="685800" y="1352550"/>
            <a:ext cx="4099800" cy="2399400"/>
          </a:xfrm>
          <a:prstGeom prst="rect">
            <a:avLst/>
          </a:prstGeom>
        </p:spPr>
        <p:txBody>
          <a:bodyPr spcFirstLastPara="1" wrap="square" lIns="91425" tIns="91425" rIns="91425" bIns="91425" anchor="ctr" anchorCtr="0">
            <a:noAutofit/>
          </a:bodyPr>
          <a:lstStyle/>
          <a:p>
            <a:pPr marL="0" lvl="0" indent="0">
              <a:buClr>
                <a:schemeClr val="dk1"/>
              </a:buClr>
              <a:buSzPts val="1100"/>
              <a:buNone/>
            </a:pPr>
            <a:r>
              <a:rPr lang="en-US" dirty="0" smtClean="0"/>
              <a:t>Snake game</a:t>
            </a:r>
            <a:r>
              <a:rPr lang="en-US" dirty="0" smtClean="0"/>
              <a:t> first appeared on a Nokia device in 1997 on the Nokia 6110. It was adapted for Nokia devices by </a:t>
            </a:r>
            <a:r>
              <a:rPr lang="en-US" dirty="0" err="1" smtClean="0"/>
              <a:t>Taneli</a:t>
            </a:r>
            <a:r>
              <a:rPr lang="en-US" dirty="0" smtClean="0"/>
              <a:t> </a:t>
            </a:r>
            <a:r>
              <a:rPr lang="en-US" dirty="0" err="1" smtClean="0"/>
              <a:t>Armanto</a:t>
            </a:r>
            <a:r>
              <a:rPr lang="en-US" dirty="0" smtClean="0"/>
              <a:t>, a Design Engineer, User Interface Software. FIVE. Snake was one of three games introduced in 1997, the others were Logic and Memory.02-Feb-2012</a:t>
            </a:r>
            <a:endParaRPr/>
          </a:p>
        </p:txBody>
      </p:sp>
      <p:grpSp>
        <p:nvGrpSpPr>
          <p:cNvPr id="2" name="Google Shape;736;p50"/>
          <p:cNvGrpSpPr/>
          <p:nvPr/>
        </p:nvGrpSpPr>
        <p:grpSpPr>
          <a:xfrm>
            <a:off x="403100" y="977525"/>
            <a:ext cx="7849088" cy="3593227"/>
            <a:chOff x="403100" y="977525"/>
            <a:chExt cx="7849088" cy="3593227"/>
          </a:xfrm>
        </p:grpSpPr>
        <p:grpSp>
          <p:nvGrpSpPr>
            <p:cNvPr id="3" name="Google Shape;737;p50"/>
            <p:cNvGrpSpPr/>
            <p:nvPr/>
          </p:nvGrpSpPr>
          <p:grpSpPr>
            <a:xfrm rot="-7546048">
              <a:off x="4428659" y="3909768"/>
              <a:ext cx="161701" cy="641985"/>
              <a:chOff x="7004550" y="3676293"/>
              <a:chExt cx="161700" cy="641982"/>
            </a:xfrm>
          </p:grpSpPr>
          <p:sp>
            <p:nvSpPr>
              <p:cNvPr id="738" name="Google Shape;738;p50"/>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50"/>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50"/>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50"/>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742;p50"/>
            <p:cNvGrpSpPr/>
            <p:nvPr/>
          </p:nvGrpSpPr>
          <p:grpSpPr>
            <a:xfrm>
              <a:off x="2002095" y="4063851"/>
              <a:ext cx="545147" cy="506901"/>
              <a:chOff x="4818730" y="3307263"/>
              <a:chExt cx="1827512" cy="1699300"/>
            </a:xfrm>
          </p:grpSpPr>
          <p:sp>
            <p:nvSpPr>
              <p:cNvPr id="743" name="Google Shape;743;p50"/>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50"/>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50"/>
              <p:cNvSpPr/>
              <p:nvPr/>
            </p:nvSpPr>
            <p:spPr>
              <a:xfrm rot="-2700000">
                <a:off x="5618569" y="3354448"/>
                <a:ext cx="227830" cy="227830"/>
              </a:xfrm>
              <a:prstGeom prst="plus">
                <a:avLst>
                  <a:gd name="adj" fmla="val 39015"/>
                </a:avLst>
              </a:prstGeom>
              <a:solidFill>
                <a:srgbClr val="FFFFFF">
                  <a:alpha val="36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50"/>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50"/>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50"/>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50"/>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50"/>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50"/>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50"/>
              <p:cNvSpPr/>
              <p:nvPr/>
            </p:nvSpPr>
            <p:spPr>
              <a:xfrm rot="-2700000">
                <a:off x="6371227" y="3698723"/>
                <a:ext cx="227830" cy="227830"/>
              </a:xfrm>
              <a:prstGeom prst="plus">
                <a:avLst>
                  <a:gd name="adj" fmla="val 39015"/>
                </a:avLst>
              </a:prstGeom>
              <a:solidFill>
                <a:srgbClr val="FFFFFF">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50"/>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50"/>
              <p:cNvSpPr/>
              <p:nvPr/>
            </p:nvSpPr>
            <p:spPr>
              <a:xfrm rot="-2700000">
                <a:off x="5242240" y="4042998"/>
                <a:ext cx="227830" cy="227830"/>
              </a:xfrm>
              <a:prstGeom prst="plus">
                <a:avLst>
                  <a:gd name="adj" fmla="val 39015"/>
                </a:avLst>
              </a:prstGeom>
              <a:solidFill>
                <a:srgbClr val="FFFFFF">
                  <a:alpha val="33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50"/>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50"/>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50"/>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50"/>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50"/>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50"/>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50"/>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50"/>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50"/>
              <p:cNvSpPr/>
              <p:nvPr/>
            </p:nvSpPr>
            <p:spPr>
              <a:xfrm rot="-2700000">
                <a:off x="4865915" y="4731548"/>
                <a:ext cx="227830" cy="227830"/>
              </a:xfrm>
              <a:prstGeom prst="plus">
                <a:avLst>
                  <a:gd name="adj" fmla="val 39015"/>
                </a:avLst>
              </a:prstGeom>
              <a:solidFill>
                <a:srgbClr val="FFFFFF">
                  <a:alpha val="48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50"/>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50"/>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50"/>
              <p:cNvSpPr/>
              <p:nvPr/>
            </p:nvSpPr>
            <p:spPr>
              <a:xfrm rot="-2700000">
                <a:off x="5994898" y="4731548"/>
                <a:ext cx="227830" cy="227830"/>
              </a:xfrm>
              <a:prstGeom prst="plus">
                <a:avLst>
                  <a:gd name="adj" fmla="val 39015"/>
                </a:avLst>
              </a:pr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50"/>
              <p:cNvSpPr/>
              <p:nvPr/>
            </p:nvSpPr>
            <p:spPr>
              <a:xfrm rot="-2700000">
                <a:off x="6371227" y="4731548"/>
                <a:ext cx="227830" cy="227830"/>
              </a:xfrm>
              <a:prstGeom prst="plus">
                <a:avLst>
                  <a:gd name="adj" fmla="val 39015"/>
                </a:avLst>
              </a:prstGeom>
              <a:solidFill>
                <a:srgbClr val="FFFFFF">
                  <a:alpha val="330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8" name="Google Shape;768;p50"/>
            <p:cNvSpPr/>
            <p:nvPr/>
          </p:nvSpPr>
          <p:spPr>
            <a:xfrm>
              <a:off x="4357400" y="1329438"/>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50"/>
            <p:cNvSpPr/>
            <p:nvPr/>
          </p:nvSpPr>
          <p:spPr>
            <a:xfrm>
              <a:off x="403100" y="35188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50"/>
            <p:cNvSpPr/>
            <p:nvPr/>
          </p:nvSpPr>
          <p:spPr>
            <a:xfrm>
              <a:off x="7756925" y="38742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50"/>
            <p:cNvSpPr/>
            <p:nvPr/>
          </p:nvSpPr>
          <p:spPr>
            <a:xfrm>
              <a:off x="8110888" y="9775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1" name="Picture 40" descr="images.jpg"/>
          <p:cNvPicPr>
            <a:picLocks noChangeAspect="1"/>
          </p:cNvPicPr>
          <p:nvPr/>
        </p:nvPicPr>
        <p:blipFill>
          <a:blip r:embed="rId3"/>
          <a:stretch>
            <a:fillRect/>
          </a:stretch>
        </p:blipFill>
        <p:spPr>
          <a:xfrm>
            <a:off x="4953000" y="1428750"/>
            <a:ext cx="3932918" cy="22098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2"/>
        <p:cNvGrpSpPr/>
        <p:nvPr/>
      </p:nvGrpSpPr>
      <p:grpSpPr>
        <a:xfrm>
          <a:off x="0" y="0"/>
          <a:ext cx="0" cy="0"/>
          <a:chOff x="0" y="0"/>
          <a:chExt cx="0" cy="0"/>
        </a:xfrm>
      </p:grpSpPr>
      <p:sp>
        <p:nvSpPr>
          <p:cNvPr id="1293" name="Google Shape;1293;p55"/>
          <p:cNvSpPr txBox="1">
            <a:spLocks noGrp="1"/>
          </p:cNvSpPr>
          <p:nvPr>
            <p:ph type="title"/>
          </p:nvPr>
        </p:nvSpPr>
        <p:spPr>
          <a:xfrm>
            <a:off x="304800" y="1962150"/>
            <a:ext cx="3805800" cy="55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dirty="0" smtClean="0"/>
              <a:t>WHY </a:t>
            </a:r>
            <a:br>
              <a:rPr lang="en" sz="4800" dirty="0" smtClean="0"/>
            </a:br>
            <a:r>
              <a:rPr lang="en" sz="4800" dirty="0" smtClean="0"/>
              <a:t>THIS </a:t>
            </a:r>
            <a:r>
              <a:rPr lang="en" sz="4800" dirty="0" smtClean="0">
                <a:solidFill>
                  <a:srgbClr val="FFFF00"/>
                </a:solidFill>
              </a:rPr>
              <a:t>GAME ?</a:t>
            </a:r>
            <a:endParaRPr sz="4800">
              <a:solidFill>
                <a:srgbClr val="FFFF00"/>
              </a:solidFill>
            </a:endParaRPr>
          </a:p>
        </p:txBody>
      </p:sp>
      <p:pic>
        <p:nvPicPr>
          <p:cNvPr id="1295" name="Google Shape;1295;p55"/>
          <p:cNvPicPr preferRelativeResize="0"/>
          <p:nvPr/>
        </p:nvPicPr>
        <p:blipFill>
          <a:blip r:embed="rId3"/>
          <a:stretch>
            <a:fillRect/>
          </a:stretch>
        </p:blipFill>
        <p:spPr>
          <a:xfrm>
            <a:off x="5454275" y="416453"/>
            <a:ext cx="3689727" cy="431059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296" name="Google Shape;1296;p55"/>
          <p:cNvSpPr/>
          <p:nvPr/>
        </p:nvSpPr>
        <p:spPr>
          <a:xfrm>
            <a:off x="5443925" y="-75"/>
            <a:ext cx="177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7" name="Google Shape;1297;p55"/>
          <p:cNvGrpSpPr/>
          <p:nvPr/>
        </p:nvGrpSpPr>
        <p:grpSpPr>
          <a:xfrm>
            <a:off x="0" y="2724150"/>
            <a:ext cx="4433413" cy="141300"/>
            <a:chOff x="4013" y="2071675"/>
            <a:chExt cx="4433413" cy="141300"/>
          </a:xfrm>
        </p:grpSpPr>
        <p:cxnSp>
          <p:nvCxnSpPr>
            <p:cNvPr id="1298" name="Google Shape;1298;p55"/>
            <p:cNvCxnSpPr/>
            <p:nvPr/>
          </p:nvCxnSpPr>
          <p:spPr>
            <a:xfrm rot="10800000">
              <a:off x="4013" y="2145700"/>
              <a:ext cx="4292100" cy="0"/>
            </a:xfrm>
            <a:prstGeom prst="straightConnector1">
              <a:avLst/>
            </a:prstGeom>
            <a:noFill/>
            <a:ln w="19050" cap="flat" cmpd="sng">
              <a:solidFill>
                <a:schemeClr val="accent1"/>
              </a:solidFill>
              <a:prstDash val="solid"/>
              <a:round/>
              <a:headEnd type="none" w="med" len="med"/>
              <a:tailEnd type="none" w="med" len="med"/>
            </a:ln>
          </p:spPr>
        </p:cxnSp>
        <p:sp>
          <p:nvSpPr>
            <p:cNvPr id="1299" name="Google Shape;1299;p55"/>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0" name="Google Shape;1300;p55"/>
          <p:cNvSpPr/>
          <p:nvPr/>
        </p:nvSpPr>
        <p:spPr>
          <a:xfrm rot="1799997" flipH="1">
            <a:off x="6385427" y="2928645"/>
            <a:ext cx="3287417" cy="3287464"/>
          </a:xfrm>
          <a:prstGeom prst="lightningBol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1" name="Google Shape;1301;p55"/>
          <p:cNvGrpSpPr/>
          <p:nvPr/>
        </p:nvGrpSpPr>
        <p:grpSpPr>
          <a:xfrm>
            <a:off x="387475" y="796288"/>
            <a:ext cx="8373350" cy="3789688"/>
            <a:chOff x="387475" y="720088"/>
            <a:chExt cx="8373350" cy="3789688"/>
          </a:xfrm>
        </p:grpSpPr>
        <p:grpSp>
          <p:nvGrpSpPr>
            <p:cNvPr id="1302" name="Google Shape;1302;p55"/>
            <p:cNvGrpSpPr/>
            <p:nvPr/>
          </p:nvGrpSpPr>
          <p:grpSpPr>
            <a:xfrm rot="-7546048">
              <a:off x="4811497" y="2685143"/>
              <a:ext cx="161701" cy="641985"/>
              <a:chOff x="7608634" y="5343951"/>
              <a:chExt cx="161700" cy="641982"/>
            </a:xfrm>
          </p:grpSpPr>
          <p:sp>
            <p:nvSpPr>
              <p:cNvPr id="1303" name="Google Shape;1303;p55"/>
              <p:cNvSpPr/>
              <p:nvPr/>
            </p:nvSpPr>
            <p:spPr>
              <a:xfrm>
                <a:off x="7608634" y="584613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55"/>
              <p:cNvSpPr/>
              <p:nvPr/>
            </p:nvSpPr>
            <p:spPr>
              <a:xfrm>
                <a:off x="7608634" y="5678739"/>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55"/>
              <p:cNvSpPr/>
              <p:nvPr/>
            </p:nvSpPr>
            <p:spPr>
              <a:xfrm>
                <a:off x="7608634" y="551134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55"/>
              <p:cNvSpPr/>
              <p:nvPr/>
            </p:nvSpPr>
            <p:spPr>
              <a:xfrm>
                <a:off x="7608634" y="534395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7" name="Google Shape;1307;p55"/>
            <p:cNvSpPr/>
            <p:nvPr/>
          </p:nvSpPr>
          <p:spPr>
            <a:xfrm>
              <a:off x="2833940" y="720088"/>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55"/>
            <p:cNvSpPr/>
            <p:nvPr/>
          </p:nvSpPr>
          <p:spPr>
            <a:xfrm>
              <a:off x="5803925" y="2025013"/>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55"/>
            <p:cNvSpPr/>
            <p:nvPr/>
          </p:nvSpPr>
          <p:spPr>
            <a:xfrm>
              <a:off x="8571225" y="7756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55"/>
            <p:cNvSpPr/>
            <p:nvPr/>
          </p:nvSpPr>
          <p:spPr>
            <a:xfrm>
              <a:off x="4721350" y="43201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55"/>
            <p:cNvSpPr/>
            <p:nvPr/>
          </p:nvSpPr>
          <p:spPr>
            <a:xfrm>
              <a:off x="7642025" y="3768088"/>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2" name="Google Shape;1312;p55"/>
            <p:cNvGrpSpPr/>
            <p:nvPr/>
          </p:nvGrpSpPr>
          <p:grpSpPr>
            <a:xfrm>
              <a:off x="5716845" y="3441801"/>
              <a:ext cx="545147" cy="506901"/>
              <a:chOff x="4818730" y="3307263"/>
              <a:chExt cx="1827512" cy="1699300"/>
            </a:xfrm>
          </p:grpSpPr>
          <p:sp>
            <p:nvSpPr>
              <p:cNvPr id="1313" name="Google Shape;1313;p55"/>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55"/>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55"/>
              <p:cNvSpPr/>
              <p:nvPr/>
            </p:nvSpPr>
            <p:spPr>
              <a:xfrm rot="-2700000">
                <a:off x="5618569" y="3354448"/>
                <a:ext cx="227830" cy="227830"/>
              </a:xfrm>
              <a:prstGeom prst="plus">
                <a:avLst>
                  <a:gd name="adj" fmla="val 39015"/>
                </a:avLst>
              </a:prstGeom>
              <a:solidFill>
                <a:srgbClr val="FFFFFF">
                  <a:alpha val="36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55"/>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55"/>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55"/>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55"/>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55"/>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55"/>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55"/>
              <p:cNvSpPr/>
              <p:nvPr/>
            </p:nvSpPr>
            <p:spPr>
              <a:xfrm rot="-2700000">
                <a:off x="6371227" y="3698723"/>
                <a:ext cx="227830" cy="227830"/>
              </a:xfrm>
              <a:prstGeom prst="plus">
                <a:avLst>
                  <a:gd name="adj" fmla="val 39015"/>
                </a:avLst>
              </a:prstGeom>
              <a:solidFill>
                <a:srgbClr val="FFFFFF">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55"/>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55"/>
              <p:cNvSpPr/>
              <p:nvPr/>
            </p:nvSpPr>
            <p:spPr>
              <a:xfrm rot="-2700000">
                <a:off x="5242240" y="4042998"/>
                <a:ext cx="227830" cy="227830"/>
              </a:xfrm>
              <a:prstGeom prst="plus">
                <a:avLst>
                  <a:gd name="adj" fmla="val 39015"/>
                </a:avLst>
              </a:prstGeom>
              <a:solidFill>
                <a:srgbClr val="FFFFFF">
                  <a:alpha val="33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55"/>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55"/>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55"/>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55"/>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55"/>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55"/>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55"/>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55"/>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55"/>
              <p:cNvSpPr/>
              <p:nvPr/>
            </p:nvSpPr>
            <p:spPr>
              <a:xfrm rot="-2700000">
                <a:off x="4865915" y="4731548"/>
                <a:ext cx="227830" cy="227830"/>
              </a:xfrm>
              <a:prstGeom prst="plus">
                <a:avLst>
                  <a:gd name="adj" fmla="val 39015"/>
                </a:avLst>
              </a:prstGeom>
              <a:solidFill>
                <a:srgbClr val="FFFFFF">
                  <a:alpha val="48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55"/>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55"/>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55"/>
              <p:cNvSpPr/>
              <p:nvPr/>
            </p:nvSpPr>
            <p:spPr>
              <a:xfrm rot="-2700000">
                <a:off x="5994898" y="4731548"/>
                <a:ext cx="227830" cy="227830"/>
              </a:xfrm>
              <a:prstGeom prst="plus">
                <a:avLst>
                  <a:gd name="adj" fmla="val 39015"/>
                </a:avLst>
              </a:pr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55"/>
              <p:cNvSpPr/>
              <p:nvPr/>
            </p:nvSpPr>
            <p:spPr>
              <a:xfrm rot="-2700000">
                <a:off x="6371227" y="4731548"/>
                <a:ext cx="227830" cy="227830"/>
              </a:xfrm>
              <a:prstGeom prst="plus">
                <a:avLst>
                  <a:gd name="adj" fmla="val 39015"/>
                </a:avLst>
              </a:prstGeom>
              <a:solidFill>
                <a:srgbClr val="FFFFFF">
                  <a:alpha val="330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38" name="Google Shape;1338;p55"/>
            <p:cNvSpPr/>
            <p:nvPr/>
          </p:nvSpPr>
          <p:spPr>
            <a:xfrm>
              <a:off x="387475" y="37139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8"/>
        <p:cNvGrpSpPr/>
        <p:nvPr/>
      </p:nvGrpSpPr>
      <p:grpSpPr>
        <a:xfrm>
          <a:off x="0" y="0"/>
          <a:ext cx="0" cy="0"/>
          <a:chOff x="0" y="0"/>
          <a:chExt cx="0" cy="0"/>
        </a:xfrm>
      </p:grpSpPr>
      <p:sp>
        <p:nvSpPr>
          <p:cNvPr id="1229" name="Google Shape;1229;p54"/>
          <p:cNvSpPr txBox="1">
            <a:spLocks noGrp="1"/>
          </p:cNvSpPr>
          <p:nvPr>
            <p:ph type="title" idx="6"/>
          </p:nvPr>
        </p:nvSpPr>
        <p:spPr>
          <a:xfrm>
            <a:off x="717425" y="388925"/>
            <a:ext cx="7709100" cy="588600"/>
          </a:xfrm>
          <a:prstGeom prst="rect">
            <a:avLst/>
          </a:prstGeom>
        </p:spPr>
        <p:txBody>
          <a:bodyPr spcFirstLastPara="1" wrap="square" lIns="91425" tIns="91425" rIns="91425" bIns="91425" anchor="t" anchorCtr="0">
            <a:noAutofit/>
          </a:bodyPr>
          <a:lstStyle/>
          <a:p>
            <a:pPr lvl="0"/>
            <a:r>
              <a:rPr lang="en" dirty="0" smtClean="0"/>
              <a:t>WHY THIS GAME?</a:t>
            </a:r>
            <a:endParaRPr/>
          </a:p>
        </p:txBody>
      </p:sp>
      <p:sp>
        <p:nvSpPr>
          <p:cNvPr id="1230" name="Google Shape;1230;p54"/>
          <p:cNvSpPr txBox="1">
            <a:spLocks noGrp="1"/>
          </p:cNvSpPr>
          <p:nvPr>
            <p:ph type="subTitle" idx="1"/>
          </p:nvPr>
        </p:nvSpPr>
        <p:spPr>
          <a:xfrm>
            <a:off x="457200" y="3105150"/>
            <a:ext cx="2391000" cy="866700"/>
          </a:xfrm>
          <a:prstGeom prst="rect">
            <a:avLst/>
          </a:prstGeom>
        </p:spPr>
        <p:txBody>
          <a:bodyPr spcFirstLastPara="1" wrap="square" lIns="91425" tIns="91425" rIns="91425" bIns="91425" anchor="ctr" anchorCtr="0">
            <a:noAutofit/>
          </a:bodyPr>
          <a:lstStyle/>
          <a:p>
            <a:pPr marL="0" lvl="0" indent="0" algn="ctr">
              <a:spcAft>
                <a:spcPts val="1600"/>
              </a:spcAft>
            </a:pPr>
            <a:r>
              <a:rPr lang="en-US" dirty="0" smtClean="0"/>
              <a:t>Project easy to </a:t>
            </a:r>
            <a:r>
              <a:rPr lang="en-US" dirty="0" err="1" smtClean="0"/>
              <a:t>devlop</a:t>
            </a:r>
            <a:r>
              <a:rPr lang="en-US" dirty="0" smtClean="0"/>
              <a:t> and accessible to others.</a:t>
            </a:r>
            <a:endParaRPr lang="en-US" dirty="0"/>
          </a:p>
        </p:txBody>
      </p:sp>
      <p:sp>
        <p:nvSpPr>
          <p:cNvPr id="1231" name="Google Shape;1231;p54"/>
          <p:cNvSpPr txBox="1">
            <a:spLocks noGrp="1"/>
          </p:cNvSpPr>
          <p:nvPr>
            <p:ph type="title"/>
          </p:nvPr>
        </p:nvSpPr>
        <p:spPr>
          <a:xfrm>
            <a:off x="1295400" y="2571750"/>
            <a:ext cx="412700" cy="501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1</a:t>
            </a:r>
            <a:endParaRPr/>
          </a:p>
        </p:txBody>
      </p:sp>
      <p:sp>
        <p:nvSpPr>
          <p:cNvPr id="1232" name="Google Shape;1232;p54"/>
          <p:cNvSpPr txBox="1">
            <a:spLocks noGrp="1"/>
          </p:cNvSpPr>
          <p:nvPr>
            <p:ph type="title" idx="2"/>
          </p:nvPr>
        </p:nvSpPr>
        <p:spPr>
          <a:xfrm>
            <a:off x="3810000" y="2571750"/>
            <a:ext cx="585900" cy="501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2</a:t>
            </a:r>
            <a:endParaRPr/>
          </a:p>
        </p:txBody>
      </p:sp>
      <p:sp>
        <p:nvSpPr>
          <p:cNvPr id="1233" name="Google Shape;1233;p54"/>
          <p:cNvSpPr txBox="1">
            <a:spLocks noGrp="1"/>
          </p:cNvSpPr>
          <p:nvPr>
            <p:ph type="subTitle" idx="3"/>
          </p:nvPr>
        </p:nvSpPr>
        <p:spPr>
          <a:xfrm>
            <a:off x="3048000" y="2952750"/>
            <a:ext cx="2391000" cy="866700"/>
          </a:xfrm>
          <a:prstGeom prst="rect">
            <a:avLst/>
          </a:prstGeom>
        </p:spPr>
        <p:txBody>
          <a:bodyPr spcFirstLastPara="1" wrap="square" lIns="91425" tIns="91425" rIns="91425" bIns="91425" anchor="ctr" anchorCtr="0">
            <a:noAutofit/>
          </a:bodyPr>
          <a:lstStyle/>
          <a:p>
            <a:pPr marL="0" lvl="0" indent="0" algn="ctr">
              <a:spcAft>
                <a:spcPts val="1600"/>
              </a:spcAft>
            </a:pPr>
            <a:r>
              <a:rPr lang="en-US" dirty="0" smtClean="0"/>
              <a:t>We are new to this field.</a:t>
            </a:r>
            <a:endParaRPr lang="en-US" dirty="0"/>
          </a:p>
        </p:txBody>
      </p:sp>
      <p:sp>
        <p:nvSpPr>
          <p:cNvPr id="1234" name="Google Shape;1234;p54"/>
          <p:cNvSpPr txBox="1">
            <a:spLocks noGrp="1"/>
          </p:cNvSpPr>
          <p:nvPr>
            <p:ph type="title" idx="4"/>
          </p:nvPr>
        </p:nvSpPr>
        <p:spPr>
          <a:xfrm>
            <a:off x="6858000" y="2571750"/>
            <a:ext cx="454300" cy="501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3</a:t>
            </a:r>
            <a:endParaRPr/>
          </a:p>
        </p:txBody>
      </p:sp>
      <p:sp>
        <p:nvSpPr>
          <p:cNvPr id="1235" name="Google Shape;1235;p54"/>
          <p:cNvSpPr txBox="1">
            <a:spLocks noGrp="1"/>
          </p:cNvSpPr>
          <p:nvPr>
            <p:ph type="subTitle" idx="5"/>
          </p:nvPr>
        </p:nvSpPr>
        <p:spPr>
          <a:xfrm>
            <a:off x="5946500" y="3056325"/>
            <a:ext cx="2391000" cy="866700"/>
          </a:xfrm>
          <a:prstGeom prst="rect">
            <a:avLst/>
          </a:prstGeom>
        </p:spPr>
        <p:txBody>
          <a:bodyPr spcFirstLastPara="1" wrap="square" lIns="91425" tIns="91425" rIns="91425" bIns="91425" anchor="ctr" anchorCtr="0">
            <a:noAutofit/>
          </a:bodyPr>
          <a:lstStyle/>
          <a:p>
            <a:pPr marL="0" lvl="0" indent="0" algn="ctr">
              <a:spcAft>
                <a:spcPts val="1600"/>
              </a:spcAft>
            </a:pPr>
            <a:r>
              <a:rPr lang="en-US" dirty="0" smtClean="0"/>
              <a:t>Growing E-sports in India.</a:t>
            </a:r>
            <a:endParaRPr lang="en-US" dirty="0"/>
          </a:p>
        </p:txBody>
      </p:sp>
      <p:grpSp>
        <p:nvGrpSpPr>
          <p:cNvPr id="1252" name="Google Shape;1252;p54"/>
          <p:cNvGrpSpPr/>
          <p:nvPr/>
        </p:nvGrpSpPr>
        <p:grpSpPr>
          <a:xfrm>
            <a:off x="434875" y="1159275"/>
            <a:ext cx="8129193" cy="3535207"/>
            <a:chOff x="434875" y="1159275"/>
            <a:chExt cx="8129193" cy="3535207"/>
          </a:xfrm>
        </p:grpSpPr>
        <p:grpSp>
          <p:nvGrpSpPr>
            <p:cNvPr id="1253" name="Google Shape;1253;p54"/>
            <p:cNvGrpSpPr/>
            <p:nvPr/>
          </p:nvGrpSpPr>
          <p:grpSpPr>
            <a:xfrm rot="-7546048">
              <a:off x="8175509" y="4120268"/>
              <a:ext cx="161701" cy="641985"/>
              <a:chOff x="7004550" y="3676293"/>
              <a:chExt cx="161700" cy="641982"/>
            </a:xfrm>
          </p:grpSpPr>
          <p:sp>
            <p:nvSpPr>
              <p:cNvPr id="1254" name="Google Shape;1254;p54"/>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54"/>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54"/>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54"/>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8" name="Google Shape;1258;p54"/>
            <p:cNvSpPr/>
            <p:nvPr/>
          </p:nvSpPr>
          <p:spPr>
            <a:xfrm>
              <a:off x="2523350" y="41880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54"/>
            <p:cNvSpPr/>
            <p:nvPr/>
          </p:nvSpPr>
          <p:spPr>
            <a:xfrm>
              <a:off x="8188900" y="2118513"/>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54"/>
            <p:cNvSpPr/>
            <p:nvPr/>
          </p:nvSpPr>
          <p:spPr>
            <a:xfrm>
              <a:off x="434875" y="23536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54"/>
            <p:cNvSpPr/>
            <p:nvPr/>
          </p:nvSpPr>
          <p:spPr>
            <a:xfrm>
              <a:off x="5545650" y="4188038"/>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54"/>
            <p:cNvSpPr/>
            <p:nvPr/>
          </p:nvSpPr>
          <p:spPr>
            <a:xfrm>
              <a:off x="6533813" y="11592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3" name="Google Shape;1263;p54"/>
            <p:cNvGrpSpPr/>
            <p:nvPr/>
          </p:nvGrpSpPr>
          <p:grpSpPr>
            <a:xfrm>
              <a:off x="4299420" y="4063851"/>
              <a:ext cx="545147" cy="506901"/>
              <a:chOff x="4818730" y="3307263"/>
              <a:chExt cx="1827512" cy="1699300"/>
            </a:xfrm>
          </p:grpSpPr>
          <p:sp>
            <p:nvSpPr>
              <p:cNvPr id="1264" name="Google Shape;1264;p54"/>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54"/>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54"/>
              <p:cNvSpPr/>
              <p:nvPr/>
            </p:nvSpPr>
            <p:spPr>
              <a:xfrm rot="-2700000">
                <a:off x="5618569" y="3354448"/>
                <a:ext cx="227830" cy="227830"/>
              </a:xfrm>
              <a:prstGeom prst="plus">
                <a:avLst>
                  <a:gd name="adj" fmla="val 39015"/>
                </a:avLst>
              </a:prstGeom>
              <a:solidFill>
                <a:srgbClr val="FFFFFF">
                  <a:alpha val="36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54"/>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54"/>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54"/>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54"/>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54"/>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54"/>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54"/>
              <p:cNvSpPr/>
              <p:nvPr/>
            </p:nvSpPr>
            <p:spPr>
              <a:xfrm rot="-2700000">
                <a:off x="6371227" y="3698723"/>
                <a:ext cx="227830" cy="227830"/>
              </a:xfrm>
              <a:prstGeom prst="plus">
                <a:avLst>
                  <a:gd name="adj" fmla="val 39015"/>
                </a:avLst>
              </a:prstGeom>
              <a:solidFill>
                <a:srgbClr val="FFFFFF">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54"/>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54"/>
              <p:cNvSpPr/>
              <p:nvPr/>
            </p:nvSpPr>
            <p:spPr>
              <a:xfrm rot="-2700000">
                <a:off x="5242240" y="4042998"/>
                <a:ext cx="227830" cy="227830"/>
              </a:xfrm>
              <a:prstGeom prst="plus">
                <a:avLst>
                  <a:gd name="adj" fmla="val 39015"/>
                </a:avLst>
              </a:prstGeom>
              <a:solidFill>
                <a:srgbClr val="FFFFFF">
                  <a:alpha val="33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54"/>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54"/>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54"/>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54"/>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54"/>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54"/>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54"/>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54"/>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54"/>
              <p:cNvSpPr/>
              <p:nvPr/>
            </p:nvSpPr>
            <p:spPr>
              <a:xfrm rot="-2700000">
                <a:off x="4865915" y="4731548"/>
                <a:ext cx="227830" cy="227830"/>
              </a:xfrm>
              <a:prstGeom prst="plus">
                <a:avLst>
                  <a:gd name="adj" fmla="val 39015"/>
                </a:avLst>
              </a:prstGeom>
              <a:solidFill>
                <a:srgbClr val="FFFFFF">
                  <a:alpha val="48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54"/>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54"/>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54"/>
              <p:cNvSpPr/>
              <p:nvPr/>
            </p:nvSpPr>
            <p:spPr>
              <a:xfrm rot="-2700000">
                <a:off x="5994898" y="4731548"/>
                <a:ext cx="227830" cy="227830"/>
              </a:xfrm>
              <a:prstGeom prst="plus">
                <a:avLst>
                  <a:gd name="adj" fmla="val 39015"/>
                </a:avLst>
              </a:pr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54"/>
              <p:cNvSpPr/>
              <p:nvPr/>
            </p:nvSpPr>
            <p:spPr>
              <a:xfrm rot="-2700000">
                <a:off x="6371227" y="4731548"/>
                <a:ext cx="227830" cy="227830"/>
              </a:xfrm>
              <a:prstGeom prst="plus">
                <a:avLst>
                  <a:gd name="adj" fmla="val 39015"/>
                </a:avLst>
              </a:prstGeom>
              <a:solidFill>
                <a:srgbClr val="FFFFFF">
                  <a:alpha val="330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08"/>
        <p:cNvGrpSpPr/>
        <p:nvPr/>
      </p:nvGrpSpPr>
      <p:grpSpPr>
        <a:xfrm>
          <a:off x="0" y="0"/>
          <a:ext cx="0" cy="0"/>
          <a:chOff x="0" y="0"/>
          <a:chExt cx="0" cy="0"/>
        </a:xfrm>
      </p:grpSpPr>
      <p:sp>
        <p:nvSpPr>
          <p:cNvPr id="4409" name="Google Shape;4409;p79"/>
          <p:cNvSpPr txBox="1">
            <a:spLocks noGrp="1"/>
          </p:cNvSpPr>
          <p:nvPr>
            <p:ph type="title"/>
          </p:nvPr>
        </p:nvSpPr>
        <p:spPr>
          <a:xfrm flipH="1">
            <a:off x="2362200" y="514350"/>
            <a:ext cx="4737200" cy="982400"/>
          </a:xfrm>
          <a:prstGeom prst="rect">
            <a:avLst/>
          </a:prstGeom>
        </p:spPr>
        <p:txBody>
          <a:bodyPr spcFirstLastPara="1" wrap="square" lIns="91425" tIns="91425" rIns="91425" bIns="91425" anchor="ctr" anchorCtr="0">
            <a:noAutofit/>
          </a:bodyPr>
          <a:lstStyle/>
          <a:p>
            <a:pPr lvl="0"/>
            <a:r>
              <a:rPr lang="en" sz="4400" dirty="0" smtClean="0"/>
              <a:t>TECHNOLOGY AND SOFTWARES USED</a:t>
            </a:r>
            <a:endParaRPr sz="4400"/>
          </a:p>
        </p:txBody>
      </p:sp>
      <p:grpSp>
        <p:nvGrpSpPr>
          <p:cNvPr id="4412" name="Google Shape;4412;p79"/>
          <p:cNvGrpSpPr/>
          <p:nvPr/>
        </p:nvGrpSpPr>
        <p:grpSpPr>
          <a:xfrm>
            <a:off x="2523738" y="2044563"/>
            <a:ext cx="4008972" cy="2695869"/>
            <a:chOff x="2523738" y="2044563"/>
            <a:chExt cx="4008972" cy="2695869"/>
          </a:xfrm>
        </p:grpSpPr>
        <p:sp>
          <p:nvSpPr>
            <p:cNvPr id="4413" name="Google Shape;4413;p79"/>
            <p:cNvSpPr/>
            <p:nvPr/>
          </p:nvSpPr>
          <p:spPr>
            <a:xfrm>
              <a:off x="5559420" y="4364083"/>
              <a:ext cx="144793" cy="46877"/>
            </a:xfrm>
            <a:custGeom>
              <a:avLst/>
              <a:gdLst/>
              <a:ahLst/>
              <a:cxnLst/>
              <a:rect l="l" t="t" r="r" b="b"/>
              <a:pathLst>
                <a:path w="9393" h="3041" extrusionOk="0">
                  <a:moveTo>
                    <a:pt x="9058" y="1"/>
                  </a:moveTo>
                  <a:lnTo>
                    <a:pt x="0" y="3040"/>
                  </a:lnTo>
                  <a:lnTo>
                    <a:pt x="335" y="3040"/>
                  </a:lnTo>
                  <a:lnTo>
                    <a:pt x="9392" y="1"/>
                  </a:lnTo>
                  <a:close/>
                </a:path>
              </a:pathLst>
            </a:custGeom>
            <a:solidFill>
              <a:srgbClr val="FAD3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4" name="Google Shape;4414;p79"/>
            <p:cNvSpPr/>
            <p:nvPr/>
          </p:nvSpPr>
          <p:spPr>
            <a:xfrm>
              <a:off x="5707957" y="4316292"/>
              <a:ext cx="138704" cy="44996"/>
            </a:xfrm>
            <a:custGeom>
              <a:avLst/>
              <a:gdLst/>
              <a:ahLst/>
              <a:cxnLst/>
              <a:rect l="l" t="t" r="r" b="b"/>
              <a:pathLst>
                <a:path w="8998" h="2919" extrusionOk="0">
                  <a:moveTo>
                    <a:pt x="8663" y="0"/>
                  </a:moveTo>
                  <a:lnTo>
                    <a:pt x="1" y="2918"/>
                  </a:lnTo>
                  <a:lnTo>
                    <a:pt x="335" y="2918"/>
                  </a:lnTo>
                  <a:lnTo>
                    <a:pt x="8998" y="0"/>
                  </a:lnTo>
                  <a:close/>
                </a:path>
              </a:pathLst>
            </a:custGeom>
            <a:solidFill>
              <a:srgbClr val="FAD3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79"/>
            <p:cNvSpPr/>
            <p:nvPr/>
          </p:nvSpPr>
          <p:spPr>
            <a:xfrm>
              <a:off x="4097406" y="4479366"/>
              <a:ext cx="405784" cy="98409"/>
            </a:xfrm>
            <a:custGeom>
              <a:avLst/>
              <a:gdLst/>
              <a:ahLst/>
              <a:cxnLst/>
              <a:rect l="l" t="t" r="r" b="b"/>
              <a:pathLst>
                <a:path w="26324" h="6384" extrusionOk="0">
                  <a:moveTo>
                    <a:pt x="25989" y="0"/>
                  </a:moveTo>
                  <a:lnTo>
                    <a:pt x="1" y="6383"/>
                  </a:lnTo>
                  <a:lnTo>
                    <a:pt x="335" y="6383"/>
                  </a:lnTo>
                  <a:lnTo>
                    <a:pt x="26323" y="0"/>
                  </a:lnTo>
                  <a:close/>
                </a:path>
              </a:pathLst>
            </a:custGeom>
            <a:solidFill>
              <a:srgbClr val="FAD3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79"/>
            <p:cNvSpPr/>
            <p:nvPr/>
          </p:nvSpPr>
          <p:spPr>
            <a:xfrm>
              <a:off x="5173301" y="4248814"/>
              <a:ext cx="264275" cy="64666"/>
            </a:xfrm>
            <a:custGeom>
              <a:avLst/>
              <a:gdLst/>
              <a:ahLst/>
              <a:cxnLst/>
              <a:rect l="l" t="t" r="r" b="b"/>
              <a:pathLst>
                <a:path w="17144" h="4195" extrusionOk="0">
                  <a:moveTo>
                    <a:pt x="17052" y="0"/>
                  </a:moveTo>
                  <a:lnTo>
                    <a:pt x="0" y="4195"/>
                  </a:lnTo>
                  <a:lnTo>
                    <a:pt x="334" y="4195"/>
                  </a:lnTo>
                  <a:lnTo>
                    <a:pt x="17143" y="61"/>
                  </a:lnTo>
                  <a:lnTo>
                    <a:pt x="17052" y="0"/>
                  </a:lnTo>
                  <a:close/>
                </a:path>
              </a:pathLst>
            </a:custGeom>
            <a:solidFill>
              <a:srgbClr val="FAD3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7" name="Google Shape;4417;p79"/>
            <p:cNvSpPr/>
            <p:nvPr/>
          </p:nvSpPr>
          <p:spPr>
            <a:xfrm>
              <a:off x="4085228" y="4577769"/>
              <a:ext cx="17342" cy="2821"/>
            </a:xfrm>
            <a:custGeom>
              <a:avLst/>
              <a:gdLst/>
              <a:ahLst/>
              <a:cxnLst/>
              <a:rect l="l" t="t" r="r" b="b"/>
              <a:pathLst>
                <a:path w="1125" h="183" extrusionOk="0">
                  <a:moveTo>
                    <a:pt x="791" y="0"/>
                  </a:moveTo>
                  <a:lnTo>
                    <a:pt x="0" y="182"/>
                  </a:lnTo>
                  <a:lnTo>
                    <a:pt x="335" y="182"/>
                  </a:lnTo>
                  <a:lnTo>
                    <a:pt x="1125" y="0"/>
                  </a:lnTo>
                  <a:close/>
                </a:path>
              </a:pathLst>
            </a:custGeom>
            <a:solidFill>
              <a:srgbClr val="FAD3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79"/>
            <p:cNvSpPr/>
            <p:nvPr/>
          </p:nvSpPr>
          <p:spPr>
            <a:xfrm>
              <a:off x="4498048" y="4476545"/>
              <a:ext cx="17357" cy="2821"/>
            </a:xfrm>
            <a:custGeom>
              <a:avLst/>
              <a:gdLst/>
              <a:ahLst/>
              <a:cxnLst/>
              <a:rect l="l" t="t" r="r" b="b"/>
              <a:pathLst>
                <a:path w="1126" h="183" extrusionOk="0">
                  <a:moveTo>
                    <a:pt x="761" y="1"/>
                  </a:moveTo>
                  <a:lnTo>
                    <a:pt x="1" y="183"/>
                  </a:lnTo>
                  <a:lnTo>
                    <a:pt x="335" y="183"/>
                  </a:lnTo>
                  <a:lnTo>
                    <a:pt x="1126" y="1"/>
                  </a:lnTo>
                  <a:close/>
                </a:path>
              </a:pathLst>
            </a:custGeom>
            <a:solidFill>
              <a:srgbClr val="FAD3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9" name="Google Shape;4419;p79"/>
            <p:cNvSpPr/>
            <p:nvPr/>
          </p:nvSpPr>
          <p:spPr>
            <a:xfrm>
              <a:off x="5550509" y="4410948"/>
              <a:ext cx="14074" cy="2821"/>
            </a:xfrm>
            <a:custGeom>
              <a:avLst/>
              <a:gdLst/>
              <a:ahLst/>
              <a:cxnLst/>
              <a:rect l="l" t="t" r="r" b="b"/>
              <a:pathLst>
                <a:path w="913" h="183" extrusionOk="0">
                  <a:moveTo>
                    <a:pt x="578" y="0"/>
                  </a:moveTo>
                  <a:lnTo>
                    <a:pt x="1" y="183"/>
                  </a:lnTo>
                  <a:lnTo>
                    <a:pt x="335" y="183"/>
                  </a:lnTo>
                  <a:lnTo>
                    <a:pt x="913" y="0"/>
                  </a:lnTo>
                  <a:close/>
                </a:path>
              </a:pathLst>
            </a:custGeom>
            <a:solidFill>
              <a:srgbClr val="FAD3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0" name="Google Shape;4420;p79"/>
            <p:cNvSpPr/>
            <p:nvPr/>
          </p:nvSpPr>
          <p:spPr>
            <a:xfrm>
              <a:off x="5699062" y="4361277"/>
              <a:ext cx="14058" cy="2821"/>
            </a:xfrm>
            <a:custGeom>
              <a:avLst/>
              <a:gdLst/>
              <a:ahLst/>
              <a:cxnLst/>
              <a:rect l="l" t="t" r="r" b="b"/>
              <a:pathLst>
                <a:path w="912" h="183" extrusionOk="0">
                  <a:moveTo>
                    <a:pt x="578" y="0"/>
                  </a:moveTo>
                  <a:lnTo>
                    <a:pt x="0" y="183"/>
                  </a:lnTo>
                  <a:lnTo>
                    <a:pt x="334" y="183"/>
                  </a:lnTo>
                  <a:lnTo>
                    <a:pt x="912" y="0"/>
                  </a:lnTo>
                  <a:close/>
                </a:path>
              </a:pathLst>
            </a:custGeom>
            <a:solidFill>
              <a:srgbClr val="FAD3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79"/>
            <p:cNvSpPr/>
            <p:nvPr/>
          </p:nvSpPr>
          <p:spPr>
            <a:xfrm>
              <a:off x="4234242" y="4361277"/>
              <a:ext cx="22506" cy="2821"/>
            </a:xfrm>
            <a:custGeom>
              <a:avLst/>
              <a:gdLst/>
              <a:ahLst/>
              <a:cxnLst/>
              <a:rect l="l" t="t" r="r" b="b"/>
              <a:pathLst>
                <a:path w="1460" h="183" extrusionOk="0">
                  <a:moveTo>
                    <a:pt x="1003" y="0"/>
                  </a:moveTo>
                  <a:lnTo>
                    <a:pt x="0" y="183"/>
                  </a:lnTo>
                  <a:lnTo>
                    <a:pt x="456" y="183"/>
                  </a:lnTo>
                  <a:lnTo>
                    <a:pt x="1459" y="0"/>
                  </a:lnTo>
                  <a:close/>
                </a:path>
              </a:pathLst>
            </a:custGeom>
            <a:solidFill>
              <a:srgbClr val="FAD3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4422;p79"/>
            <p:cNvSpPr/>
            <p:nvPr/>
          </p:nvSpPr>
          <p:spPr>
            <a:xfrm>
              <a:off x="5166271" y="4313471"/>
              <a:ext cx="684087" cy="2836"/>
            </a:xfrm>
            <a:custGeom>
              <a:avLst/>
              <a:gdLst/>
              <a:ahLst/>
              <a:cxnLst/>
              <a:rect l="l" t="t" r="r" b="b"/>
              <a:pathLst>
                <a:path w="44378" h="184" extrusionOk="0">
                  <a:moveTo>
                    <a:pt x="790" y="1"/>
                  </a:moveTo>
                  <a:lnTo>
                    <a:pt x="0" y="183"/>
                  </a:lnTo>
                  <a:lnTo>
                    <a:pt x="43800" y="183"/>
                  </a:lnTo>
                  <a:lnTo>
                    <a:pt x="44378" y="1"/>
                  </a:lnTo>
                  <a:close/>
                </a:path>
              </a:pathLst>
            </a:custGeom>
            <a:solidFill>
              <a:srgbClr val="FAD3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3" name="Google Shape;4423;p79"/>
            <p:cNvSpPr/>
            <p:nvPr/>
          </p:nvSpPr>
          <p:spPr>
            <a:xfrm>
              <a:off x="5841509" y="4313471"/>
              <a:ext cx="14074" cy="2836"/>
            </a:xfrm>
            <a:custGeom>
              <a:avLst/>
              <a:gdLst/>
              <a:ahLst/>
              <a:cxnLst/>
              <a:rect l="l" t="t" r="r" b="b"/>
              <a:pathLst>
                <a:path w="913" h="184" extrusionOk="0">
                  <a:moveTo>
                    <a:pt x="578" y="1"/>
                  </a:moveTo>
                  <a:lnTo>
                    <a:pt x="0" y="183"/>
                  </a:lnTo>
                  <a:lnTo>
                    <a:pt x="335" y="183"/>
                  </a:lnTo>
                  <a:lnTo>
                    <a:pt x="912" y="1"/>
                  </a:lnTo>
                  <a:close/>
                </a:path>
              </a:pathLst>
            </a:custGeom>
            <a:solidFill>
              <a:srgbClr val="FAD3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4" name="Google Shape;4424;p79"/>
            <p:cNvSpPr/>
            <p:nvPr/>
          </p:nvSpPr>
          <p:spPr>
            <a:xfrm>
              <a:off x="5161107" y="4313471"/>
              <a:ext cx="17357" cy="2836"/>
            </a:xfrm>
            <a:custGeom>
              <a:avLst/>
              <a:gdLst/>
              <a:ahLst/>
              <a:cxnLst/>
              <a:rect l="l" t="t" r="r" b="b"/>
              <a:pathLst>
                <a:path w="1126" h="184" extrusionOk="0">
                  <a:moveTo>
                    <a:pt x="791" y="1"/>
                  </a:moveTo>
                  <a:lnTo>
                    <a:pt x="1" y="183"/>
                  </a:lnTo>
                  <a:lnTo>
                    <a:pt x="335" y="183"/>
                  </a:lnTo>
                  <a:lnTo>
                    <a:pt x="1125" y="1"/>
                  </a:lnTo>
                  <a:close/>
                </a:path>
              </a:pathLst>
            </a:custGeom>
            <a:solidFill>
              <a:srgbClr val="FAD3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4425;p79"/>
            <p:cNvSpPr/>
            <p:nvPr/>
          </p:nvSpPr>
          <p:spPr>
            <a:xfrm>
              <a:off x="4480242" y="4313471"/>
              <a:ext cx="22506" cy="2836"/>
            </a:xfrm>
            <a:custGeom>
              <a:avLst/>
              <a:gdLst/>
              <a:ahLst/>
              <a:cxnLst/>
              <a:rect l="l" t="t" r="r" b="b"/>
              <a:pathLst>
                <a:path w="1460" h="184" extrusionOk="0">
                  <a:moveTo>
                    <a:pt x="1004" y="1"/>
                  </a:moveTo>
                  <a:lnTo>
                    <a:pt x="1" y="183"/>
                  </a:lnTo>
                  <a:lnTo>
                    <a:pt x="457" y="183"/>
                  </a:lnTo>
                  <a:lnTo>
                    <a:pt x="1460" y="1"/>
                  </a:lnTo>
                  <a:close/>
                </a:path>
              </a:pathLst>
            </a:custGeom>
            <a:solidFill>
              <a:srgbClr val="FAD3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79"/>
            <p:cNvSpPr/>
            <p:nvPr/>
          </p:nvSpPr>
          <p:spPr>
            <a:xfrm>
              <a:off x="3798914" y="4313471"/>
              <a:ext cx="28132" cy="2836"/>
            </a:xfrm>
            <a:custGeom>
              <a:avLst/>
              <a:gdLst/>
              <a:ahLst/>
              <a:cxnLst/>
              <a:rect l="l" t="t" r="r" b="b"/>
              <a:pathLst>
                <a:path w="1825" h="184" extrusionOk="0">
                  <a:moveTo>
                    <a:pt x="1186" y="1"/>
                  </a:moveTo>
                  <a:lnTo>
                    <a:pt x="1" y="183"/>
                  </a:lnTo>
                  <a:lnTo>
                    <a:pt x="608" y="183"/>
                  </a:lnTo>
                  <a:lnTo>
                    <a:pt x="1824" y="1"/>
                  </a:lnTo>
                  <a:close/>
                </a:path>
              </a:pathLst>
            </a:custGeom>
            <a:solidFill>
              <a:srgbClr val="FAD3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79"/>
            <p:cNvSpPr/>
            <p:nvPr/>
          </p:nvSpPr>
          <p:spPr>
            <a:xfrm>
              <a:off x="3117109" y="4313471"/>
              <a:ext cx="34221" cy="2836"/>
            </a:xfrm>
            <a:custGeom>
              <a:avLst/>
              <a:gdLst/>
              <a:ahLst/>
              <a:cxnLst/>
              <a:rect l="l" t="t" r="r" b="b"/>
              <a:pathLst>
                <a:path w="2220" h="184" extrusionOk="0">
                  <a:moveTo>
                    <a:pt x="1429" y="1"/>
                  </a:moveTo>
                  <a:lnTo>
                    <a:pt x="1" y="183"/>
                  </a:lnTo>
                  <a:lnTo>
                    <a:pt x="821" y="183"/>
                  </a:lnTo>
                  <a:lnTo>
                    <a:pt x="2220" y="1"/>
                  </a:lnTo>
                  <a:close/>
                </a:path>
              </a:pathLst>
            </a:custGeom>
            <a:solidFill>
              <a:srgbClr val="FAD3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79"/>
            <p:cNvSpPr/>
            <p:nvPr/>
          </p:nvSpPr>
          <p:spPr>
            <a:xfrm>
              <a:off x="2523738" y="4261008"/>
              <a:ext cx="1534517" cy="136824"/>
            </a:xfrm>
            <a:custGeom>
              <a:avLst/>
              <a:gdLst/>
              <a:ahLst/>
              <a:cxnLst/>
              <a:rect l="l" t="t" r="r" b="b"/>
              <a:pathLst>
                <a:path w="99547" h="8876" extrusionOk="0">
                  <a:moveTo>
                    <a:pt x="49788" y="0"/>
                  </a:moveTo>
                  <a:cubicBezTo>
                    <a:pt x="22311" y="0"/>
                    <a:pt x="0" y="1976"/>
                    <a:pt x="0" y="4438"/>
                  </a:cubicBezTo>
                  <a:cubicBezTo>
                    <a:pt x="0" y="6900"/>
                    <a:pt x="22311" y="8876"/>
                    <a:pt x="49788" y="8876"/>
                  </a:cubicBezTo>
                  <a:cubicBezTo>
                    <a:pt x="77266" y="8876"/>
                    <a:pt x="99546" y="6900"/>
                    <a:pt x="99546" y="4438"/>
                  </a:cubicBezTo>
                  <a:cubicBezTo>
                    <a:pt x="99546" y="1976"/>
                    <a:pt x="77266" y="0"/>
                    <a:pt x="49788" y="0"/>
                  </a:cubicBezTo>
                  <a:close/>
                </a:path>
              </a:pathLst>
            </a:custGeom>
            <a:solidFill>
              <a:srgbClr val="241454">
                <a:alpha val="45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79"/>
            <p:cNvSpPr/>
            <p:nvPr/>
          </p:nvSpPr>
          <p:spPr>
            <a:xfrm>
              <a:off x="3690689" y="4604056"/>
              <a:ext cx="1534517" cy="136377"/>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79"/>
            <p:cNvSpPr/>
            <p:nvPr/>
          </p:nvSpPr>
          <p:spPr>
            <a:xfrm>
              <a:off x="3607900" y="4288188"/>
              <a:ext cx="2924809" cy="226785"/>
            </a:xfrm>
            <a:custGeom>
              <a:avLst/>
              <a:gdLst/>
              <a:ahLst/>
              <a:cxnLst/>
              <a:rect l="l" t="t" r="r" b="b"/>
              <a:pathLst>
                <a:path w="186175" h="14712" extrusionOk="0">
                  <a:moveTo>
                    <a:pt x="93103" y="0"/>
                  </a:moveTo>
                  <a:cubicBezTo>
                    <a:pt x="41673" y="0"/>
                    <a:pt x="1" y="2007"/>
                    <a:pt x="1" y="4438"/>
                  </a:cubicBezTo>
                  <a:cubicBezTo>
                    <a:pt x="1" y="6900"/>
                    <a:pt x="76628" y="14712"/>
                    <a:pt x="128058" y="14712"/>
                  </a:cubicBezTo>
                  <a:cubicBezTo>
                    <a:pt x="179457" y="14712"/>
                    <a:pt x="186175" y="6900"/>
                    <a:pt x="186175" y="4438"/>
                  </a:cubicBezTo>
                  <a:cubicBezTo>
                    <a:pt x="186175" y="2007"/>
                    <a:pt x="144502" y="0"/>
                    <a:pt x="93103" y="0"/>
                  </a:cubicBezTo>
                  <a:close/>
                </a:path>
              </a:pathLst>
            </a:custGeom>
            <a:solidFill>
              <a:srgbClr val="241454">
                <a:alpha val="45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79"/>
            <p:cNvSpPr/>
            <p:nvPr/>
          </p:nvSpPr>
          <p:spPr>
            <a:xfrm>
              <a:off x="5121749" y="3107292"/>
              <a:ext cx="695124" cy="731457"/>
            </a:xfrm>
            <a:custGeom>
              <a:avLst/>
              <a:gdLst/>
              <a:ahLst/>
              <a:cxnLst/>
              <a:rect l="l" t="t" r="r" b="b"/>
              <a:pathLst>
                <a:path w="45094" h="47451" extrusionOk="0">
                  <a:moveTo>
                    <a:pt x="689" y="1"/>
                  </a:moveTo>
                  <a:cubicBezTo>
                    <a:pt x="632" y="1"/>
                    <a:pt x="575" y="1"/>
                    <a:pt x="517" y="3"/>
                  </a:cubicBezTo>
                  <a:cubicBezTo>
                    <a:pt x="1" y="3"/>
                    <a:pt x="1" y="763"/>
                    <a:pt x="517" y="763"/>
                  </a:cubicBezTo>
                  <a:cubicBezTo>
                    <a:pt x="556" y="762"/>
                    <a:pt x="594" y="762"/>
                    <a:pt x="632" y="762"/>
                  </a:cubicBezTo>
                  <a:cubicBezTo>
                    <a:pt x="3771" y="762"/>
                    <a:pt x="6337" y="3225"/>
                    <a:pt x="7508" y="5717"/>
                  </a:cubicBezTo>
                  <a:cubicBezTo>
                    <a:pt x="8846" y="8605"/>
                    <a:pt x="8876" y="11948"/>
                    <a:pt x="8724" y="14836"/>
                  </a:cubicBezTo>
                  <a:cubicBezTo>
                    <a:pt x="8603" y="17359"/>
                    <a:pt x="8329" y="19912"/>
                    <a:pt x="8055" y="22374"/>
                  </a:cubicBezTo>
                  <a:cubicBezTo>
                    <a:pt x="7569" y="26842"/>
                    <a:pt x="7083" y="31462"/>
                    <a:pt x="7448" y="36022"/>
                  </a:cubicBezTo>
                  <a:cubicBezTo>
                    <a:pt x="7812" y="40885"/>
                    <a:pt x="9454" y="44380"/>
                    <a:pt x="12189" y="46113"/>
                  </a:cubicBezTo>
                  <a:cubicBezTo>
                    <a:pt x="13618" y="46994"/>
                    <a:pt x="15290" y="47450"/>
                    <a:pt x="16992" y="47450"/>
                  </a:cubicBezTo>
                  <a:cubicBezTo>
                    <a:pt x="18116" y="47450"/>
                    <a:pt x="19241" y="47268"/>
                    <a:pt x="20335" y="46964"/>
                  </a:cubicBezTo>
                  <a:cubicBezTo>
                    <a:pt x="22828" y="46234"/>
                    <a:pt x="25016" y="44867"/>
                    <a:pt x="27569" y="43043"/>
                  </a:cubicBezTo>
                  <a:cubicBezTo>
                    <a:pt x="29184" y="41871"/>
                    <a:pt x="31334" y="40320"/>
                    <a:pt x="33503" y="40320"/>
                  </a:cubicBezTo>
                  <a:cubicBezTo>
                    <a:pt x="33866" y="40320"/>
                    <a:pt x="34229" y="40363"/>
                    <a:pt x="34591" y="40459"/>
                  </a:cubicBezTo>
                  <a:cubicBezTo>
                    <a:pt x="35533" y="40763"/>
                    <a:pt x="36384" y="41250"/>
                    <a:pt x="37175" y="41857"/>
                  </a:cubicBezTo>
                  <a:cubicBezTo>
                    <a:pt x="37539" y="42131"/>
                    <a:pt x="37934" y="42405"/>
                    <a:pt x="38360" y="42648"/>
                  </a:cubicBezTo>
                  <a:cubicBezTo>
                    <a:pt x="39158" y="43137"/>
                    <a:pt x="40172" y="43508"/>
                    <a:pt x="41144" y="43508"/>
                  </a:cubicBezTo>
                  <a:cubicBezTo>
                    <a:pt x="41802" y="43508"/>
                    <a:pt x="42440" y="43338"/>
                    <a:pt x="42980" y="42921"/>
                  </a:cubicBezTo>
                  <a:cubicBezTo>
                    <a:pt x="44166" y="41979"/>
                    <a:pt x="44318" y="40368"/>
                    <a:pt x="44378" y="38909"/>
                  </a:cubicBezTo>
                  <a:lnTo>
                    <a:pt x="45077" y="17602"/>
                  </a:lnTo>
                  <a:cubicBezTo>
                    <a:pt x="45093" y="17336"/>
                    <a:pt x="44899" y="17199"/>
                    <a:pt x="44704" y="17199"/>
                  </a:cubicBezTo>
                  <a:cubicBezTo>
                    <a:pt x="44519" y="17199"/>
                    <a:pt x="44332" y="17321"/>
                    <a:pt x="44318" y="17571"/>
                  </a:cubicBezTo>
                  <a:lnTo>
                    <a:pt x="43649" y="38879"/>
                  </a:lnTo>
                  <a:cubicBezTo>
                    <a:pt x="43588" y="40155"/>
                    <a:pt x="43466" y="41584"/>
                    <a:pt x="42555" y="42283"/>
                  </a:cubicBezTo>
                  <a:cubicBezTo>
                    <a:pt x="42148" y="42597"/>
                    <a:pt x="41666" y="42724"/>
                    <a:pt x="41160" y="42724"/>
                  </a:cubicBezTo>
                  <a:cubicBezTo>
                    <a:pt x="40344" y="42724"/>
                    <a:pt x="39469" y="42392"/>
                    <a:pt x="38755" y="41979"/>
                  </a:cubicBezTo>
                  <a:cubicBezTo>
                    <a:pt x="38390" y="41736"/>
                    <a:pt x="37995" y="41493"/>
                    <a:pt x="37630" y="41219"/>
                  </a:cubicBezTo>
                  <a:cubicBezTo>
                    <a:pt x="36779" y="40550"/>
                    <a:pt x="35837" y="40034"/>
                    <a:pt x="34804" y="39699"/>
                  </a:cubicBezTo>
                  <a:cubicBezTo>
                    <a:pt x="34372" y="39585"/>
                    <a:pt x="33942" y="39533"/>
                    <a:pt x="33516" y="39533"/>
                  </a:cubicBezTo>
                  <a:cubicBezTo>
                    <a:pt x="31120" y="39533"/>
                    <a:pt x="28847" y="41166"/>
                    <a:pt x="27144" y="42405"/>
                  </a:cubicBezTo>
                  <a:cubicBezTo>
                    <a:pt x="24682" y="44168"/>
                    <a:pt x="22524" y="45505"/>
                    <a:pt x="20153" y="46204"/>
                  </a:cubicBezTo>
                  <a:cubicBezTo>
                    <a:pt x="19087" y="46517"/>
                    <a:pt x="18031" y="46671"/>
                    <a:pt x="17020" y="46671"/>
                  </a:cubicBezTo>
                  <a:cubicBezTo>
                    <a:pt x="15378" y="46671"/>
                    <a:pt x="13856" y="46265"/>
                    <a:pt x="12615" y="45475"/>
                  </a:cubicBezTo>
                  <a:cubicBezTo>
                    <a:pt x="9454" y="43468"/>
                    <a:pt x="8481" y="39183"/>
                    <a:pt x="8207" y="35961"/>
                  </a:cubicBezTo>
                  <a:cubicBezTo>
                    <a:pt x="7873" y="31493"/>
                    <a:pt x="8359" y="26903"/>
                    <a:pt x="8846" y="22465"/>
                  </a:cubicBezTo>
                  <a:cubicBezTo>
                    <a:pt x="9089" y="19973"/>
                    <a:pt x="9393" y="17419"/>
                    <a:pt x="9514" y="14866"/>
                  </a:cubicBezTo>
                  <a:cubicBezTo>
                    <a:pt x="9666" y="11887"/>
                    <a:pt x="9606" y="8422"/>
                    <a:pt x="8207" y="5383"/>
                  </a:cubicBezTo>
                  <a:cubicBezTo>
                    <a:pt x="6952" y="2692"/>
                    <a:pt x="4137" y="1"/>
                    <a:pt x="6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79"/>
            <p:cNvSpPr/>
            <p:nvPr/>
          </p:nvSpPr>
          <p:spPr>
            <a:xfrm>
              <a:off x="5448114" y="3366550"/>
              <a:ext cx="356826" cy="524696"/>
            </a:xfrm>
            <a:custGeom>
              <a:avLst/>
              <a:gdLst/>
              <a:ahLst/>
              <a:cxnLst/>
              <a:rect l="l" t="t" r="r" b="b"/>
              <a:pathLst>
                <a:path w="23148" h="34038" extrusionOk="0">
                  <a:moveTo>
                    <a:pt x="407" y="1"/>
                  </a:moveTo>
                  <a:cubicBezTo>
                    <a:pt x="206" y="1"/>
                    <a:pt x="0" y="147"/>
                    <a:pt x="16" y="420"/>
                  </a:cubicBezTo>
                  <a:lnTo>
                    <a:pt x="1810" y="21819"/>
                  </a:lnTo>
                  <a:cubicBezTo>
                    <a:pt x="1992" y="24189"/>
                    <a:pt x="2235" y="27107"/>
                    <a:pt x="3785" y="29357"/>
                  </a:cubicBezTo>
                  <a:cubicBezTo>
                    <a:pt x="6430" y="33156"/>
                    <a:pt x="11567" y="33734"/>
                    <a:pt x="16157" y="33977"/>
                  </a:cubicBezTo>
                  <a:cubicBezTo>
                    <a:pt x="16552" y="34038"/>
                    <a:pt x="16977" y="34038"/>
                    <a:pt x="17372" y="34038"/>
                  </a:cubicBezTo>
                  <a:cubicBezTo>
                    <a:pt x="18649" y="34038"/>
                    <a:pt x="19834" y="33855"/>
                    <a:pt x="20837" y="33095"/>
                  </a:cubicBezTo>
                  <a:cubicBezTo>
                    <a:pt x="22874" y="31576"/>
                    <a:pt x="22692" y="28718"/>
                    <a:pt x="22357" y="26135"/>
                  </a:cubicBezTo>
                  <a:cubicBezTo>
                    <a:pt x="21293" y="17776"/>
                    <a:pt x="21537" y="9265"/>
                    <a:pt x="23117" y="967"/>
                  </a:cubicBezTo>
                  <a:cubicBezTo>
                    <a:pt x="23148" y="754"/>
                    <a:pt x="23026" y="572"/>
                    <a:pt x="22813" y="511"/>
                  </a:cubicBezTo>
                  <a:cubicBezTo>
                    <a:pt x="22791" y="508"/>
                    <a:pt x="22770" y="507"/>
                    <a:pt x="22749" y="507"/>
                  </a:cubicBezTo>
                  <a:cubicBezTo>
                    <a:pt x="22564" y="507"/>
                    <a:pt x="22412" y="624"/>
                    <a:pt x="22357" y="815"/>
                  </a:cubicBezTo>
                  <a:cubicBezTo>
                    <a:pt x="20777" y="9204"/>
                    <a:pt x="20533" y="17776"/>
                    <a:pt x="21597" y="26226"/>
                  </a:cubicBezTo>
                  <a:cubicBezTo>
                    <a:pt x="21901" y="28597"/>
                    <a:pt x="22084" y="31211"/>
                    <a:pt x="20382" y="32518"/>
                  </a:cubicBezTo>
                  <a:cubicBezTo>
                    <a:pt x="19584" y="33116"/>
                    <a:pt x="18577" y="33262"/>
                    <a:pt x="17478" y="33262"/>
                  </a:cubicBezTo>
                  <a:cubicBezTo>
                    <a:pt x="17068" y="33262"/>
                    <a:pt x="16646" y="33242"/>
                    <a:pt x="16217" y="33217"/>
                  </a:cubicBezTo>
                  <a:cubicBezTo>
                    <a:pt x="11780" y="33004"/>
                    <a:pt x="6886" y="32457"/>
                    <a:pt x="4424" y="28931"/>
                  </a:cubicBezTo>
                  <a:cubicBezTo>
                    <a:pt x="2995" y="26864"/>
                    <a:pt x="2752" y="24129"/>
                    <a:pt x="2570" y="21758"/>
                  </a:cubicBezTo>
                  <a:lnTo>
                    <a:pt x="776" y="359"/>
                  </a:lnTo>
                  <a:cubicBezTo>
                    <a:pt x="762" y="116"/>
                    <a:pt x="586" y="1"/>
                    <a:pt x="4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79"/>
            <p:cNvSpPr/>
            <p:nvPr/>
          </p:nvSpPr>
          <p:spPr>
            <a:xfrm>
              <a:off x="4607705" y="2127966"/>
              <a:ext cx="479345" cy="899635"/>
            </a:xfrm>
            <a:custGeom>
              <a:avLst/>
              <a:gdLst/>
              <a:ahLst/>
              <a:cxnLst/>
              <a:rect l="l" t="t" r="r" b="b"/>
              <a:pathLst>
                <a:path w="31096" h="58361" extrusionOk="0">
                  <a:moveTo>
                    <a:pt x="30579" y="1"/>
                  </a:moveTo>
                  <a:lnTo>
                    <a:pt x="1" y="1794"/>
                  </a:lnTo>
                  <a:lnTo>
                    <a:pt x="1" y="58361"/>
                  </a:lnTo>
                  <a:lnTo>
                    <a:pt x="31095" y="58361"/>
                  </a:lnTo>
                  <a:lnTo>
                    <a:pt x="305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79"/>
            <p:cNvSpPr/>
            <p:nvPr/>
          </p:nvSpPr>
          <p:spPr>
            <a:xfrm>
              <a:off x="4607705" y="2127966"/>
              <a:ext cx="474181" cy="692072"/>
            </a:xfrm>
            <a:custGeom>
              <a:avLst/>
              <a:gdLst/>
              <a:ahLst/>
              <a:cxnLst/>
              <a:rect l="l" t="t" r="r" b="b"/>
              <a:pathLst>
                <a:path w="30761" h="44896" extrusionOk="0">
                  <a:moveTo>
                    <a:pt x="30579" y="1"/>
                  </a:moveTo>
                  <a:lnTo>
                    <a:pt x="29728" y="62"/>
                  </a:lnTo>
                  <a:lnTo>
                    <a:pt x="1" y="21187"/>
                  </a:lnTo>
                  <a:lnTo>
                    <a:pt x="1" y="44895"/>
                  </a:lnTo>
                  <a:lnTo>
                    <a:pt x="30761" y="21035"/>
                  </a:lnTo>
                  <a:lnTo>
                    <a:pt x="305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5" name="Google Shape;4435;p79"/>
            <p:cNvSpPr/>
            <p:nvPr/>
          </p:nvSpPr>
          <p:spPr>
            <a:xfrm>
              <a:off x="4607705" y="2151877"/>
              <a:ext cx="59055" cy="41713"/>
            </a:xfrm>
            <a:custGeom>
              <a:avLst/>
              <a:gdLst/>
              <a:ahLst/>
              <a:cxnLst/>
              <a:rect l="l" t="t" r="r" b="b"/>
              <a:pathLst>
                <a:path w="3831" h="2706" extrusionOk="0">
                  <a:moveTo>
                    <a:pt x="3830" y="0"/>
                  </a:moveTo>
                  <a:lnTo>
                    <a:pt x="1" y="243"/>
                  </a:lnTo>
                  <a:lnTo>
                    <a:pt x="1" y="2705"/>
                  </a:lnTo>
                  <a:lnTo>
                    <a:pt x="383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6" name="Google Shape;4436;p79"/>
            <p:cNvSpPr/>
            <p:nvPr/>
          </p:nvSpPr>
          <p:spPr>
            <a:xfrm>
              <a:off x="4607705" y="2147190"/>
              <a:ext cx="142450" cy="99350"/>
            </a:xfrm>
            <a:custGeom>
              <a:avLst/>
              <a:gdLst/>
              <a:ahLst/>
              <a:cxnLst/>
              <a:rect l="l" t="t" r="r" b="b"/>
              <a:pathLst>
                <a:path w="9241" h="6445" extrusionOk="0">
                  <a:moveTo>
                    <a:pt x="9241" y="0"/>
                  </a:moveTo>
                  <a:lnTo>
                    <a:pt x="5958" y="183"/>
                  </a:lnTo>
                  <a:lnTo>
                    <a:pt x="1" y="4468"/>
                  </a:lnTo>
                  <a:lnTo>
                    <a:pt x="1" y="6444"/>
                  </a:lnTo>
                  <a:lnTo>
                    <a:pt x="92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7" name="Google Shape;4437;p79"/>
            <p:cNvSpPr/>
            <p:nvPr/>
          </p:nvSpPr>
          <p:spPr>
            <a:xfrm>
              <a:off x="4264227" y="2163115"/>
              <a:ext cx="194938" cy="384697"/>
            </a:xfrm>
            <a:custGeom>
              <a:avLst/>
              <a:gdLst/>
              <a:ahLst/>
              <a:cxnLst/>
              <a:rect l="l" t="t" r="r" b="b"/>
              <a:pathLst>
                <a:path w="12646" h="24956" extrusionOk="0">
                  <a:moveTo>
                    <a:pt x="12645" y="1"/>
                  </a:moveTo>
                  <a:lnTo>
                    <a:pt x="0" y="730"/>
                  </a:lnTo>
                  <a:lnTo>
                    <a:pt x="0" y="24955"/>
                  </a:lnTo>
                  <a:lnTo>
                    <a:pt x="12645" y="24560"/>
                  </a:lnTo>
                  <a:lnTo>
                    <a:pt x="1264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8" name="Google Shape;4438;p79"/>
            <p:cNvSpPr/>
            <p:nvPr/>
          </p:nvSpPr>
          <p:spPr>
            <a:xfrm>
              <a:off x="4299839" y="2191697"/>
              <a:ext cx="156508" cy="206977"/>
            </a:xfrm>
            <a:custGeom>
              <a:avLst/>
              <a:gdLst/>
              <a:ahLst/>
              <a:cxnLst/>
              <a:rect l="l" t="t" r="r" b="b"/>
              <a:pathLst>
                <a:path w="10153" h="13427" extrusionOk="0">
                  <a:moveTo>
                    <a:pt x="10153" y="1"/>
                  </a:moveTo>
                  <a:cubicBezTo>
                    <a:pt x="8724" y="92"/>
                    <a:pt x="7326" y="518"/>
                    <a:pt x="6049" y="1217"/>
                  </a:cubicBezTo>
                  <a:cubicBezTo>
                    <a:pt x="4499" y="2128"/>
                    <a:pt x="3131" y="3375"/>
                    <a:pt x="2037" y="4834"/>
                  </a:cubicBezTo>
                  <a:cubicBezTo>
                    <a:pt x="1125" y="5958"/>
                    <a:pt x="487" y="7296"/>
                    <a:pt x="213" y="8724"/>
                  </a:cubicBezTo>
                  <a:cubicBezTo>
                    <a:pt x="1" y="10153"/>
                    <a:pt x="396" y="11673"/>
                    <a:pt x="1460" y="12585"/>
                  </a:cubicBezTo>
                  <a:cubicBezTo>
                    <a:pt x="2172" y="13125"/>
                    <a:pt x="3062" y="13427"/>
                    <a:pt x="3955" y="13427"/>
                  </a:cubicBezTo>
                  <a:cubicBezTo>
                    <a:pt x="4168" y="13427"/>
                    <a:pt x="4380" y="13410"/>
                    <a:pt x="4590" y="13375"/>
                  </a:cubicBezTo>
                  <a:cubicBezTo>
                    <a:pt x="5715" y="13223"/>
                    <a:pt x="6809" y="12828"/>
                    <a:pt x="7812" y="12250"/>
                  </a:cubicBezTo>
                  <a:cubicBezTo>
                    <a:pt x="8633" y="11764"/>
                    <a:pt x="9423" y="11217"/>
                    <a:pt x="10153" y="10609"/>
                  </a:cubicBezTo>
                  <a:lnTo>
                    <a:pt x="1015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79"/>
            <p:cNvSpPr/>
            <p:nvPr/>
          </p:nvSpPr>
          <p:spPr>
            <a:xfrm>
              <a:off x="4266108" y="2196615"/>
              <a:ext cx="67949" cy="97253"/>
            </a:xfrm>
            <a:custGeom>
              <a:avLst/>
              <a:gdLst/>
              <a:ahLst/>
              <a:cxnLst/>
              <a:rect l="l" t="t" r="r" b="b"/>
              <a:pathLst>
                <a:path w="4408" h="6309" extrusionOk="0">
                  <a:moveTo>
                    <a:pt x="2410" y="1"/>
                  </a:moveTo>
                  <a:cubicBezTo>
                    <a:pt x="2158" y="1"/>
                    <a:pt x="1906" y="37"/>
                    <a:pt x="1672" y="107"/>
                  </a:cubicBezTo>
                  <a:cubicBezTo>
                    <a:pt x="1094" y="259"/>
                    <a:pt x="547" y="502"/>
                    <a:pt x="0" y="776"/>
                  </a:cubicBezTo>
                  <a:lnTo>
                    <a:pt x="0" y="6308"/>
                  </a:lnTo>
                  <a:cubicBezTo>
                    <a:pt x="1398" y="5548"/>
                    <a:pt x="2584" y="4515"/>
                    <a:pt x="3496" y="3238"/>
                  </a:cubicBezTo>
                  <a:cubicBezTo>
                    <a:pt x="3982" y="2569"/>
                    <a:pt x="4407" y="1688"/>
                    <a:pt x="4103" y="958"/>
                  </a:cubicBezTo>
                  <a:cubicBezTo>
                    <a:pt x="3855" y="303"/>
                    <a:pt x="3137" y="1"/>
                    <a:pt x="24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79"/>
            <p:cNvSpPr/>
            <p:nvPr/>
          </p:nvSpPr>
          <p:spPr>
            <a:xfrm>
              <a:off x="4276406" y="2424423"/>
              <a:ext cx="106841" cy="82563"/>
            </a:xfrm>
            <a:custGeom>
              <a:avLst/>
              <a:gdLst/>
              <a:ahLst/>
              <a:cxnLst/>
              <a:rect l="l" t="t" r="r" b="b"/>
              <a:pathLst>
                <a:path w="6931" h="5356" extrusionOk="0">
                  <a:moveTo>
                    <a:pt x="4768" y="1"/>
                  </a:moveTo>
                  <a:cubicBezTo>
                    <a:pt x="4387" y="1"/>
                    <a:pt x="4010" y="75"/>
                    <a:pt x="3648" y="224"/>
                  </a:cubicBezTo>
                  <a:cubicBezTo>
                    <a:pt x="2524" y="619"/>
                    <a:pt x="1551" y="1349"/>
                    <a:pt x="882" y="2291"/>
                  </a:cubicBezTo>
                  <a:cubicBezTo>
                    <a:pt x="335" y="3021"/>
                    <a:pt x="1" y="4054"/>
                    <a:pt x="517" y="4753"/>
                  </a:cubicBezTo>
                  <a:cubicBezTo>
                    <a:pt x="842" y="5193"/>
                    <a:pt x="1372" y="5356"/>
                    <a:pt x="1932" y="5356"/>
                  </a:cubicBezTo>
                  <a:cubicBezTo>
                    <a:pt x="2262" y="5356"/>
                    <a:pt x="2603" y="5299"/>
                    <a:pt x="2919" y="5209"/>
                  </a:cubicBezTo>
                  <a:cubicBezTo>
                    <a:pt x="4013" y="4875"/>
                    <a:pt x="4986" y="4267"/>
                    <a:pt x="5776" y="3446"/>
                  </a:cubicBezTo>
                  <a:cubicBezTo>
                    <a:pt x="6414" y="2747"/>
                    <a:pt x="6931" y="1744"/>
                    <a:pt x="6536" y="923"/>
                  </a:cubicBezTo>
                  <a:cubicBezTo>
                    <a:pt x="6293" y="437"/>
                    <a:pt x="5806" y="103"/>
                    <a:pt x="5259" y="42"/>
                  </a:cubicBezTo>
                  <a:cubicBezTo>
                    <a:pt x="5095" y="14"/>
                    <a:pt x="4931" y="1"/>
                    <a:pt x="476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79"/>
            <p:cNvSpPr/>
            <p:nvPr/>
          </p:nvSpPr>
          <p:spPr>
            <a:xfrm>
              <a:off x="5107689" y="3920800"/>
              <a:ext cx="799838" cy="113408"/>
            </a:xfrm>
            <a:custGeom>
              <a:avLst/>
              <a:gdLst/>
              <a:ahLst/>
              <a:cxnLst/>
              <a:rect l="l" t="t" r="r" b="b"/>
              <a:pathLst>
                <a:path w="51887" h="7357" extrusionOk="0">
                  <a:moveTo>
                    <a:pt x="28633" y="0"/>
                  </a:moveTo>
                  <a:lnTo>
                    <a:pt x="1" y="3192"/>
                  </a:lnTo>
                  <a:lnTo>
                    <a:pt x="30792" y="7356"/>
                  </a:lnTo>
                  <a:lnTo>
                    <a:pt x="51886" y="1399"/>
                  </a:lnTo>
                  <a:lnTo>
                    <a:pt x="286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79"/>
            <p:cNvSpPr/>
            <p:nvPr/>
          </p:nvSpPr>
          <p:spPr>
            <a:xfrm>
              <a:off x="5107689" y="3970009"/>
              <a:ext cx="468570" cy="495731"/>
            </a:xfrm>
            <a:custGeom>
              <a:avLst/>
              <a:gdLst/>
              <a:ahLst/>
              <a:cxnLst/>
              <a:rect l="l" t="t" r="r" b="b"/>
              <a:pathLst>
                <a:path w="30397" h="32159" extrusionOk="0">
                  <a:moveTo>
                    <a:pt x="1" y="0"/>
                  </a:moveTo>
                  <a:lnTo>
                    <a:pt x="1" y="29362"/>
                  </a:lnTo>
                  <a:lnTo>
                    <a:pt x="30396" y="32159"/>
                  </a:lnTo>
                  <a:lnTo>
                    <a:pt x="30396" y="1520"/>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79"/>
            <p:cNvSpPr/>
            <p:nvPr/>
          </p:nvSpPr>
          <p:spPr>
            <a:xfrm>
              <a:off x="5129719" y="3992964"/>
              <a:ext cx="424514" cy="449347"/>
            </a:xfrm>
            <a:custGeom>
              <a:avLst/>
              <a:gdLst/>
              <a:ahLst/>
              <a:cxnLst/>
              <a:rect l="l" t="t" r="r" b="b"/>
              <a:pathLst>
                <a:path w="27539" h="29150" extrusionOk="0">
                  <a:moveTo>
                    <a:pt x="0" y="0"/>
                  </a:moveTo>
                  <a:lnTo>
                    <a:pt x="0" y="26627"/>
                  </a:lnTo>
                  <a:lnTo>
                    <a:pt x="27539" y="29150"/>
                  </a:lnTo>
                  <a:lnTo>
                    <a:pt x="27539" y="1399"/>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79"/>
            <p:cNvSpPr/>
            <p:nvPr/>
          </p:nvSpPr>
          <p:spPr>
            <a:xfrm>
              <a:off x="5129719" y="3992964"/>
              <a:ext cx="424514" cy="449347"/>
            </a:xfrm>
            <a:custGeom>
              <a:avLst/>
              <a:gdLst/>
              <a:ahLst/>
              <a:cxnLst/>
              <a:rect l="l" t="t" r="r" b="b"/>
              <a:pathLst>
                <a:path w="27539" h="29150" extrusionOk="0">
                  <a:moveTo>
                    <a:pt x="0" y="0"/>
                  </a:moveTo>
                  <a:lnTo>
                    <a:pt x="0" y="26627"/>
                  </a:lnTo>
                  <a:lnTo>
                    <a:pt x="27539" y="29150"/>
                  </a:lnTo>
                  <a:lnTo>
                    <a:pt x="27539" y="16475"/>
                  </a:lnTo>
                  <a:lnTo>
                    <a:pt x="19970" y="16475"/>
                  </a:lnTo>
                  <a:lnTo>
                    <a:pt x="19970" y="1003"/>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79"/>
            <p:cNvSpPr/>
            <p:nvPr/>
          </p:nvSpPr>
          <p:spPr>
            <a:xfrm>
              <a:off x="5328868" y="4098397"/>
              <a:ext cx="216010" cy="234755"/>
            </a:xfrm>
            <a:custGeom>
              <a:avLst/>
              <a:gdLst/>
              <a:ahLst/>
              <a:cxnLst/>
              <a:rect l="l" t="t" r="r" b="b"/>
              <a:pathLst>
                <a:path w="14013" h="15229" extrusionOk="0">
                  <a:moveTo>
                    <a:pt x="3466" y="0"/>
                  </a:moveTo>
                  <a:cubicBezTo>
                    <a:pt x="2463" y="5076"/>
                    <a:pt x="1308" y="10153"/>
                    <a:pt x="0" y="15229"/>
                  </a:cubicBezTo>
                  <a:lnTo>
                    <a:pt x="11277" y="15229"/>
                  </a:lnTo>
                  <a:lnTo>
                    <a:pt x="12615" y="7052"/>
                  </a:lnTo>
                  <a:cubicBezTo>
                    <a:pt x="13071" y="4712"/>
                    <a:pt x="13557" y="2341"/>
                    <a:pt x="14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79"/>
            <p:cNvSpPr/>
            <p:nvPr/>
          </p:nvSpPr>
          <p:spPr>
            <a:xfrm>
              <a:off x="5316211" y="4098397"/>
              <a:ext cx="215085" cy="230069"/>
            </a:xfrm>
            <a:custGeom>
              <a:avLst/>
              <a:gdLst/>
              <a:ahLst/>
              <a:cxnLst/>
              <a:rect l="l" t="t" r="r" b="b"/>
              <a:pathLst>
                <a:path w="13953" h="14925" extrusionOk="0">
                  <a:moveTo>
                    <a:pt x="3405" y="0"/>
                  </a:moveTo>
                  <a:cubicBezTo>
                    <a:pt x="2432" y="4985"/>
                    <a:pt x="1277" y="9940"/>
                    <a:pt x="1" y="14925"/>
                  </a:cubicBezTo>
                  <a:lnTo>
                    <a:pt x="11247" y="14925"/>
                  </a:lnTo>
                  <a:lnTo>
                    <a:pt x="12524" y="7052"/>
                  </a:lnTo>
                  <a:cubicBezTo>
                    <a:pt x="13010" y="4712"/>
                    <a:pt x="13466" y="2341"/>
                    <a:pt x="139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79"/>
            <p:cNvSpPr/>
            <p:nvPr/>
          </p:nvSpPr>
          <p:spPr>
            <a:xfrm>
              <a:off x="5297002" y="4098397"/>
              <a:ext cx="216010" cy="234755"/>
            </a:xfrm>
            <a:custGeom>
              <a:avLst/>
              <a:gdLst/>
              <a:ahLst/>
              <a:cxnLst/>
              <a:rect l="l" t="t" r="r" b="b"/>
              <a:pathLst>
                <a:path w="14013" h="15229" extrusionOk="0">
                  <a:moveTo>
                    <a:pt x="3466" y="0"/>
                  </a:moveTo>
                  <a:cubicBezTo>
                    <a:pt x="2463" y="5076"/>
                    <a:pt x="1308" y="10153"/>
                    <a:pt x="1" y="15229"/>
                  </a:cubicBezTo>
                  <a:lnTo>
                    <a:pt x="11277" y="15229"/>
                  </a:lnTo>
                  <a:lnTo>
                    <a:pt x="12615" y="7052"/>
                  </a:lnTo>
                  <a:cubicBezTo>
                    <a:pt x="13071" y="4712"/>
                    <a:pt x="13527" y="2341"/>
                    <a:pt x="14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8" name="Google Shape;4448;p79"/>
            <p:cNvSpPr/>
            <p:nvPr/>
          </p:nvSpPr>
          <p:spPr>
            <a:xfrm>
              <a:off x="5283420" y="4098397"/>
              <a:ext cx="214608" cy="230069"/>
            </a:xfrm>
            <a:custGeom>
              <a:avLst/>
              <a:gdLst/>
              <a:ahLst/>
              <a:cxnLst/>
              <a:rect l="l" t="t" r="r" b="b"/>
              <a:pathLst>
                <a:path w="13922" h="14925" extrusionOk="0">
                  <a:moveTo>
                    <a:pt x="3404" y="0"/>
                  </a:moveTo>
                  <a:cubicBezTo>
                    <a:pt x="2401" y="4985"/>
                    <a:pt x="1277" y="9940"/>
                    <a:pt x="0" y="14925"/>
                  </a:cubicBezTo>
                  <a:lnTo>
                    <a:pt x="11216" y="14925"/>
                  </a:lnTo>
                  <a:lnTo>
                    <a:pt x="12462" y="7387"/>
                  </a:lnTo>
                  <a:lnTo>
                    <a:pt x="139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9" name="Google Shape;4449;p79"/>
            <p:cNvSpPr/>
            <p:nvPr/>
          </p:nvSpPr>
          <p:spPr>
            <a:xfrm>
              <a:off x="5576286" y="3942352"/>
              <a:ext cx="331284" cy="523385"/>
            </a:xfrm>
            <a:custGeom>
              <a:avLst/>
              <a:gdLst/>
              <a:ahLst/>
              <a:cxnLst/>
              <a:rect l="l" t="t" r="r" b="b"/>
              <a:pathLst>
                <a:path w="21491" h="33953" extrusionOk="0">
                  <a:moveTo>
                    <a:pt x="21490" y="1"/>
                  </a:moveTo>
                  <a:lnTo>
                    <a:pt x="0" y="3314"/>
                  </a:lnTo>
                  <a:lnTo>
                    <a:pt x="0" y="33953"/>
                  </a:lnTo>
                  <a:lnTo>
                    <a:pt x="21490" y="25533"/>
                  </a:lnTo>
                  <a:lnTo>
                    <a:pt x="2149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0" name="Google Shape;4450;p79"/>
            <p:cNvSpPr/>
            <p:nvPr/>
          </p:nvSpPr>
          <p:spPr>
            <a:xfrm>
              <a:off x="5576286" y="3942352"/>
              <a:ext cx="331284" cy="523385"/>
            </a:xfrm>
            <a:custGeom>
              <a:avLst/>
              <a:gdLst/>
              <a:ahLst/>
              <a:cxnLst/>
              <a:rect l="l" t="t" r="r" b="b"/>
              <a:pathLst>
                <a:path w="21491" h="33953" extrusionOk="0">
                  <a:moveTo>
                    <a:pt x="21490" y="1"/>
                  </a:moveTo>
                  <a:lnTo>
                    <a:pt x="0" y="3314"/>
                  </a:lnTo>
                  <a:lnTo>
                    <a:pt x="0" y="33953"/>
                  </a:lnTo>
                  <a:lnTo>
                    <a:pt x="8055" y="30791"/>
                  </a:lnTo>
                  <a:cubicBezTo>
                    <a:pt x="9089" y="29120"/>
                    <a:pt x="10122" y="27448"/>
                    <a:pt x="11156" y="25776"/>
                  </a:cubicBezTo>
                  <a:cubicBezTo>
                    <a:pt x="10882" y="25685"/>
                    <a:pt x="10609" y="25563"/>
                    <a:pt x="10335" y="25411"/>
                  </a:cubicBezTo>
                  <a:cubicBezTo>
                    <a:pt x="8754" y="24469"/>
                    <a:pt x="7934" y="22098"/>
                    <a:pt x="9058" y="20487"/>
                  </a:cubicBezTo>
                  <a:cubicBezTo>
                    <a:pt x="13162" y="14560"/>
                    <a:pt x="17417" y="8694"/>
                    <a:pt x="21490" y="2736"/>
                  </a:cubicBezTo>
                  <a:lnTo>
                    <a:pt x="2149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1" name="Google Shape;4451;p79"/>
            <p:cNvSpPr/>
            <p:nvPr/>
          </p:nvSpPr>
          <p:spPr>
            <a:xfrm>
              <a:off x="5872435" y="4291918"/>
              <a:ext cx="34684" cy="57652"/>
            </a:xfrm>
            <a:custGeom>
              <a:avLst/>
              <a:gdLst/>
              <a:ahLst/>
              <a:cxnLst/>
              <a:rect l="l" t="t" r="r" b="b"/>
              <a:pathLst>
                <a:path w="2250" h="3740" extrusionOk="0">
                  <a:moveTo>
                    <a:pt x="2250" y="1"/>
                  </a:moveTo>
                  <a:cubicBezTo>
                    <a:pt x="1520" y="1247"/>
                    <a:pt x="760" y="2493"/>
                    <a:pt x="1" y="3739"/>
                  </a:cubicBezTo>
                  <a:lnTo>
                    <a:pt x="2250" y="2858"/>
                  </a:lnTo>
                  <a:lnTo>
                    <a:pt x="22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2" name="Google Shape;4452;p79"/>
            <p:cNvSpPr/>
            <p:nvPr/>
          </p:nvSpPr>
          <p:spPr>
            <a:xfrm>
              <a:off x="3201930" y="2438652"/>
              <a:ext cx="644732" cy="1911691"/>
            </a:xfrm>
            <a:custGeom>
              <a:avLst/>
              <a:gdLst/>
              <a:ahLst/>
              <a:cxnLst/>
              <a:rect l="l" t="t" r="r" b="b"/>
              <a:pathLst>
                <a:path w="41825" h="124015" extrusionOk="0">
                  <a:moveTo>
                    <a:pt x="0" y="0"/>
                  </a:moveTo>
                  <a:lnTo>
                    <a:pt x="0" y="124014"/>
                  </a:lnTo>
                  <a:lnTo>
                    <a:pt x="41825" y="124014"/>
                  </a:lnTo>
                  <a:lnTo>
                    <a:pt x="418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3" name="Google Shape;4453;p79"/>
            <p:cNvSpPr/>
            <p:nvPr/>
          </p:nvSpPr>
          <p:spPr>
            <a:xfrm>
              <a:off x="3245034" y="2438652"/>
              <a:ext cx="644748" cy="1911691"/>
            </a:xfrm>
            <a:custGeom>
              <a:avLst/>
              <a:gdLst/>
              <a:ahLst/>
              <a:cxnLst/>
              <a:rect l="l" t="t" r="r" b="b"/>
              <a:pathLst>
                <a:path w="41826" h="124015" extrusionOk="0">
                  <a:moveTo>
                    <a:pt x="1" y="0"/>
                  </a:moveTo>
                  <a:lnTo>
                    <a:pt x="1" y="124014"/>
                  </a:lnTo>
                  <a:lnTo>
                    <a:pt x="41825" y="124014"/>
                  </a:lnTo>
                  <a:lnTo>
                    <a:pt x="418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4" name="Google Shape;4454;p79"/>
            <p:cNvSpPr/>
            <p:nvPr/>
          </p:nvSpPr>
          <p:spPr>
            <a:xfrm>
              <a:off x="3281124" y="2493936"/>
              <a:ext cx="580082" cy="439050"/>
            </a:xfrm>
            <a:custGeom>
              <a:avLst/>
              <a:gdLst/>
              <a:ahLst/>
              <a:cxnLst/>
              <a:rect l="l" t="t" r="r" b="b"/>
              <a:pathLst>
                <a:path w="37631" h="28482" extrusionOk="0">
                  <a:moveTo>
                    <a:pt x="37235" y="366"/>
                  </a:moveTo>
                  <a:lnTo>
                    <a:pt x="37235" y="28117"/>
                  </a:lnTo>
                  <a:lnTo>
                    <a:pt x="395" y="28117"/>
                  </a:lnTo>
                  <a:lnTo>
                    <a:pt x="395" y="366"/>
                  </a:lnTo>
                  <a:close/>
                  <a:moveTo>
                    <a:pt x="0" y="1"/>
                  </a:moveTo>
                  <a:lnTo>
                    <a:pt x="0" y="28482"/>
                  </a:lnTo>
                  <a:lnTo>
                    <a:pt x="37630" y="28482"/>
                  </a:lnTo>
                  <a:lnTo>
                    <a:pt x="376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5" name="Google Shape;4455;p79"/>
            <p:cNvSpPr/>
            <p:nvPr/>
          </p:nvSpPr>
          <p:spPr>
            <a:xfrm>
              <a:off x="3281124" y="2947532"/>
              <a:ext cx="580082" cy="439512"/>
            </a:xfrm>
            <a:custGeom>
              <a:avLst/>
              <a:gdLst/>
              <a:ahLst/>
              <a:cxnLst/>
              <a:rect l="l" t="t" r="r" b="b"/>
              <a:pathLst>
                <a:path w="37631" h="28512" extrusionOk="0">
                  <a:moveTo>
                    <a:pt x="37235" y="396"/>
                  </a:moveTo>
                  <a:lnTo>
                    <a:pt x="37235" y="28117"/>
                  </a:lnTo>
                  <a:lnTo>
                    <a:pt x="395" y="28117"/>
                  </a:lnTo>
                  <a:lnTo>
                    <a:pt x="395" y="396"/>
                  </a:lnTo>
                  <a:close/>
                  <a:moveTo>
                    <a:pt x="0" y="1"/>
                  </a:moveTo>
                  <a:lnTo>
                    <a:pt x="0" y="28512"/>
                  </a:lnTo>
                  <a:lnTo>
                    <a:pt x="37630" y="28512"/>
                  </a:lnTo>
                  <a:lnTo>
                    <a:pt x="376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6" name="Google Shape;4456;p79"/>
            <p:cNvSpPr/>
            <p:nvPr/>
          </p:nvSpPr>
          <p:spPr>
            <a:xfrm>
              <a:off x="3281124" y="3401606"/>
              <a:ext cx="580082" cy="439512"/>
            </a:xfrm>
            <a:custGeom>
              <a:avLst/>
              <a:gdLst/>
              <a:ahLst/>
              <a:cxnLst/>
              <a:rect l="l" t="t" r="r" b="b"/>
              <a:pathLst>
                <a:path w="37631" h="28512" extrusionOk="0">
                  <a:moveTo>
                    <a:pt x="37235" y="395"/>
                  </a:moveTo>
                  <a:lnTo>
                    <a:pt x="37235" y="28116"/>
                  </a:lnTo>
                  <a:lnTo>
                    <a:pt x="395" y="28116"/>
                  </a:lnTo>
                  <a:lnTo>
                    <a:pt x="395" y="395"/>
                  </a:lnTo>
                  <a:close/>
                  <a:moveTo>
                    <a:pt x="0" y="0"/>
                  </a:moveTo>
                  <a:lnTo>
                    <a:pt x="0" y="28511"/>
                  </a:lnTo>
                  <a:lnTo>
                    <a:pt x="37630" y="28511"/>
                  </a:lnTo>
                  <a:lnTo>
                    <a:pt x="376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7" name="Google Shape;4457;p79"/>
            <p:cNvSpPr/>
            <p:nvPr/>
          </p:nvSpPr>
          <p:spPr>
            <a:xfrm>
              <a:off x="3281124" y="3855665"/>
              <a:ext cx="580082" cy="439050"/>
            </a:xfrm>
            <a:custGeom>
              <a:avLst/>
              <a:gdLst/>
              <a:ahLst/>
              <a:cxnLst/>
              <a:rect l="l" t="t" r="r" b="b"/>
              <a:pathLst>
                <a:path w="37631" h="28482" extrusionOk="0">
                  <a:moveTo>
                    <a:pt x="37235" y="365"/>
                  </a:moveTo>
                  <a:lnTo>
                    <a:pt x="37235" y="28116"/>
                  </a:lnTo>
                  <a:lnTo>
                    <a:pt x="395" y="28116"/>
                  </a:lnTo>
                  <a:lnTo>
                    <a:pt x="395" y="365"/>
                  </a:lnTo>
                  <a:close/>
                  <a:moveTo>
                    <a:pt x="0" y="0"/>
                  </a:moveTo>
                  <a:lnTo>
                    <a:pt x="0" y="28481"/>
                  </a:lnTo>
                  <a:lnTo>
                    <a:pt x="37630" y="28481"/>
                  </a:lnTo>
                  <a:lnTo>
                    <a:pt x="376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8" name="Google Shape;4458;p79"/>
            <p:cNvSpPr/>
            <p:nvPr/>
          </p:nvSpPr>
          <p:spPr>
            <a:xfrm>
              <a:off x="3835929" y="2638264"/>
              <a:ext cx="24387" cy="160270"/>
            </a:xfrm>
            <a:custGeom>
              <a:avLst/>
              <a:gdLst/>
              <a:ahLst/>
              <a:cxnLst/>
              <a:rect l="l" t="t" r="r" b="b"/>
              <a:pathLst>
                <a:path w="1582" h="10397" extrusionOk="0">
                  <a:moveTo>
                    <a:pt x="1581" y="1"/>
                  </a:moveTo>
                  <a:lnTo>
                    <a:pt x="1" y="1855"/>
                  </a:lnTo>
                  <a:lnTo>
                    <a:pt x="31" y="10396"/>
                  </a:lnTo>
                  <a:lnTo>
                    <a:pt x="1581" y="10396"/>
                  </a:lnTo>
                  <a:lnTo>
                    <a:pt x="15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9" name="Google Shape;4459;p79"/>
            <p:cNvSpPr/>
            <p:nvPr/>
          </p:nvSpPr>
          <p:spPr>
            <a:xfrm>
              <a:off x="3835929" y="3100771"/>
              <a:ext cx="24387" cy="160254"/>
            </a:xfrm>
            <a:custGeom>
              <a:avLst/>
              <a:gdLst/>
              <a:ahLst/>
              <a:cxnLst/>
              <a:rect l="l" t="t" r="r" b="b"/>
              <a:pathLst>
                <a:path w="1582" h="10396" extrusionOk="0">
                  <a:moveTo>
                    <a:pt x="1581" y="0"/>
                  </a:moveTo>
                  <a:lnTo>
                    <a:pt x="1" y="1854"/>
                  </a:lnTo>
                  <a:lnTo>
                    <a:pt x="31" y="10396"/>
                  </a:lnTo>
                  <a:lnTo>
                    <a:pt x="1581" y="10396"/>
                  </a:lnTo>
                  <a:lnTo>
                    <a:pt x="1581" y="0"/>
                  </a:lnTo>
                  <a:close/>
                </a:path>
              </a:pathLst>
            </a:custGeom>
            <a:solidFill>
              <a:srgbClr val="02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79"/>
            <p:cNvSpPr/>
            <p:nvPr/>
          </p:nvSpPr>
          <p:spPr>
            <a:xfrm>
              <a:off x="3835929" y="3559979"/>
              <a:ext cx="24387" cy="159792"/>
            </a:xfrm>
            <a:custGeom>
              <a:avLst/>
              <a:gdLst/>
              <a:ahLst/>
              <a:cxnLst/>
              <a:rect l="l" t="t" r="r" b="b"/>
              <a:pathLst>
                <a:path w="1582" h="10366" extrusionOk="0">
                  <a:moveTo>
                    <a:pt x="1581" y="1"/>
                  </a:moveTo>
                  <a:lnTo>
                    <a:pt x="1" y="1855"/>
                  </a:lnTo>
                  <a:lnTo>
                    <a:pt x="31" y="10366"/>
                  </a:lnTo>
                  <a:lnTo>
                    <a:pt x="1581" y="10366"/>
                  </a:lnTo>
                  <a:lnTo>
                    <a:pt x="1581" y="1"/>
                  </a:lnTo>
                  <a:close/>
                </a:path>
              </a:pathLst>
            </a:custGeom>
            <a:solidFill>
              <a:srgbClr val="02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79"/>
            <p:cNvSpPr/>
            <p:nvPr/>
          </p:nvSpPr>
          <p:spPr>
            <a:xfrm>
              <a:off x="3835929" y="4028576"/>
              <a:ext cx="24387" cy="159792"/>
            </a:xfrm>
            <a:custGeom>
              <a:avLst/>
              <a:gdLst/>
              <a:ahLst/>
              <a:cxnLst/>
              <a:rect l="l" t="t" r="r" b="b"/>
              <a:pathLst>
                <a:path w="1582" h="10366" extrusionOk="0">
                  <a:moveTo>
                    <a:pt x="1581" y="0"/>
                  </a:moveTo>
                  <a:lnTo>
                    <a:pt x="1" y="1855"/>
                  </a:lnTo>
                  <a:lnTo>
                    <a:pt x="31" y="10365"/>
                  </a:lnTo>
                  <a:lnTo>
                    <a:pt x="1581" y="10365"/>
                  </a:lnTo>
                  <a:lnTo>
                    <a:pt x="15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2" name="Google Shape;4462;p79"/>
            <p:cNvSpPr/>
            <p:nvPr/>
          </p:nvSpPr>
          <p:spPr>
            <a:xfrm>
              <a:off x="3631153" y="2512805"/>
              <a:ext cx="188849" cy="183916"/>
            </a:xfrm>
            <a:custGeom>
              <a:avLst/>
              <a:gdLst/>
              <a:ahLst/>
              <a:cxnLst/>
              <a:rect l="l" t="t" r="r" b="b"/>
              <a:pathLst>
                <a:path w="12251" h="11931" extrusionOk="0">
                  <a:moveTo>
                    <a:pt x="6126" y="0"/>
                  </a:moveTo>
                  <a:cubicBezTo>
                    <a:pt x="5829" y="0"/>
                    <a:pt x="5533" y="160"/>
                    <a:pt x="5411" y="479"/>
                  </a:cubicBezTo>
                  <a:lnTo>
                    <a:pt x="5320" y="692"/>
                  </a:lnTo>
                  <a:cubicBezTo>
                    <a:pt x="5183" y="986"/>
                    <a:pt x="4906" y="1154"/>
                    <a:pt x="4621" y="1154"/>
                  </a:cubicBezTo>
                  <a:cubicBezTo>
                    <a:pt x="4464" y="1154"/>
                    <a:pt x="4305" y="1103"/>
                    <a:pt x="4165" y="996"/>
                  </a:cubicBezTo>
                  <a:lnTo>
                    <a:pt x="3983" y="874"/>
                  </a:lnTo>
                  <a:cubicBezTo>
                    <a:pt x="3836" y="760"/>
                    <a:pt x="3673" y="709"/>
                    <a:pt x="3516" y="709"/>
                  </a:cubicBezTo>
                  <a:cubicBezTo>
                    <a:pt x="3089" y="709"/>
                    <a:pt x="2700" y="1084"/>
                    <a:pt x="2767" y="1573"/>
                  </a:cubicBezTo>
                  <a:lnTo>
                    <a:pt x="2797" y="1817"/>
                  </a:lnTo>
                  <a:cubicBezTo>
                    <a:pt x="2881" y="2261"/>
                    <a:pt x="2533" y="2679"/>
                    <a:pt x="2079" y="2679"/>
                  </a:cubicBezTo>
                  <a:cubicBezTo>
                    <a:pt x="2035" y="2679"/>
                    <a:pt x="1991" y="2676"/>
                    <a:pt x="1946" y="2668"/>
                  </a:cubicBezTo>
                  <a:lnTo>
                    <a:pt x="1703" y="2668"/>
                  </a:lnTo>
                  <a:cubicBezTo>
                    <a:pt x="1666" y="2663"/>
                    <a:pt x="1629" y="2660"/>
                    <a:pt x="1594" y="2660"/>
                  </a:cubicBezTo>
                  <a:cubicBezTo>
                    <a:pt x="990" y="2660"/>
                    <a:pt x="631" y="3365"/>
                    <a:pt x="1004" y="3853"/>
                  </a:cubicBezTo>
                  <a:lnTo>
                    <a:pt x="1156" y="4066"/>
                  </a:lnTo>
                  <a:cubicBezTo>
                    <a:pt x="1429" y="4461"/>
                    <a:pt x="1277" y="5008"/>
                    <a:pt x="852" y="5190"/>
                  </a:cubicBezTo>
                  <a:lnTo>
                    <a:pt x="639" y="5312"/>
                  </a:lnTo>
                  <a:cubicBezTo>
                    <a:pt x="1" y="5555"/>
                    <a:pt x="1" y="6437"/>
                    <a:pt x="639" y="6710"/>
                  </a:cubicBezTo>
                  <a:lnTo>
                    <a:pt x="852" y="6801"/>
                  </a:lnTo>
                  <a:cubicBezTo>
                    <a:pt x="1277" y="6984"/>
                    <a:pt x="1429" y="7531"/>
                    <a:pt x="1156" y="7926"/>
                  </a:cubicBezTo>
                  <a:lnTo>
                    <a:pt x="1004" y="8139"/>
                  </a:lnTo>
                  <a:cubicBezTo>
                    <a:pt x="624" y="8636"/>
                    <a:pt x="1003" y="9358"/>
                    <a:pt x="1628" y="9358"/>
                  </a:cubicBezTo>
                  <a:cubicBezTo>
                    <a:pt x="1653" y="9358"/>
                    <a:pt x="1678" y="9357"/>
                    <a:pt x="1703" y="9355"/>
                  </a:cubicBezTo>
                  <a:lnTo>
                    <a:pt x="1946" y="9324"/>
                  </a:lnTo>
                  <a:cubicBezTo>
                    <a:pt x="1979" y="9320"/>
                    <a:pt x="2012" y="9318"/>
                    <a:pt x="2045" y="9318"/>
                  </a:cubicBezTo>
                  <a:cubicBezTo>
                    <a:pt x="2488" y="9318"/>
                    <a:pt x="2854" y="9694"/>
                    <a:pt x="2797" y="10175"/>
                  </a:cubicBezTo>
                  <a:lnTo>
                    <a:pt x="2797" y="10388"/>
                  </a:lnTo>
                  <a:cubicBezTo>
                    <a:pt x="2730" y="10861"/>
                    <a:pt x="3130" y="11235"/>
                    <a:pt x="3565" y="11235"/>
                  </a:cubicBezTo>
                  <a:cubicBezTo>
                    <a:pt x="3716" y="11235"/>
                    <a:pt x="3872" y="11189"/>
                    <a:pt x="4013" y="11087"/>
                  </a:cubicBezTo>
                  <a:lnTo>
                    <a:pt x="4195" y="10935"/>
                  </a:lnTo>
                  <a:cubicBezTo>
                    <a:pt x="4335" y="10828"/>
                    <a:pt x="4494" y="10777"/>
                    <a:pt x="4651" y="10777"/>
                  </a:cubicBezTo>
                  <a:cubicBezTo>
                    <a:pt x="4936" y="10777"/>
                    <a:pt x="5213" y="10945"/>
                    <a:pt x="5350" y="11239"/>
                  </a:cubicBezTo>
                  <a:lnTo>
                    <a:pt x="5442" y="11452"/>
                  </a:lnTo>
                  <a:cubicBezTo>
                    <a:pt x="5563" y="11771"/>
                    <a:pt x="5844" y="11931"/>
                    <a:pt x="6129" y="11931"/>
                  </a:cubicBezTo>
                  <a:cubicBezTo>
                    <a:pt x="6414" y="11931"/>
                    <a:pt x="6703" y="11771"/>
                    <a:pt x="6840" y="11452"/>
                  </a:cubicBezTo>
                  <a:lnTo>
                    <a:pt x="6931" y="11239"/>
                  </a:lnTo>
                  <a:cubicBezTo>
                    <a:pt x="7049" y="10945"/>
                    <a:pt x="7331" y="10777"/>
                    <a:pt x="7623" y="10777"/>
                  </a:cubicBezTo>
                  <a:cubicBezTo>
                    <a:pt x="7783" y="10777"/>
                    <a:pt x="7946" y="10828"/>
                    <a:pt x="8086" y="10935"/>
                  </a:cubicBezTo>
                  <a:lnTo>
                    <a:pt x="8268" y="11087"/>
                  </a:lnTo>
                  <a:cubicBezTo>
                    <a:pt x="8402" y="11189"/>
                    <a:pt x="8552" y="11235"/>
                    <a:pt x="8699" y="11235"/>
                  </a:cubicBezTo>
                  <a:cubicBezTo>
                    <a:pt x="9123" y="11235"/>
                    <a:pt x="9529" y="10861"/>
                    <a:pt x="9484" y="10388"/>
                  </a:cubicBezTo>
                  <a:lnTo>
                    <a:pt x="9454" y="10145"/>
                  </a:lnTo>
                  <a:cubicBezTo>
                    <a:pt x="9397" y="9664"/>
                    <a:pt x="9763" y="9288"/>
                    <a:pt x="10206" y="9288"/>
                  </a:cubicBezTo>
                  <a:cubicBezTo>
                    <a:pt x="10239" y="9288"/>
                    <a:pt x="10272" y="9290"/>
                    <a:pt x="10305" y="9294"/>
                  </a:cubicBezTo>
                  <a:lnTo>
                    <a:pt x="10548" y="9324"/>
                  </a:lnTo>
                  <a:cubicBezTo>
                    <a:pt x="10572" y="9327"/>
                    <a:pt x="10596" y="9328"/>
                    <a:pt x="10620" y="9328"/>
                  </a:cubicBezTo>
                  <a:cubicBezTo>
                    <a:pt x="11220" y="9328"/>
                    <a:pt x="11627" y="8605"/>
                    <a:pt x="11247" y="8108"/>
                  </a:cubicBezTo>
                  <a:lnTo>
                    <a:pt x="11095" y="7896"/>
                  </a:lnTo>
                  <a:cubicBezTo>
                    <a:pt x="10822" y="7500"/>
                    <a:pt x="10943" y="6953"/>
                    <a:pt x="11399" y="6771"/>
                  </a:cubicBezTo>
                  <a:lnTo>
                    <a:pt x="11612" y="6680"/>
                  </a:lnTo>
                  <a:cubicBezTo>
                    <a:pt x="12250" y="6406"/>
                    <a:pt x="12250" y="5525"/>
                    <a:pt x="11612" y="5282"/>
                  </a:cubicBezTo>
                  <a:lnTo>
                    <a:pt x="11399" y="5160"/>
                  </a:lnTo>
                  <a:cubicBezTo>
                    <a:pt x="10943" y="4978"/>
                    <a:pt x="10822" y="4431"/>
                    <a:pt x="11095" y="4035"/>
                  </a:cubicBezTo>
                  <a:lnTo>
                    <a:pt x="11247" y="3853"/>
                  </a:lnTo>
                  <a:cubicBezTo>
                    <a:pt x="11620" y="3336"/>
                    <a:pt x="11234" y="2630"/>
                    <a:pt x="10653" y="2630"/>
                  </a:cubicBezTo>
                  <a:cubicBezTo>
                    <a:pt x="10618" y="2630"/>
                    <a:pt x="10584" y="2632"/>
                    <a:pt x="10548" y="2637"/>
                  </a:cubicBezTo>
                  <a:lnTo>
                    <a:pt x="10305" y="2668"/>
                  </a:lnTo>
                  <a:cubicBezTo>
                    <a:pt x="10287" y="2669"/>
                    <a:pt x="10270" y="2669"/>
                    <a:pt x="10252" y="2669"/>
                  </a:cubicBezTo>
                  <a:cubicBezTo>
                    <a:pt x="9788" y="2669"/>
                    <a:pt x="9395" y="2285"/>
                    <a:pt x="9454" y="1817"/>
                  </a:cubicBezTo>
                  <a:lnTo>
                    <a:pt x="9484" y="1573"/>
                  </a:lnTo>
                  <a:cubicBezTo>
                    <a:pt x="9529" y="1082"/>
                    <a:pt x="9131" y="722"/>
                    <a:pt x="8712" y="722"/>
                  </a:cubicBezTo>
                  <a:cubicBezTo>
                    <a:pt x="8560" y="722"/>
                    <a:pt x="8406" y="769"/>
                    <a:pt x="8268" y="874"/>
                  </a:cubicBezTo>
                  <a:lnTo>
                    <a:pt x="8086" y="1026"/>
                  </a:lnTo>
                  <a:cubicBezTo>
                    <a:pt x="7953" y="1119"/>
                    <a:pt x="7798" y="1162"/>
                    <a:pt x="7646" y="1162"/>
                  </a:cubicBezTo>
                  <a:cubicBezTo>
                    <a:pt x="7346" y="1162"/>
                    <a:pt x="7052" y="994"/>
                    <a:pt x="6931" y="692"/>
                  </a:cubicBezTo>
                  <a:lnTo>
                    <a:pt x="6840" y="479"/>
                  </a:lnTo>
                  <a:cubicBezTo>
                    <a:pt x="6718" y="160"/>
                    <a:pt x="6422" y="0"/>
                    <a:pt x="61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3" name="Google Shape;4463;p79"/>
            <p:cNvSpPr/>
            <p:nvPr/>
          </p:nvSpPr>
          <p:spPr>
            <a:xfrm>
              <a:off x="3640865" y="2560488"/>
              <a:ext cx="177257" cy="96652"/>
            </a:xfrm>
            <a:custGeom>
              <a:avLst/>
              <a:gdLst/>
              <a:ahLst/>
              <a:cxnLst/>
              <a:rect l="l" t="t" r="r" b="b"/>
              <a:pathLst>
                <a:path w="11499" h="6270" extrusionOk="0">
                  <a:moveTo>
                    <a:pt x="10678" y="0"/>
                  </a:moveTo>
                  <a:lnTo>
                    <a:pt x="10678" y="0"/>
                  </a:lnTo>
                  <a:cubicBezTo>
                    <a:pt x="7243" y="1277"/>
                    <a:pt x="3809" y="2553"/>
                    <a:pt x="344" y="3769"/>
                  </a:cubicBezTo>
                  <a:cubicBezTo>
                    <a:pt x="708" y="4012"/>
                    <a:pt x="799" y="4499"/>
                    <a:pt x="526" y="4833"/>
                  </a:cubicBezTo>
                  <a:lnTo>
                    <a:pt x="374" y="5046"/>
                  </a:lnTo>
                  <a:cubicBezTo>
                    <a:pt x="1" y="5563"/>
                    <a:pt x="387" y="6269"/>
                    <a:pt x="994" y="6269"/>
                  </a:cubicBezTo>
                  <a:cubicBezTo>
                    <a:pt x="1030" y="6269"/>
                    <a:pt x="1066" y="6267"/>
                    <a:pt x="1103" y="6262"/>
                  </a:cubicBezTo>
                  <a:lnTo>
                    <a:pt x="1316" y="6231"/>
                  </a:lnTo>
                  <a:lnTo>
                    <a:pt x="1377" y="6231"/>
                  </a:lnTo>
                  <a:cubicBezTo>
                    <a:pt x="3930" y="5350"/>
                    <a:pt x="6514" y="4499"/>
                    <a:pt x="9097" y="3678"/>
                  </a:cubicBezTo>
                  <a:lnTo>
                    <a:pt x="11438" y="2948"/>
                  </a:lnTo>
                  <a:cubicBezTo>
                    <a:pt x="11499" y="2645"/>
                    <a:pt x="11316" y="2310"/>
                    <a:pt x="11012" y="2189"/>
                  </a:cubicBezTo>
                  <a:lnTo>
                    <a:pt x="10769" y="2097"/>
                  </a:lnTo>
                  <a:cubicBezTo>
                    <a:pt x="10344" y="1885"/>
                    <a:pt x="10192" y="1338"/>
                    <a:pt x="10465" y="942"/>
                  </a:cubicBezTo>
                  <a:lnTo>
                    <a:pt x="10617" y="760"/>
                  </a:lnTo>
                  <a:cubicBezTo>
                    <a:pt x="10769" y="547"/>
                    <a:pt x="10800" y="243"/>
                    <a:pt x="106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79"/>
            <p:cNvSpPr/>
            <p:nvPr/>
          </p:nvSpPr>
          <p:spPr>
            <a:xfrm>
              <a:off x="3327049" y="3880039"/>
              <a:ext cx="242247" cy="201012"/>
            </a:xfrm>
            <a:custGeom>
              <a:avLst/>
              <a:gdLst/>
              <a:ahLst/>
              <a:cxnLst/>
              <a:rect l="l" t="t" r="r" b="b"/>
              <a:pathLst>
                <a:path w="15715" h="13040" extrusionOk="0">
                  <a:moveTo>
                    <a:pt x="2280" y="0"/>
                  </a:moveTo>
                  <a:cubicBezTo>
                    <a:pt x="1033" y="0"/>
                    <a:pt x="0" y="1003"/>
                    <a:pt x="0" y="2280"/>
                  </a:cubicBezTo>
                  <a:lnTo>
                    <a:pt x="0" y="10760"/>
                  </a:lnTo>
                  <a:cubicBezTo>
                    <a:pt x="0" y="12037"/>
                    <a:pt x="1033" y="13040"/>
                    <a:pt x="2280" y="13040"/>
                  </a:cubicBezTo>
                  <a:lnTo>
                    <a:pt x="13435" y="13040"/>
                  </a:lnTo>
                  <a:cubicBezTo>
                    <a:pt x="14681" y="13040"/>
                    <a:pt x="15715" y="12037"/>
                    <a:pt x="15715" y="10760"/>
                  </a:cubicBezTo>
                  <a:lnTo>
                    <a:pt x="15715" y="2280"/>
                  </a:lnTo>
                  <a:cubicBezTo>
                    <a:pt x="15715" y="1003"/>
                    <a:pt x="14681" y="0"/>
                    <a:pt x="134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79"/>
            <p:cNvSpPr/>
            <p:nvPr/>
          </p:nvSpPr>
          <p:spPr>
            <a:xfrm>
              <a:off x="3350004" y="3899248"/>
              <a:ext cx="196341" cy="162597"/>
            </a:xfrm>
            <a:custGeom>
              <a:avLst/>
              <a:gdLst/>
              <a:ahLst/>
              <a:cxnLst/>
              <a:rect l="l" t="t" r="r" b="b"/>
              <a:pathLst>
                <a:path w="12737" h="10548" extrusionOk="0">
                  <a:moveTo>
                    <a:pt x="1855" y="0"/>
                  </a:moveTo>
                  <a:cubicBezTo>
                    <a:pt x="821" y="0"/>
                    <a:pt x="0" y="821"/>
                    <a:pt x="0" y="1824"/>
                  </a:cubicBezTo>
                  <a:lnTo>
                    <a:pt x="0" y="8724"/>
                  </a:lnTo>
                  <a:cubicBezTo>
                    <a:pt x="0" y="9727"/>
                    <a:pt x="821" y="10548"/>
                    <a:pt x="1855" y="10548"/>
                  </a:cubicBezTo>
                  <a:lnTo>
                    <a:pt x="10882" y="10548"/>
                  </a:lnTo>
                  <a:cubicBezTo>
                    <a:pt x="11916" y="10548"/>
                    <a:pt x="12736" y="9727"/>
                    <a:pt x="12736" y="8724"/>
                  </a:cubicBezTo>
                  <a:lnTo>
                    <a:pt x="12736" y="1824"/>
                  </a:lnTo>
                  <a:cubicBezTo>
                    <a:pt x="12736" y="821"/>
                    <a:pt x="11916" y="0"/>
                    <a:pt x="108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79"/>
            <p:cNvSpPr/>
            <p:nvPr/>
          </p:nvSpPr>
          <p:spPr>
            <a:xfrm>
              <a:off x="3371094" y="3912367"/>
              <a:ext cx="166821" cy="131675"/>
            </a:xfrm>
            <a:custGeom>
              <a:avLst/>
              <a:gdLst/>
              <a:ahLst/>
              <a:cxnLst/>
              <a:rect l="l" t="t" r="r" b="b"/>
              <a:pathLst>
                <a:path w="10822" h="8542" extrusionOk="0">
                  <a:moveTo>
                    <a:pt x="9028" y="0"/>
                  </a:moveTo>
                  <a:cubicBezTo>
                    <a:pt x="5867" y="1368"/>
                    <a:pt x="2857" y="3010"/>
                    <a:pt x="0" y="4924"/>
                  </a:cubicBezTo>
                  <a:lnTo>
                    <a:pt x="3405" y="8542"/>
                  </a:lnTo>
                  <a:cubicBezTo>
                    <a:pt x="5958" y="6718"/>
                    <a:pt x="8420" y="4803"/>
                    <a:pt x="10821" y="2797"/>
                  </a:cubicBezTo>
                  <a:lnTo>
                    <a:pt x="90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79"/>
            <p:cNvSpPr/>
            <p:nvPr/>
          </p:nvSpPr>
          <p:spPr>
            <a:xfrm>
              <a:off x="3306422" y="2498144"/>
              <a:ext cx="220712" cy="232397"/>
            </a:xfrm>
            <a:custGeom>
              <a:avLst/>
              <a:gdLst/>
              <a:ahLst/>
              <a:cxnLst/>
              <a:rect l="l" t="t" r="r" b="b"/>
              <a:pathLst>
                <a:path w="14318" h="15076" extrusionOk="0">
                  <a:moveTo>
                    <a:pt x="7712" y="1"/>
                  </a:moveTo>
                  <a:cubicBezTo>
                    <a:pt x="6348" y="1"/>
                    <a:pt x="4974" y="382"/>
                    <a:pt x="3830" y="1126"/>
                  </a:cubicBezTo>
                  <a:cubicBezTo>
                    <a:pt x="1308" y="2768"/>
                    <a:pt x="1" y="5929"/>
                    <a:pt x="213" y="8938"/>
                  </a:cubicBezTo>
                  <a:cubicBezTo>
                    <a:pt x="365" y="10792"/>
                    <a:pt x="1095" y="12676"/>
                    <a:pt x="2554" y="13831"/>
                  </a:cubicBezTo>
                  <a:cubicBezTo>
                    <a:pt x="3620" y="14648"/>
                    <a:pt x="4923" y="15075"/>
                    <a:pt x="6249" y="15075"/>
                  </a:cubicBezTo>
                  <a:cubicBezTo>
                    <a:pt x="6699" y="15075"/>
                    <a:pt x="7152" y="15026"/>
                    <a:pt x="7600" y="14926"/>
                  </a:cubicBezTo>
                  <a:cubicBezTo>
                    <a:pt x="9332" y="14531"/>
                    <a:pt x="10882" y="13558"/>
                    <a:pt x="12037" y="12190"/>
                  </a:cubicBezTo>
                  <a:cubicBezTo>
                    <a:pt x="13314" y="10731"/>
                    <a:pt x="14074" y="8877"/>
                    <a:pt x="14226" y="6932"/>
                  </a:cubicBezTo>
                  <a:cubicBezTo>
                    <a:pt x="14317" y="4986"/>
                    <a:pt x="13588" y="3071"/>
                    <a:pt x="12189" y="1704"/>
                  </a:cubicBezTo>
                  <a:cubicBezTo>
                    <a:pt x="10992" y="557"/>
                    <a:pt x="9359" y="1"/>
                    <a:pt x="77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79"/>
            <p:cNvSpPr/>
            <p:nvPr/>
          </p:nvSpPr>
          <p:spPr>
            <a:xfrm>
              <a:off x="3322825" y="2515411"/>
              <a:ext cx="187909" cy="197913"/>
            </a:xfrm>
            <a:custGeom>
              <a:avLst/>
              <a:gdLst/>
              <a:ahLst/>
              <a:cxnLst/>
              <a:rect l="l" t="t" r="r" b="b"/>
              <a:pathLst>
                <a:path w="12190" h="12839" extrusionOk="0">
                  <a:moveTo>
                    <a:pt x="6606" y="0"/>
                  </a:moveTo>
                  <a:cubicBezTo>
                    <a:pt x="5441" y="0"/>
                    <a:pt x="4265" y="329"/>
                    <a:pt x="3283" y="979"/>
                  </a:cubicBezTo>
                  <a:cubicBezTo>
                    <a:pt x="1156" y="2377"/>
                    <a:pt x="0" y="5052"/>
                    <a:pt x="183" y="7605"/>
                  </a:cubicBezTo>
                  <a:cubicBezTo>
                    <a:pt x="304" y="9186"/>
                    <a:pt x="943" y="10797"/>
                    <a:pt x="2189" y="11800"/>
                  </a:cubicBezTo>
                  <a:cubicBezTo>
                    <a:pt x="3095" y="12480"/>
                    <a:pt x="4188" y="12838"/>
                    <a:pt x="5315" y="12838"/>
                  </a:cubicBezTo>
                  <a:cubicBezTo>
                    <a:pt x="5699" y="12838"/>
                    <a:pt x="6088" y="12797"/>
                    <a:pt x="6475" y="12711"/>
                  </a:cubicBezTo>
                  <a:cubicBezTo>
                    <a:pt x="7934" y="12377"/>
                    <a:pt x="9271" y="11556"/>
                    <a:pt x="10274" y="10371"/>
                  </a:cubicBezTo>
                  <a:cubicBezTo>
                    <a:pt x="11368" y="9125"/>
                    <a:pt x="12007" y="7544"/>
                    <a:pt x="12128" y="5903"/>
                  </a:cubicBezTo>
                  <a:cubicBezTo>
                    <a:pt x="12189" y="4231"/>
                    <a:pt x="11581" y="2620"/>
                    <a:pt x="10396" y="1435"/>
                  </a:cubicBezTo>
                  <a:cubicBezTo>
                    <a:pt x="9385" y="473"/>
                    <a:pt x="8003" y="0"/>
                    <a:pt x="66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9" name="Google Shape;4469;p79"/>
            <p:cNvSpPr/>
            <p:nvPr/>
          </p:nvSpPr>
          <p:spPr>
            <a:xfrm>
              <a:off x="3323766" y="2522533"/>
              <a:ext cx="186969" cy="166806"/>
            </a:xfrm>
            <a:custGeom>
              <a:avLst/>
              <a:gdLst/>
              <a:ahLst/>
              <a:cxnLst/>
              <a:rect l="l" t="t" r="r" b="b"/>
              <a:pathLst>
                <a:path w="12129" h="10821" extrusionOk="0">
                  <a:moveTo>
                    <a:pt x="8785" y="0"/>
                  </a:moveTo>
                  <a:cubicBezTo>
                    <a:pt x="6292" y="760"/>
                    <a:pt x="3830" y="1550"/>
                    <a:pt x="1368" y="2401"/>
                  </a:cubicBezTo>
                  <a:cubicBezTo>
                    <a:pt x="456" y="3800"/>
                    <a:pt x="0" y="5471"/>
                    <a:pt x="152" y="7173"/>
                  </a:cubicBezTo>
                  <a:cubicBezTo>
                    <a:pt x="213" y="8511"/>
                    <a:pt x="730" y="9787"/>
                    <a:pt x="1581" y="10821"/>
                  </a:cubicBezTo>
                  <a:cubicBezTo>
                    <a:pt x="4833" y="9666"/>
                    <a:pt x="8055" y="8511"/>
                    <a:pt x="11277" y="7386"/>
                  </a:cubicBezTo>
                  <a:lnTo>
                    <a:pt x="11733" y="7265"/>
                  </a:lnTo>
                  <a:cubicBezTo>
                    <a:pt x="11915" y="6657"/>
                    <a:pt x="12007" y="6049"/>
                    <a:pt x="12037" y="5441"/>
                  </a:cubicBezTo>
                  <a:cubicBezTo>
                    <a:pt x="12128" y="3800"/>
                    <a:pt x="11520" y="2158"/>
                    <a:pt x="10335" y="1003"/>
                  </a:cubicBezTo>
                  <a:cubicBezTo>
                    <a:pt x="9879" y="578"/>
                    <a:pt x="9362" y="243"/>
                    <a:pt x="878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0" name="Google Shape;4470;p79"/>
            <p:cNvSpPr/>
            <p:nvPr/>
          </p:nvSpPr>
          <p:spPr>
            <a:xfrm>
              <a:off x="3318139" y="2987707"/>
              <a:ext cx="370638" cy="324594"/>
            </a:xfrm>
            <a:custGeom>
              <a:avLst/>
              <a:gdLst/>
              <a:ahLst/>
              <a:cxnLst/>
              <a:rect l="l" t="t" r="r" b="b"/>
              <a:pathLst>
                <a:path w="24044" h="21057" extrusionOk="0">
                  <a:moveTo>
                    <a:pt x="12349" y="0"/>
                  </a:moveTo>
                  <a:cubicBezTo>
                    <a:pt x="9416" y="0"/>
                    <a:pt x="6517" y="833"/>
                    <a:pt x="4347" y="2775"/>
                  </a:cubicBezTo>
                  <a:cubicBezTo>
                    <a:pt x="821" y="5875"/>
                    <a:pt x="1" y="11529"/>
                    <a:pt x="2341" y="15602"/>
                  </a:cubicBezTo>
                  <a:cubicBezTo>
                    <a:pt x="4289" y="18993"/>
                    <a:pt x="8197" y="21056"/>
                    <a:pt x="12099" y="21056"/>
                  </a:cubicBezTo>
                  <a:cubicBezTo>
                    <a:pt x="12885" y="21056"/>
                    <a:pt x="13670" y="20973"/>
                    <a:pt x="14438" y="20799"/>
                  </a:cubicBezTo>
                  <a:cubicBezTo>
                    <a:pt x="19028" y="19766"/>
                    <a:pt x="22737" y="15754"/>
                    <a:pt x="23588" y="11164"/>
                  </a:cubicBezTo>
                  <a:cubicBezTo>
                    <a:pt x="24044" y="8520"/>
                    <a:pt x="23618" y="5632"/>
                    <a:pt x="21916" y="3596"/>
                  </a:cubicBezTo>
                  <a:cubicBezTo>
                    <a:pt x="20548" y="1985"/>
                    <a:pt x="18481" y="1073"/>
                    <a:pt x="16445" y="526"/>
                  </a:cubicBezTo>
                  <a:cubicBezTo>
                    <a:pt x="15121" y="185"/>
                    <a:pt x="13731" y="0"/>
                    <a:pt x="123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79"/>
            <p:cNvSpPr/>
            <p:nvPr/>
          </p:nvSpPr>
          <p:spPr>
            <a:xfrm>
              <a:off x="3320482" y="3040323"/>
              <a:ext cx="368295" cy="218816"/>
            </a:xfrm>
            <a:custGeom>
              <a:avLst/>
              <a:gdLst/>
              <a:ahLst/>
              <a:cxnLst/>
              <a:rect l="l" t="t" r="r" b="b"/>
              <a:pathLst>
                <a:path w="23892" h="14195" extrusionOk="0">
                  <a:moveTo>
                    <a:pt x="3526" y="0"/>
                  </a:moveTo>
                  <a:cubicBezTo>
                    <a:pt x="578" y="3192"/>
                    <a:pt x="1" y="8389"/>
                    <a:pt x="2189" y="12189"/>
                  </a:cubicBezTo>
                  <a:cubicBezTo>
                    <a:pt x="2615" y="12918"/>
                    <a:pt x="3131" y="13587"/>
                    <a:pt x="3709" y="14195"/>
                  </a:cubicBezTo>
                  <a:lnTo>
                    <a:pt x="19970" y="14195"/>
                  </a:lnTo>
                  <a:cubicBezTo>
                    <a:pt x="21733" y="12432"/>
                    <a:pt x="22949" y="10183"/>
                    <a:pt x="23436" y="7721"/>
                  </a:cubicBezTo>
                  <a:cubicBezTo>
                    <a:pt x="23892" y="5107"/>
                    <a:pt x="23466" y="2219"/>
                    <a:pt x="21764" y="183"/>
                  </a:cubicBezTo>
                  <a:cubicBezTo>
                    <a:pt x="21703" y="122"/>
                    <a:pt x="21642" y="61"/>
                    <a:pt x="215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79"/>
            <p:cNvSpPr/>
            <p:nvPr/>
          </p:nvSpPr>
          <p:spPr>
            <a:xfrm>
              <a:off x="3323766" y="3417532"/>
              <a:ext cx="417022" cy="176193"/>
            </a:xfrm>
            <a:custGeom>
              <a:avLst/>
              <a:gdLst/>
              <a:ahLst/>
              <a:cxnLst/>
              <a:rect l="l" t="t" r="r" b="b"/>
              <a:pathLst>
                <a:path w="27053" h="11430" extrusionOk="0">
                  <a:moveTo>
                    <a:pt x="27052" y="1"/>
                  </a:moveTo>
                  <a:lnTo>
                    <a:pt x="27052" y="1"/>
                  </a:lnTo>
                  <a:cubicBezTo>
                    <a:pt x="17995" y="761"/>
                    <a:pt x="8997" y="1824"/>
                    <a:pt x="0" y="3253"/>
                  </a:cubicBezTo>
                  <a:lnTo>
                    <a:pt x="1277" y="11429"/>
                  </a:lnTo>
                  <a:lnTo>
                    <a:pt x="26566" y="8207"/>
                  </a:lnTo>
                  <a:cubicBezTo>
                    <a:pt x="26718" y="5472"/>
                    <a:pt x="26900" y="2736"/>
                    <a:pt x="270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3" name="Google Shape;4473;p79"/>
            <p:cNvSpPr/>
            <p:nvPr/>
          </p:nvSpPr>
          <p:spPr>
            <a:xfrm>
              <a:off x="3343437" y="3433287"/>
              <a:ext cx="378608" cy="144531"/>
            </a:xfrm>
            <a:custGeom>
              <a:avLst/>
              <a:gdLst/>
              <a:ahLst/>
              <a:cxnLst/>
              <a:rect l="l" t="t" r="r" b="b"/>
              <a:pathLst>
                <a:path w="24561" h="9376" extrusionOk="0">
                  <a:moveTo>
                    <a:pt x="23041" y="346"/>
                  </a:moveTo>
                  <a:cubicBezTo>
                    <a:pt x="23375" y="346"/>
                    <a:pt x="23710" y="468"/>
                    <a:pt x="23953" y="711"/>
                  </a:cubicBezTo>
                  <a:cubicBezTo>
                    <a:pt x="24105" y="894"/>
                    <a:pt x="24196" y="1137"/>
                    <a:pt x="24196" y="1410"/>
                  </a:cubicBezTo>
                  <a:lnTo>
                    <a:pt x="23892" y="5726"/>
                  </a:lnTo>
                  <a:cubicBezTo>
                    <a:pt x="23831" y="6213"/>
                    <a:pt x="23436" y="6608"/>
                    <a:pt x="22919" y="6638"/>
                  </a:cubicBezTo>
                  <a:lnTo>
                    <a:pt x="2463" y="8979"/>
                  </a:lnTo>
                  <a:cubicBezTo>
                    <a:pt x="2406" y="8988"/>
                    <a:pt x="2350" y="8993"/>
                    <a:pt x="2294" y="8993"/>
                  </a:cubicBezTo>
                  <a:cubicBezTo>
                    <a:pt x="1807" y="8993"/>
                    <a:pt x="1353" y="8649"/>
                    <a:pt x="1217" y="8158"/>
                  </a:cubicBezTo>
                  <a:lnTo>
                    <a:pt x="457" y="3812"/>
                  </a:lnTo>
                  <a:cubicBezTo>
                    <a:pt x="426" y="3568"/>
                    <a:pt x="487" y="3325"/>
                    <a:pt x="639" y="3143"/>
                  </a:cubicBezTo>
                  <a:cubicBezTo>
                    <a:pt x="822" y="2900"/>
                    <a:pt x="1095" y="2717"/>
                    <a:pt x="1399" y="2687"/>
                  </a:cubicBezTo>
                  <a:cubicBezTo>
                    <a:pt x="8512" y="1714"/>
                    <a:pt x="15776" y="924"/>
                    <a:pt x="22950" y="346"/>
                  </a:cubicBezTo>
                  <a:close/>
                  <a:moveTo>
                    <a:pt x="23096" y="0"/>
                  </a:moveTo>
                  <a:cubicBezTo>
                    <a:pt x="23037" y="0"/>
                    <a:pt x="22978" y="4"/>
                    <a:pt x="22919" y="12"/>
                  </a:cubicBezTo>
                  <a:cubicBezTo>
                    <a:pt x="15715" y="559"/>
                    <a:pt x="8451" y="1349"/>
                    <a:pt x="1308" y="2322"/>
                  </a:cubicBezTo>
                  <a:cubicBezTo>
                    <a:pt x="913" y="2383"/>
                    <a:pt x="548" y="2596"/>
                    <a:pt x="305" y="2930"/>
                  </a:cubicBezTo>
                  <a:cubicBezTo>
                    <a:pt x="92" y="3204"/>
                    <a:pt x="1" y="3568"/>
                    <a:pt x="62" y="3903"/>
                  </a:cubicBezTo>
                  <a:lnTo>
                    <a:pt x="822" y="8249"/>
                  </a:lnTo>
                  <a:cubicBezTo>
                    <a:pt x="969" y="8898"/>
                    <a:pt x="1574" y="9375"/>
                    <a:pt x="2249" y="9375"/>
                  </a:cubicBezTo>
                  <a:cubicBezTo>
                    <a:pt x="2269" y="9375"/>
                    <a:pt x="2290" y="9375"/>
                    <a:pt x="2311" y="9374"/>
                  </a:cubicBezTo>
                  <a:lnTo>
                    <a:pt x="2493" y="9374"/>
                  </a:lnTo>
                  <a:lnTo>
                    <a:pt x="22950" y="7033"/>
                  </a:lnTo>
                  <a:cubicBezTo>
                    <a:pt x="23618" y="6973"/>
                    <a:pt x="24165" y="6456"/>
                    <a:pt x="24257" y="5757"/>
                  </a:cubicBezTo>
                  <a:lnTo>
                    <a:pt x="24530" y="1441"/>
                  </a:lnTo>
                  <a:cubicBezTo>
                    <a:pt x="24561" y="1076"/>
                    <a:pt x="24439" y="742"/>
                    <a:pt x="24196" y="468"/>
                  </a:cubicBezTo>
                  <a:cubicBezTo>
                    <a:pt x="23904" y="176"/>
                    <a:pt x="23497" y="0"/>
                    <a:pt x="2309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79"/>
            <p:cNvSpPr/>
            <p:nvPr/>
          </p:nvSpPr>
          <p:spPr>
            <a:xfrm>
              <a:off x="3318601" y="2747443"/>
              <a:ext cx="506521" cy="240859"/>
            </a:xfrm>
            <a:custGeom>
              <a:avLst/>
              <a:gdLst/>
              <a:ahLst/>
              <a:cxnLst/>
              <a:rect l="l" t="t" r="r" b="b"/>
              <a:pathLst>
                <a:path w="32859" h="15625" extrusionOk="0">
                  <a:moveTo>
                    <a:pt x="1581" y="1"/>
                  </a:moveTo>
                  <a:cubicBezTo>
                    <a:pt x="1034" y="2341"/>
                    <a:pt x="518" y="4712"/>
                    <a:pt x="1" y="7053"/>
                  </a:cubicBezTo>
                  <a:lnTo>
                    <a:pt x="29576" y="15624"/>
                  </a:lnTo>
                  <a:cubicBezTo>
                    <a:pt x="30670" y="12372"/>
                    <a:pt x="31764" y="9089"/>
                    <a:pt x="32859" y="5807"/>
                  </a:cubicBezTo>
                  <a:lnTo>
                    <a:pt x="15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5" name="Google Shape;4475;p79"/>
            <p:cNvSpPr/>
            <p:nvPr/>
          </p:nvSpPr>
          <p:spPr>
            <a:xfrm>
              <a:off x="3540258" y="2816339"/>
              <a:ext cx="268961" cy="131675"/>
            </a:xfrm>
            <a:custGeom>
              <a:avLst/>
              <a:gdLst/>
              <a:ahLst/>
              <a:cxnLst/>
              <a:rect l="l" t="t" r="r" b="b"/>
              <a:pathLst>
                <a:path w="17448" h="8542" extrusionOk="0">
                  <a:moveTo>
                    <a:pt x="11307" y="0"/>
                  </a:moveTo>
                  <a:cubicBezTo>
                    <a:pt x="7508" y="2189"/>
                    <a:pt x="3739" y="4468"/>
                    <a:pt x="0" y="6778"/>
                  </a:cubicBezTo>
                  <a:lnTo>
                    <a:pt x="6140" y="8541"/>
                  </a:lnTo>
                  <a:cubicBezTo>
                    <a:pt x="8146" y="7113"/>
                    <a:pt x="10243" y="5806"/>
                    <a:pt x="12189" y="4529"/>
                  </a:cubicBezTo>
                  <a:cubicBezTo>
                    <a:pt x="13921" y="3374"/>
                    <a:pt x="15654" y="2249"/>
                    <a:pt x="17447" y="1125"/>
                  </a:cubicBezTo>
                  <a:lnTo>
                    <a:pt x="1130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6" name="Google Shape;4476;p79"/>
            <p:cNvSpPr/>
            <p:nvPr/>
          </p:nvSpPr>
          <p:spPr>
            <a:xfrm>
              <a:off x="3322363" y="2769010"/>
              <a:ext cx="225845" cy="110125"/>
            </a:xfrm>
            <a:custGeom>
              <a:avLst/>
              <a:gdLst/>
              <a:ahLst/>
              <a:cxnLst/>
              <a:rect l="l" t="t" r="r" b="b"/>
              <a:pathLst>
                <a:path w="14651" h="7144" extrusionOk="0">
                  <a:moveTo>
                    <a:pt x="8876" y="0"/>
                  </a:moveTo>
                  <a:cubicBezTo>
                    <a:pt x="6748" y="1246"/>
                    <a:pt x="4681" y="2553"/>
                    <a:pt x="2645" y="3921"/>
                  </a:cubicBezTo>
                  <a:cubicBezTo>
                    <a:pt x="1763" y="4499"/>
                    <a:pt x="851" y="5107"/>
                    <a:pt x="0" y="5745"/>
                  </a:cubicBezTo>
                  <a:lnTo>
                    <a:pt x="4863" y="7143"/>
                  </a:lnTo>
                  <a:cubicBezTo>
                    <a:pt x="8085" y="5076"/>
                    <a:pt x="11368" y="3070"/>
                    <a:pt x="14651" y="1064"/>
                  </a:cubicBezTo>
                  <a:lnTo>
                    <a:pt x="88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7" name="Google Shape;4477;p79"/>
            <p:cNvSpPr/>
            <p:nvPr/>
          </p:nvSpPr>
          <p:spPr>
            <a:xfrm>
              <a:off x="5207973" y="2099862"/>
              <a:ext cx="1221993" cy="1303045"/>
            </a:xfrm>
            <a:custGeom>
              <a:avLst/>
              <a:gdLst/>
              <a:ahLst/>
              <a:cxnLst/>
              <a:rect l="l" t="t" r="r" b="b"/>
              <a:pathLst>
                <a:path w="79273" h="84531" extrusionOk="0">
                  <a:moveTo>
                    <a:pt x="79272" y="0"/>
                  </a:moveTo>
                  <a:lnTo>
                    <a:pt x="0" y="2310"/>
                  </a:lnTo>
                  <a:lnTo>
                    <a:pt x="0" y="80822"/>
                  </a:lnTo>
                  <a:lnTo>
                    <a:pt x="79272" y="84530"/>
                  </a:lnTo>
                  <a:lnTo>
                    <a:pt x="7927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8" name="Google Shape;4478;p79"/>
            <p:cNvSpPr/>
            <p:nvPr/>
          </p:nvSpPr>
          <p:spPr>
            <a:xfrm>
              <a:off x="5239360" y="2072683"/>
              <a:ext cx="1190608" cy="1303045"/>
            </a:xfrm>
            <a:custGeom>
              <a:avLst/>
              <a:gdLst/>
              <a:ahLst/>
              <a:cxnLst/>
              <a:rect l="l" t="t" r="r" b="b"/>
              <a:pathLst>
                <a:path w="77237" h="84531" extrusionOk="0">
                  <a:moveTo>
                    <a:pt x="77236" y="0"/>
                  </a:moveTo>
                  <a:lnTo>
                    <a:pt x="1" y="2310"/>
                  </a:lnTo>
                  <a:lnTo>
                    <a:pt x="1" y="80822"/>
                  </a:lnTo>
                  <a:lnTo>
                    <a:pt x="77236" y="84530"/>
                  </a:lnTo>
                  <a:lnTo>
                    <a:pt x="772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9" name="Google Shape;4479;p79"/>
            <p:cNvSpPr/>
            <p:nvPr/>
          </p:nvSpPr>
          <p:spPr>
            <a:xfrm>
              <a:off x="5178450" y="2044563"/>
              <a:ext cx="1303986" cy="106379"/>
            </a:xfrm>
            <a:custGeom>
              <a:avLst/>
              <a:gdLst/>
              <a:ahLst/>
              <a:cxnLst/>
              <a:rect l="l" t="t" r="r" b="b"/>
              <a:pathLst>
                <a:path w="84592" h="6901" extrusionOk="0">
                  <a:moveTo>
                    <a:pt x="84592" y="1"/>
                  </a:moveTo>
                  <a:lnTo>
                    <a:pt x="0" y="2675"/>
                  </a:lnTo>
                  <a:lnTo>
                    <a:pt x="0" y="6900"/>
                  </a:lnTo>
                  <a:lnTo>
                    <a:pt x="84592" y="4590"/>
                  </a:lnTo>
                  <a:lnTo>
                    <a:pt x="8459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0" name="Google Shape;4480;p79"/>
            <p:cNvSpPr/>
            <p:nvPr/>
          </p:nvSpPr>
          <p:spPr>
            <a:xfrm>
              <a:off x="5283420" y="2130309"/>
              <a:ext cx="1043935" cy="74516"/>
            </a:xfrm>
            <a:custGeom>
              <a:avLst/>
              <a:gdLst/>
              <a:ahLst/>
              <a:cxnLst/>
              <a:rect l="l" t="t" r="r" b="b"/>
              <a:pathLst>
                <a:path w="67722" h="4834" extrusionOk="0">
                  <a:moveTo>
                    <a:pt x="67722" y="1"/>
                  </a:moveTo>
                  <a:lnTo>
                    <a:pt x="0" y="1794"/>
                  </a:lnTo>
                  <a:lnTo>
                    <a:pt x="0" y="4834"/>
                  </a:lnTo>
                  <a:lnTo>
                    <a:pt x="67722" y="3253"/>
                  </a:lnTo>
                  <a:lnTo>
                    <a:pt x="677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1" name="Google Shape;4481;p79"/>
            <p:cNvSpPr/>
            <p:nvPr/>
          </p:nvSpPr>
          <p:spPr>
            <a:xfrm>
              <a:off x="5283420" y="2205295"/>
              <a:ext cx="1043935" cy="70292"/>
            </a:xfrm>
            <a:custGeom>
              <a:avLst/>
              <a:gdLst/>
              <a:ahLst/>
              <a:cxnLst/>
              <a:rect l="l" t="t" r="r" b="b"/>
              <a:pathLst>
                <a:path w="67722" h="4560" extrusionOk="0">
                  <a:moveTo>
                    <a:pt x="67722" y="0"/>
                  </a:moveTo>
                  <a:lnTo>
                    <a:pt x="0" y="1490"/>
                  </a:lnTo>
                  <a:lnTo>
                    <a:pt x="0" y="4560"/>
                  </a:lnTo>
                  <a:lnTo>
                    <a:pt x="67722" y="3253"/>
                  </a:lnTo>
                  <a:lnTo>
                    <a:pt x="677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2" name="Google Shape;4482;p79"/>
            <p:cNvSpPr/>
            <p:nvPr/>
          </p:nvSpPr>
          <p:spPr>
            <a:xfrm>
              <a:off x="5283420" y="2280727"/>
              <a:ext cx="1043935" cy="65144"/>
            </a:xfrm>
            <a:custGeom>
              <a:avLst/>
              <a:gdLst/>
              <a:ahLst/>
              <a:cxnLst/>
              <a:rect l="l" t="t" r="r" b="b"/>
              <a:pathLst>
                <a:path w="67722" h="4226" extrusionOk="0">
                  <a:moveTo>
                    <a:pt x="67722" y="1"/>
                  </a:moveTo>
                  <a:lnTo>
                    <a:pt x="0" y="1186"/>
                  </a:lnTo>
                  <a:lnTo>
                    <a:pt x="0" y="4226"/>
                  </a:lnTo>
                  <a:lnTo>
                    <a:pt x="67722" y="3253"/>
                  </a:lnTo>
                  <a:lnTo>
                    <a:pt x="677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3" name="Google Shape;4483;p79"/>
            <p:cNvSpPr/>
            <p:nvPr/>
          </p:nvSpPr>
          <p:spPr>
            <a:xfrm>
              <a:off x="5283420" y="2355712"/>
              <a:ext cx="1043935" cy="60458"/>
            </a:xfrm>
            <a:custGeom>
              <a:avLst/>
              <a:gdLst/>
              <a:ahLst/>
              <a:cxnLst/>
              <a:rect l="l" t="t" r="r" b="b"/>
              <a:pathLst>
                <a:path w="67722" h="3922" extrusionOk="0">
                  <a:moveTo>
                    <a:pt x="67722" y="0"/>
                  </a:moveTo>
                  <a:lnTo>
                    <a:pt x="0" y="882"/>
                  </a:lnTo>
                  <a:lnTo>
                    <a:pt x="0" y="3921"/>
                  </a:lnTo>
                  <a:lnTo>
                    <a:pt x="67722" y="3253"/>
                  </a:lnTo>
                  <a:lnTo>
                    <a:pt x="677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4" name="Google Shape;4484;p79"/>
            <p:cNvSpPr/>
            <p:nvPr/>
          </p:nvSpPr>
          <p:spPr>
            <a:xfrm>
              <a:off x="5283420" y="2431145"/>
              <a:ext cx="1043935" cy="55787"/>
            </a:xfrm>
            <a:custGeom>
              <a:avLst/>
              <a:gdLst/>
              <a:ahLst/>
              <a:cxnLst/>
              <a:rect l="l" t="t" r="r" b="b"/>
              <a:pathLst>
                <a:path w="67722" h="3619" extrusionOk="0">
                  <a:moveTo>
                    <a:pt x="67722" y="1"/>
                  </a:moveTo>
                  <a:lnTo>
                    <a:pt x="0" y="578"/>
                  </a:lnTo>
                  <a:lnTo>
                    <a:pt x="0" y="3618"/>
                  </a:lnTo>
                  <a:lnTo>
                    <a:pt x="67722" y="3253"/>
                  </a:lnTo>
                  <a:lnTo>
                    <a:pt x="677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5" name="Google Shape;4485;p79"/>
            <p:cNvSpPr/>
            <p:nvPr/>
          </p:nvSpPr>
          <p:spPr>
            <a:xfrm>
              <a:off x="5283420" y="2506130"/>
              <a:ext cx="1043935" cy="51085"/>
            </a:xfrm>
            <a:custGeom>
              <a:avLst/>
              <a:gdLst/>
              <a:ahLst/>
              <a:cxnLst/>
              <a:rect l="l" t="t" r="r" b="b"/>
              <a:pathLst>
                <a:path w="67722" h="3314" extrusionOk="0">
                  <a:moveTo>
                    <a:pt x="67722" y="0"/>
                  </a:moveTo>
                  <a:lnTo>
                    <a:pt x="0" y="274"/>
                  </a:lnTo>
                  <a:lnTo>
                    <a:pt x="0" y="3313"/>
                  </a:lnTo>
                  <a:lnTo>
                    <a:pt x="67722" y="3253"/>
                  </a:lnTo>
                  <a:lnTo>
                    <a:pt x="677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6" name="Google Shape;4486;p79"/>
            <p:cNvSpPr/>
            <p:nvPr/>
          </p:nvSpPr>
          <p:spPr>
            <a:xfrm>
              <a:off x="5283420" y="2580637"/>
              <a:ext cx="1043935" cy="51085"/>
            </a:xfrm>
            <a:custGeom>
              <a:avLst/>
              <a:gdLst/>
              <a:ahLst/>
              <a:cxnLst/>
              <a:rect l="l" t="t" r="r" b="b"/>
              <a:pathLst>
                <a:path w="67722" h="3314" extrusionOk="0">
                  <a:moveTo>
                    <a:pt x="0" y="0"/>
                  </a:moveTo>
                  <a:lnTo>
                    <a:pt x="0" y="3070"/>
                  </a:lnTo>
                  <a:lnTo>
                    <a:pt x="67722" y="3313"/>
                  </a:lnTo>
                  <a:lnTo>
                    <a:pt x="67722" y="61"/>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7" name="Google Shape;4487;p79"/>
            <p:cNvSpPr/>
            <p:nvPr/>
          </p:nvSpPr>
          <p:spPr>
            <a:xfrm>
              <a:off x="5283420" y="2651383"/>
              <a:ext cx="1043935" cy="55771"/>
            </a:xfrm>
            <a:custGeom>
              <a:avLst/>
              <a:gdLst/>
              <a:ahLst/>
              <a:cxnLst/>
              <a:rect l="l" t="t" r="r" b="b"/>
              <a:pathLst>
                <a:path w="67722" h="3618" extrusionOk="0">
                  <a:moveTo>
                    <a:pt x="0" y="1"/>
                  </a:moveTo>
                  <a:lnTo>
                    <a:pt x="0" y="3040"/>
                  </a:lnTo>
                  <a:lnTo>
                    <a:pt x="67722" y="3618"/>
                  </a:lnTo>
                  <a:lnTo>
                    <a:pt x="67722" y="366"/>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8" name="Google Shape;4488;p79"/>
            <p:cNvSpPr/>
            <p:nvPr/>
          </p:nvSpPr>
          <p:spPr>
            <a:xfrm>
              <a:off x="5283420" y="2721682"/>
              <a:ext cx="1043935" cy="60458"/>
            </a:xfrm>
            <a:custGeom>
              <a:avLst/>
              <a:gdLst/>
              <a:ahLst/>
              <a:cxnLst/>
              <a:rect l="l" t="t" r="r" b="b"/>
              <a:pathLst>
                <a:path w="67722" h="3922" extrusionOk="0">
                  <a:moveTo>
                    <a:pt x="0" y="0"/>
                  </a:moveTo>
                  <a:lnTo>
                    <a:pt x="0" y="3070"/>
                  </a:lnTo>
                  <a:lnTo>
                    <a:pt x="67722" y="3921"/>
                  </a:lnTo>
                  <a:lnTo>
                    <a:pt x="67722" y="669"/>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9" name="Google Shape;4489;p79"/>
            <p:cNvSpPr/>
            <p:nvPr/>
          </p:nvSpPr>
          <p:spPr>
            <a:xfrm>
              <a:off x="5283420" y="2792428"/>
              <a:ext cx="1043935" cy="65144"/>
            </a:xfrm>
            <a:custGeom>
              <a:avLst/>
              <a:gdLst/>
              <a:ahLst/>
              <a:cxnLst/>
              <a:rect l="l" t="t" r="r" b="b"/>
              <a:pathLst>
                <a:path w="67722" h="4226" extrusionOk="0">
                  <a:moveTo>
                    <a:pt x="0" y="1"/>
                  </a:moveTo>
                  <a:lnTo>
                    <a:pt x="0" y="3040"/>
                  </a:lnTo>
                  <a:lnTo>
                    <a:pt x="67722" y="4226"/>
                  </a:lnTo>
                  <a:lnTo>
                    <a:pt x="67722" y="974"/>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79"/>
            <p:cNvSpPr/>
            <p:nvPr/>
          </p:nvSpPr>
          <p:spPr>
            <a:xfrm>
              <a:off x="5283420" y="2862727"/>
              <a:ext cx="1043935" cy="69830"/>
            </a:xfrm>
            <a:custGeom>
              <a:avLst/>
              <a:gdLst/>
              <a:ahLst/>
              <a:cxnLst/>
              <a:rect l="l" t="t" r="r" b="b"/>
              <a:pathLst>
                <a:path w="67722" h="4530" extrusionOk="0">
                  <a:moveTo>
                    <a:pt x="0" y="0"/>
                  </a:moveTo>
                  <a:lnTo>
                    <a:pt x="0" y="3070"/>
                  </a:lnTo>
                  <a:lnTo>
                    <a:pt x="67722" y="4529"/>
                  </a:lnTo>
                  <a:lnTo>
                    <a:pt x="67722" y="1277"/>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1" name="Google Shape;4491;p79"/>
            <p:cNvSpPr/>
            <p:nvPr/>
          </p:nvSpPr>
          <p:spPr>
            <a:xfrm>
              <a:off x="5283420" y="2933472"/>
              <a:ext cx="1043935" cy="74516"/>
            </a:xfrm>
            <a:custGeom>
              <a:avLst/>
              <a:gdLst/>
              <a:ahLst/>
              <a:cxnLst/>
              <a:rect l="l" t="t" r="r" b="b"/>
              <a:pathLst>
                <a:path w="67722" h="4834" extrusionOk="0">
                  <a:moveTo>
                    <a:pt x="0" y="1"/>
                  </a:moveTo>
                  <a:lnTo>
                    <a:pt x="0" y="3041"/>
                  </a:lnTo>
                  <a:lnTo>
                    <a:pt x="67722" y="4834"/>
                  </a:lnTo>
                  <a:lnTo>
                    <a:pt x="67722" y="1582"/>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2" name="Google Shape;4492;p79"/>
            <p:cNvSpPr/>
            <p:nvPr/>
          </p:nvSpPr>
          <p:spPr>
            <a:xfrm>
              <a:off x="5283420" y="3003771"/>
              <a:ext cx="1043935" cy="295197"/>
            </a:xfrm>
            <a:custGeom>
              <a:avLst/>
              <a:gdLst/>
              <a:ahLst/>
              <a:cxnLst/>
              <a:rect l="l" t="t" r="r" b="b"/>
              <a:pathLst>
                <a:path w="67722" h="19150" extrusionOk="0">
                  <a:moveTo>
                    <a:pt x="0" y="0"/>
                  </a:moveTo>
                  <a:lnTo>
                    <a:pt x="0" y="17083"/>
                  </a:lnTo>
                  <a:lnTo>
                    <a:pt x="67722" y="19150"/>
                  </a:lnTo>
                  <a:lnTo>
                    <a:pt x="67722" y="1885"/>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3" name="Google Shape;4493;p79"/>
            <p:cNvSpPr/>
            <p:nvPr/>
          </p:nvSpPr>
          <p:spPr>
            <a:xfrm>
              <a:off x="5283420" y="2130309"/>
              <a:ext cx="1043935" cy="73591"/>
            </a:xfrm>
            <a:custGeom>
              <a:avLst/>
              <a:gdLst/>
              <a:ahLst/>
              <a:cxnLst/>
              <a:rect l="l" t="t" r="r" b="b"/>
              <a:pathLst>
                <a:path w="67722" h="4774" extrusionOk="0">
                  <a:moveTo>
                    <a:pt x="67722" y="1"/>
                  </a:moveTo>
                  <a:lnTo>
                    <a:pt x="0" y="1794"/>
                  </a:lnTo>
                  <a:lnTo>
                    <a:pt x="0" y="2524"/>
                  </a:lnTo>
                  <a:cubicBezTo>
                    <a:pt x="912" y="3253"/>
                    <a:pt x="1824" y="4013"/>
                    <a:pt x="2705" y="4773"/>
                  </a:cubicBezTo>
                  <a:lnTo>
                    <a:pt x="67722" y="3253"/>
                  </a:lnTo>
                  <a:lnTo>
                    <a:pt x="6772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79"/>
            <p:cNvSpPr/>
            <p:nvPr/>
          </p:nvSpPr>
          <p:spPr>
            <a:xfrm>
              <a:off x="5351360" y="2205295"/>
              <a:ext cx="975538" cy="67949"/>
            </a:xfrm>
            <a:custGeom>
              <a:avLst/>
              <a:gdLst/>
              <a:ahLst/>
              <a:cxnLst/>
              <a:rect l="l" t="t" r="r" b="b"/>
              <a:pathLst>
                <a:path w="63285" h="4408" extrusionOk="0">
                  <a:moveTo>
                    <a:pt x="63284" y="0"/>
                  </a:moveTo>
                  <a:lnTo>
                    <a:pt x="0" y="1398"/>
                  </a:lnTo>
                  <a:cubicBezTo>
                    <a:pt x="517" y="1854"/>
                    <a:pt x="1034" y="2280"/>
                    <a:pt x="1551" y="2675"/>
                  </a:cubicBezTo>
                  <a:cubicBezTo>
                    <a:pt x="2250" y="3253"/>
                    <a:pt x="2949" y="3830"/>
                    <a:pt x="3648" y="4408"/>
                  </a:cubicBezTo>
                  <a:lnTo>
                    <a:pt x="63284" y="3253"/>
                  </a:lnTo>
                  <a:lnTo>
                    <a:pt x="632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495;p79"/>
            <p:cNvSpPr/>
            <p:nvPr/>
          </p:nvSpPr>
          <p:spPr>
            <a:xfrm>
              <a:off x="5436181" y="2280727"/>
              <a:ext cx="891187" cy="61876"/>
            </a:xfrm>
            <a:custGeom>
              <a:avLst/>
              <a:gdLst/>
              <a:ahLst/>
              <a:cxnLst/>
              <a:rect l="l" t="t" r="r" b="b"/>
              <a:pathLst>
                <a:path w="57813" h="4014" extrusionOk="0">
                  <a:moveTo>
                    <a:pt x="57813" y="1"/>
                  </a:moveTo>
                  <a:lnTo>
                    <a:pt x="0" y="1004"/>
                  </a:lnTo>
                  <a:cubicBezTo>
                    <a:pt x="1246" y="2007"/>
                    <a:pt x="2493" y="3041"/>
                    <a:pt x="3769" y="4013"/>
                  </a:cubicBezTo>
                  <a:lnTo>
                    <a:pt x="57813" y="3253"/>
                  </a:lnTo>
                  <a:lnTo>
                    <a:pt x="5781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6" name="Google Shape;4496;p79"/>
            <p:cNvSpPr/>
            <p:nvPr/>
          </p:nvSpPr>
          <p:spPr>
            <a:xfrm>
              <a:off x="5523808" y="2355712"/>
              <a:ext cx="803569" cy="57637"/>
            </a:xfrm>
            <a:custGeom>
              <a:avLst/>
              <a:gdLst/>
              <a:ahLst/>
              <a:cxnLst/>
              <a:rect l="l" t="t" r="r" b="b"/>
              <a:pathLst>
                <a:path w="52129" h="3739" extrusionOk="0">
                  <a:moveTo>
                    <a:pt x="52129" y="0"/>
                  </a:moveTo>
                  <a:lnTo>
                    <a:pt x="0" y="669"/>
                  </a:lnTo>
                  <a:cubicBezTo>
                    <a:pt x="1307" y="1702"/>
                    <a:pt x="2584" y="2736"/>
                    <a:pt x="3891" y="3739"/>
                  </a:cubicBezTo>
                  <a:lnTo>
                    <a:pt x="52129" y="3253"/>
                  </a:lnTo>
                  <a:lnTo>
                    <a:pt x="5212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7" name="Google Shape;4497;p79"/>
            <p:cNvSpPr/>
            <p:nvPr/>
          </p:nvSpPr>
          <p:spPr>
            <a:xfrm>
              <a:off x="5614241" y="2431145"/>
              <a:ext cx="713144" cy="53444"/>
            </a:xfrm>
            <a:custGeom>
              <a:avLst/>
              <a:gdLst/>
              <a:ahLst/>
              <a:cxnLst/>
              <a:rect l="l" t="t" r="r" b="b"/>
              <a:pathLst>
                <a:path w="46263" h="3467" extrusionOk="0">
                  <a:moveTo>
                    <a:pt x="46263" y="1"/>
                  </a:moveTo>
                  <a:lnTo>
                    <a:pt x="0" y="366"/>
                  </a:lnTo>
                  <a:cubicBezTo>
                    <a:pt x="1338" y="1430"/>
                    <a:pt x="2675" y="2463"/>
                    <a:pt x="4043" y="3466"/>
                  </a:cubicBezTo>
                  <a:lnTo>
                    <a:pt x="46263" y="3253"/>
                  </a:lnTo>
                  <a:lnTo>
                    <a:pt x="46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8" name="Google Shape;4498;p79"/>
            <p:cNvSpPr/>
            <p:nvPr/>
          </p:nvSpPr>
          <p:spPr>
            <a:xfrm>
              <a:off x="5707957" y="2506130"/>
              <a:ext cx="619436" cy="50607"/>
            </a:xfrm>
            <a:custGeom>
              <a:avLst/>
              <a:gdLst/>
              <a:ahLst/>
              <a:cxnLst/>
              <a:rect l="l" t="t" r="r" b="b"/>
              <a:pathLst>
                <a:path w="40184" h="3283" extrusionOk="0">
                  <a:moveTo>
                    <a:pt x="40184" y="0"/>
                  </a:moveTo>
                  <a:lnTo>
                    <a:pt x="1" y="183"/>
                  </a:lnTo>
                  <a:cubicBezTo>
                    <a:pt x="1399" y="1216"/>
                    <a:pt x="2797" y="2250"/>
                    <a:pt x="4195" y="3283"/>
                  </a:cubicBezTo>
                  <a:lnTo>
                    <a:pt x="40184" y="3253"/>
                  </a:lnTo>
                  <a:lnTo>
                    <a:pt x="401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9" name="Google Shape;4499;p79"/>
            <p:cNvSpPr/>
            <p:nvPr/>
          </p:nvSpPr>
          <p:spPr>
            <a:xfrm>
              <a:off x="5805420" y="2581100"/>
              <a:ext cx="521983" cy="50623"/>
            </a:xfrm>
            <a:custGeom>
              <a:avLst/>
              <a:gdLst/>
              <a:ahLst/>
              <a:cxnLst/>
              <a:rect l="l" t="t" r="r" b="b"/>
              <a:pathLst>
                <a:path w="33862" h="3284" extrusionOk="0">
                  <a:moveTo>
                    <a:pt x="1" y="1"/>
                  </a:moveTo>
                  <a:lnTo>
                    <a:pt x="1" y="1"/>
                  </a:lnTo>
                  <a:cubicBezTo>
                    <a:pt x="1430" y="1064"/>
                    <a:pt x="2889" y="2128"/>
                    <a:pt x="4348" y="3162"/>
                  </a:cubicBezTo>
                  <a:lnTo>
                    <a:pt x="33862" y="3283"/>
                  </a:lnTo>
                  <a:lnTo>
                    <a:pt x="33862" y="31"/>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0" name="Google Shape;4500;p79"/>
            <p:cNvSpPr/>
            <p:nvPr/>
          </p:nvSpPr>
          <p:spPr>
            <a:xfrm>
              <a:off x="5906166" y="2654667"/>
              <a:ext cx="421246" cy="52488"/>
            </a:xfrm>
            <a:custGeom>
              <a:avLst/>
              <a:gdLst/>
              <a:ahLst/>
              <a:cxnLst/>
              <a:rect l="l" t="t" r="r" b="b"/>
              <a:pathLst>
                <a:path w="27327" h="3405" extrusionOk="0">
                  <a:moveTo>
                    <a:pt x="1" y="1"/>
                  </a:moveTo>
                  <a:lnTo>
                    <a:pt x="1" y="1"/>
                  </a:lnTo>
                  <a:cubicBezTo>
                    <a:pt x="1490" y="1064"/>
                    <a:pt x="2980" y="2128"/>
                    <a:pt x="4469" y="3192"/>
                  </a:cubicBezTo>
                  <a:lnTo>
                    <a:pt x="27327" y="3405"/>
                  </a:lnTo>
                  <a:lnTo>
                    <a:pt x="27327" y="153"/>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1" name="Google Shape;4501;p79"/>
            <p:cNvSpPr/>
            <p:nvPr/>
          </p:nvSpPr>
          <p:spPr>
            <a:xfrm>
              <a:off x="6009733" y="2728712"/>
              <a:ext cx="317688" cy="53428"/>
            </a:xfrm>
            <a:custGeom>
              <a:avLst/>
              <a:gdLst/>
              <a:ahLst/>
              <a:cxnLst/>
              <a:rect l="l" t="t" r="r" b="b"/>
              <a:pathLst>
                <a:path w="20609" h="3466" extrusionOk="0">
                  <a:moveTo>
                    <a:pt x="0" y="0"/>
                  </a:moveTo>
                  <a:lnTo>
                    <a:pt x="0" y="0"/>
                  </a:lnTo>
                  <a:cubicBezTo>
                    <a:pt x="1520" y="1094"/>
                    <a:pt x="3070" y="2189"/>
                    <a:pt x="4590" y="3252"/>
                  </a:cubicBezTo>
                  <a:lnTo>
                    <a:pt x="20609" y="3465"/>
                  </a:lnTo>
                  <a:lnTo>
                    <a:pt x="20609" y="213"/>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2" name="Google Shape;4502;p79"/>
            <p:cNvSpPr/>
            <p:nvPr/>
          </p:nvSpPr>
          <p:spPr>
            <a:xfrm>
              <a:off x="6116569" y="2804144"/>
              <a:ext cx="210862" cy="52966"/>
            </a:xfrm>
            <a:custGeom>
              <a:avLst/>
              <a:gdLst/>
              <a:ahLst/>
              <a:cxnLst/>
              <a:rect l="l" t="t" r="r" b="b"/>
              <a:pathLst>
                <a:path w="13679" h="3436" extrusionOk="0">
                  <a:moveTo>
                    <a:pt x="1" y="1"/>
                  </a:moveTo>
                  <a:lnTo>
                    <a:pt x="1" y="1"/>
                  </a:lnTo>
                  <a:cubicBezTo>
                    <a:pt x="1520" y="1095"/>
                    <a:pt x="3071" y="2189"/>
                    <a:pt x="4651" y="3284"/>
                  </a:cubicBezTo>
                  <a:lnTo>
                    <a:pt x="13679" y="3436"/>
                  </a:lnTo>
                  <a:lnTo>
                    <a:pt x="13679" y="183"/>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3" name="Google Shape;4503;p79"/>
            <p:cNvSpPr/>
            <p:nvPr/>
          </p:nvSpPr>
          <p:spPr>
            <a:xfrm>
              <a:off x="6224823" y="2880532"/>
              <a:ext cx="102155" cy="52026"/>
            </a:xfrm>
            <a:custGeom>
              <a:avLst/>
              <a:gdLst/>
              <a:ahLst/>
              <a:cxnLst/>
              <a:rect l="l" t="t" r="r" b="b"/>
              <a:pathLst>
                <a:path w="6627" h="3375" extrusionOk="0">
                  <a:moveTo>
                    <a:pt x="0" y="0"/>
                  </a:moveTo>
                  <a:lnTo>
                    <a:pt x="4742" y="3344"/>
                  </a:lnTo>
                  <a:lnTo>
                    <a:pt x="6626" y="3374"/>
                  </a:lnTo>
                  <a:lnTo>
                    <a:pt x="6626" y="122"/>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4" name="Google Shape;4504;p79"/>
            <p:cNvSpPr/>
            <p:nvPr/>
          </p:nvSpPr>
          <p:spPr>
            <a:xfrm>
              <a:off x="4901988" y="3121614"/>
              <a:ext cx="124646" cy="237345"/>
            </a:xfrm>
            <a:custGeom>
              <a:avLst/>
              <a:gdLst/>
              <a:ahLst/>
              <a:cxnLst/>
              <a:rect l="l" t="t" r="r" b="b"/>
              <a:pathLst>
                <a:path w="8086" h="15397" extrusionOk="0">
                  <a:moveTo>
                    <a:pt x="2885" y="1"/>
                  </a:moveTo>
                  <a:cubicBezTo>
                    <a:pt x="1917" y="1"/>
                    <a:pt x="937" y="127"/>
                    <a:pt x="0" y="381"/>
                  </a:cubicBezTo>
                  <a:cubicBezTo>
                    <a:pt x="1368" y="958"/>
                    <a:pt x="1702" y="2721"/>
                    <a:pt x="1854" y="4180"/>
                  </a:cubicBezTo>
                  <a:cubicBezTo>
                    <a:pt x="2219" y="7919"/>
                    <a:pt x="2614" y="11506"/>
                    <a:pt x="2523" y="15396"/>
                  </a:cubicBezTo>
                  <a:lnTo>
                    <a:pt x="8085" y="15305"/>
                  </a:lnTo>
                  <a:cubicBezTo>
                    <a:pt x="7781" y="11718"/>
                    <a:pt x="7508" y="8132"/>
                    <a:pt x="7204" y="4545"/>
                  </a:cubicBezTo>
                  <a:cubicBezTo>
                    <a:pt x="7113" y="3512"/>
                    <a:pt x="7021" y="2417"/>
                    <a:pt x="6444" y="1566"/>
                  </a:cubicBezTo>
                  <a:cubicBezTo>
                    <a:pt x="5745" y="654"/>
                    <a:pt x="4651" y="77"/>
                    <a:pt x="3465" y="16"/>
                  </a:cubicBezTo>
                  <a:cubicBezTo>
                    <a:pt x="3273" y="6"/>
                    <a:pt x="3079" y="1"/>
                    <a:pt x="28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5" name="Google Shape;4505;p79"/>
            <p:cNvSpPr/>
            <p:nvPr/>
          </p:nvSpPr>
          <p:spPr>
            <a:xfrm>
              <a:off x="4148959" y="3363158"/>
              <a:ext cx="320971" cy="1043025"/>
            </a:xfrm>
            <a:custGeom>
              <a:avLst/>
              <a:gdLst/>
              <a:ahLst/>
              <a:cxnLst/>
              <a:rect l="l" t="t" r="r" b="b"/>
              <a:pathLst>
                <a:path w="20822" h="67663" extrusionOk="0">
                  <a:moveTo>
                    <a:pt x="19748" y="0"/>
                  </a:moveTo>
                  <a:cubicBezTo>
                    <a:pt x="19731" y="0"/>
                    <a:pt x="19714" y="1"/>
                    <a:pt x="19697" y="2"/>
                  </a:cubicBezTo>
                  <a:cubicBezTo>
                    <a:pt x="19058" y="2"/>
                    <a:pt x="18541" y="488"/>
                    <a:pt x="18541" y="1126"/>
                  </a:cubicBezTo>
                  <a:lnTo>
                    <a:pt x="18450" y="59759"/>
                  </a:lnTo>
                  <a:lnTo>
                    <a:pt x="2280" y="65687"/>
                  </a:lnTo>
                  <a:lnTo>
                    <a:pt x="2280" y="2129"/>
                  </a:lnTo>
                  <a:cubicBezTo>
                    <a:pt x="2280" y="1370"/>
                    <a:pt x="1710" y="990"/>
                    <a:pt x="1140" y="990"/>
                  </a:cubicBezTo>
                  <a:cubicBezTo>
                    <a:pt x="570" y="990"/>
                    <a:pt x="0" y="1370"/>
                    <a:pt x="0" y="2129"/>
                  </a:cubicBezTo>
                  <a:lnTo>
                    <a:pt x="0" y="67662"/>
                  </a:lnTo>
                  <a:lnTo>
                    <a:pt x="3526" y="67662"/>
                  </a:lnTo>
                  <a:lnTo>
                    <a:pt x="20730" y="61340"/>
                  </a:lnTo>
                  <a:lnTo>
                    <a:pt x="20821" y="1126"/>
                  </a:lnTo>
                  <a:cubicBezTo>
                    <a:pt x="20821" y="506"/>
                    <a:pt x="20333" y="0"/>
                    <a:pt x="197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6" name="Google Shape;4506;p79"/>
            <p:cNvSpPr/>
            <p:nvPr/>
          </p:nvSpPr>
          <p:spPr>
            <a:xfrm>
              <a:off x="5536928" y="3488277"/>
              <a:ext cx="449825" cy="1028967"/>
            </a:xfrm>
            <a:custGeom>
              <a:avLst/>
              <a:gdLst/>
              <a:ahLst/>
              <a:cxnLst/>
              <a:rect l="l" t="t" r="r" b="b"/>
              <a:pathLst>
                <a:path w="29181" h="66751" extrusionOk="0">
                  <a:moveTo>
                    <a:pt x="28079" y="0"/>
                  </a:moveTo>
                  <a:cubicBezTo>
                    <a:pt x="28061" y="0"/>
                    <a:pt x="28043" y="1"/>
                    <a:pt x="28025" y="1"/>
                  </a:cubicBezTo>
                  <a:cubicBezTo>
                    <a:pt x="27387" y="1"/>
                    <a:pt x="26900" y="518"/>
                    <a:pt x="26900" y="1126"/>
                  </a:cubicBezTo>
                  <a:lnTo>
                    <a:pt x="26900" y="56355"/>
                  </a:lnTo>
                  <a:lnTo>
                    <a:pt x="2280" y="64926"/>
                  </a:lnTo>
                  <a:lnTo>
                    <a:pt x="2280" y="2129"/>
                  </a:lnTo>
                  <a:cubicBezTo>
                    <a:pt x="2280" y="1369"/>
                    <a:pt x="1710" y="989"/>
                    <a:pt x="1140" y="989"/>
                  </a:cubicBezTo>
                  <a:cubicBezTo>
                    <a:pt x="570" y="989"/>
                    <a:pt x="0" y="1369"/>
                    <a:pt x="0" y="2129"/>
                  </a:cubicBezTo>
                  <a:lnTo>
                    <a:pt x="0" y="66750"/>
                  </a:lnTo>
                  <a:lnTo>
                    <a:pt x="3982" y="66750"/>
                  </a:lnTo>
                  <a:lnTo>
                    <a:pt x="29180" y="57966"/>
                  </a:lnTo>
                  <a:lnTo>
                    <a:pt x="29180" y="1126"/>
                  </a:lnTo>
                  <a:cubicBezTo>
                    <a:pt x="29180" y="506"/>
                    <a:pt x="28692" y="0"/>
                    <a:pt x="280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7" name="Google Shape;4507;p79"/>
            <p:cNvSpPr/>
            <p:nvPr/>
          </p:nvSpPr>
          <p:spPr>
            <a:xfrm>
              <a:off x="3722541" y="3292505"/>
              <a:ext cx="2392886" cy="295521"/>
            </a:xfrm>
            <a:custGeom>
              <a:avLst/>
              <a:gdLst/>
              <a:ahLst/>
              <a:cxnLst/>
              <a:rect l="l" t="t" r="r" b="b"/>
              <a:pathLst>
                <a:path w="155231" h="19171" extrusionOk="0">
                  <a:moveTo>
                    <a:pt x="58324" y="1"/>
                  </a:moveTo>
                  <a:cubicBezTo>
                    <a:pt x="39837" y="1"/>
                    <a:pt x="21488" y="1350"/>
                    <a:pt x="3708" y="4372"/>
                  </a:cubicBezTo>
                  <a:lnTo>
                    <a:pt x="0" y="11272"/>
                  </a:lnTo>
                  <a:cubicBezTo>
                    <a:pt x="9329" y="9736"/>
                    <a:pt x="19288" y="9097"/>
                    <a:pt x="29506" y="9097"/>
                  </a:cubicBezTo>
                  <a:cubicBezTo>
                    <a:pt x="54076" y="9097"/>
                    <a:pt x="80142" y="12791"/>
                    <a:pt x="102555" y="16591"/>
                  </a:cubicBezTo>
                  <a:cubicBezTo>
                    <a:pt x="108270" y="17564"/>
                    <a:pt x="113923" y="18688"/>
                    <a:pt x="119698" y="19083"/>
                  </a:cubicBezTo>
                  <a:cubicBezTo>
                    <a:pt x="120602" y="19143"/>
                    <a:pt x="121521" y="19170"/>
                    <a:pt x="122451" y="19170"/>
                  </a:cubicBezTo>
                  <a:cubicBezTo>
                    <a:pt x="133005" y="19170"/>
                    <a:pt x="145117" y="15598"/>
                    <a:pt x="155200" y="13643"/>
                  </a:cubicBezTo>
                  <a:cubicBezTo>
                    <a:pt x="154988" y="12244"/>
                    <a:pt x="155231" y="11728"/>
                    <a:pt x="155200" y="10846"/>
                  </a:cubicBezTo>
                  <a:cubicBezTo>
                    <a:pt x="124053" y="4209"/>
                    <a:pt x="90972" y="1"/>
                    <a:pt x="583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8" name="Google Shape;4508;p79"/>
            <p:cNvSpPr/>
            <p:nvPr/>
          </p:nvSpPr>
          <p:spPr>
            <a:xfrm>
              <a:off x="3723944" y="3292489"/>
              <a:ext cx="2391021" cy="251958"/>
            </a:xfrm>
            <a:custGeom>
              <a:avLst/>
              <a:gdLst/>
              <a:ahLst/>
              <a:cxnLst/>
              <a:rect l="l" t="t" r="r" b="b"/>
              <a:pathLst>
                <a:path w="155110" h="16345" extrusionOk="0">
                  <a:moveTo>
                    <a:pt x="58262" y="0"/>
                  </a:moveTo>
                  <a:cubicBezTo>
                    <a:pt x="39765" y="0"/>
                    <a:pt x="21407" y="1349"/>
                    <a:pt x="3617" y="4373"/>
                  </a:cubicBezTo>
                  <a:lnTo>
                    <a:pt x="0" y="9783"/>
                  </a:lnTo>
                  <a:lnTo>
                    <a:pt x="1094" y="9601"/>
                  </a:lnTo>
                  <a:cubicBezTo>
                    <a:pt x="11368" y="7965"/>
                    <a:pt x="22389" y="7276"/>
                    <a:pt x="33666" y="7276"/>
                  </a:cubicBezTo>
                  <a:cubicBezTo>
                    <a:pt x="56953" y="7276"/>
                    <a:pt x="81330" y="10212"/>
                    <a:pt x="102464" y="13796"/>
                  </a:cubicBezTo>
                  <a:cubicBezTo>
                    <a:pt x="108179" y="14768"/>
                    <a:pt x="113832" y="15893"/>
                    <a:pt x="119607" y="16258"/>
                  </a:cubicBezTo>
                  <a:cubicBezTo>
                    <a:pt x="120511" y="16317"/>
                    <a:pt x="121430" y="16345"/>
                    <a:pt x="122360" y="16345"/>
                  </a:cubicBezTo>
                  <a:cubicBezTo>
                    <a:pt x="132914" y="16345"/>
                    <a:pt x="145026" y="12772"/>
                    <a:pt x="155109" y="10817"/>
                  </a:cubicBezTo>
                  <a:cubicBezTo>
                    <a:pt x="123971" y="4201"/>
                    <a:pt x="90901" y="0"/>
                    <a:pt x="582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9" name="Google Shape;4509;p79"/>
            <p:cNvSpPr/>
            <p:nvPr/>
          </p:nvSpPr>
          <p:spPr>
            <a:xfrm>
              <a:off x="5130181" y="3375029"/>
              <a:ext cx="178537" cy="104051"/>
            </a:xfrm>
            <a:custGeom>
              <a:avLst/>
              <a:gdLst/>
              <a:ahLst/>
              <a:cxnLst/>
              <a:rect l="l" t="t" r="r" b="b"/>
              <a:pathLst>
                <a:path w="11582" h="6750" extrusionOk="0">
                  <a:moveTo>
                    <a:pt x="5412" y="0"/>
                  </a:moveTo>
                  <a:cubicBezTo>
                    <a:pt x="4723" y="0"/>
                    <a:pt x="4027" y="97"/>
                    <a:pt x="3344" y="296"/>
                  </a:cubicBezTo>
                  <a:cubicBezTo>
                    <a:pt x="2220" y="569"/>
                    <a:pt x="1247" y="1299"/>
                    <a:pt x="578" y="2271"/>
                  </a:cubicBezTo>
                  <a:cubicBezTo>
                    <a:pt x="1" y="3274"/>
                    <a:pt x="1" y="4642"/>
                    <a:pt x="761" y="5493"/>
                  </a:cubicBezTo>
                  <a:cubicBezTo>
                    <a:pt x="1429" y="6253"/>
                    <a:pt x="2524" y="6496"/>
                    <a:pt x="3527" y="6587"/>
                  </a:cubicBezTo>
                  <a:cubicBezTo>
                    <a:pt x="4411" y="6680"/>
                    <a:pt x="4771" y="6749"/>
                    <a:pt x="5242" y="6749"/>
                  </a:cubicBezTo>
                  <a:cubicBezTo>
                    <a:pt x="5548" y="6749"/>
                    <a:pt x="5901" y="6720"/>
                    <a:pt x="6475" y="6648"/>
                  </a:cubicBezTo>
                  <a:cubicBezTo>
                    <a:pt x="7326" y="6557"/>
                    <a:pt x="9028" y="5676"/>
                    <a:pt x="9758" y="5220"/>
                  </a:cubicBezTo>
                  <a:cubicBezTo>
                    <a:pt x="10487" y="4733"/>
                    <a:pt x="11581" y="4521"/>
                    <a:pt x="11460" y="3700"/>
                  </a:cubicBezTo>
                  <a:cubicBezTo>
                    <a:pt x="11338" y="3122"/>
                    <a:pt x="11065" y="2606"/>
                    <a:pt x="10639" y="2211"/>
                  </a:cubicBezTo>
                  <a:cubicBezTo>
                    <a:pt x="9247" y="774"/>
                    <a:pt x="7358" y="0"/>
                    <a:pt x="541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0" name="Google Shape;4510;p79"/>
            <p:cNvSpPr/>
            <p:nvPr/>
          </p:nvSpPr>
          <p:spPr>
            <a:xfrm>
              <a:off x="5127838" y="3354402"/>
              <a:ext cx="178999" cy="104175"/>
            </a:xfrm>
            <a:custGeom>
              <a:avLst/>
              <a:gdLst/>
              <a:ahLst/>
              <a:cxnLst/>
              <a:rect l="l" t="t" r="r" b="b"/>
              <a:pathLst>
                <a:path w="11612" h="6758" extrusionOk="0">
                  <a:moveTo>
                    <a:pt x="5429" y="1"/>
                  </a:moveTo>
                  <a:cubicBezTo>
                    <a:pt x="4742" y="1"/>
                    <a:pt x="4050" y="98"/>
                    <a:pt x="3375" y="296"/>
                  </a:cubicBezTo>
                  <a:cubicBezTo>
                    <a:pt x="2220" y="600"/>
                    <a:pt x="1247" y="1299"/>
                    <a:pt x="609" y="2272"/>
                  </a:cubicBezTo>
                  <a:cubicBezTo>
                    <a:pt x="1" y="3275"/>
                    <a:pt x="1" y="4643"/>
                    <a:pt x="791" y="5524"/>
                  </a:cubicBezTo>
                  <a:cubicBezTo>
                    <a:pt x="1460" y="6284"/>
                    <a:pt x="2524" y="6497"/>
                    <a:pt x="3527" y="6588"/>
                  </a:cubicBezTo>
                  <a:cubicBezTo>
                    <a:pt x="4458" y="6685"/>
                    <a:pt x="4807" y="6757"/>
                    <a:pt x="5318" y="6757"/>
                  </a:cubicBezTo>
                  <a:cubicBezTo>
                    <a:pt x="5607" y="6757"/>
                    <a:pt x="5948" y="6734"/>
                    <a:pt x="6475" y="6679"/>
                  </a:cubicBezTo>
                  <a:cubicBezTo>
                    <a:pt x="7326" y="6588"/>
                    <a:pt x="9059" y="5676"/>
                    <a:pt x="9758" y="5220"/>
                  </a:cubicBezTo>
                  <a:cubicBezTo>
                    <a:pt x="10487" y="4764"/>
                    <a:pt x="11612" y="4521"/>
                    <a:pt x="11490" y="3700"/>
                  </a:cubicBezTo>
                  <a:cubicBezTo>
                    <a:pt x="11369" y="3123"/>
                    <a:pt x="11065" y="2606"/>
                    <a:pt x="10670" y="2211"/>
                  </a:cubicBezTo>
                  <a:cubicBezTo>
                    <a:pt x="9278" y="774"/>
                    <a:pt x="7372" y="1"/>
                    <a:pt x="54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1" name="Google Shape;4511;p79"/>
            <p:cNvSpPr/>
            <p:nvPr/>
          </p:nvSpPr>
          <p:spPr>
            <a:xfrm>
              <a:off x="4514929" y="3324802"/>
              <a:ext cx="598811" cy="95573"/>
            </a:xfrm>
            <a:custGeom>
              <a:avLst/>
              <a:gdLst/>
              <a:ahLst/>
              <a:cxnLst/>
              <a:rect l="l" t="t" r="r" b="b"/>
              <a:pathLst>
                <a:path w="38846" h="6200" extrusionOk="0">
                  <a:moveTo>
                    <a:pt x="15647" y="1"/>
                  </a:moveTo>
                  <a:cubicBezTo>
                    <a:pt x="11036" y="1"/>
                    <a:pt x="6463" y="363"/>
                    <a:pt x="1976" y="1456"/>
                  </a:cubicBezTo>
                  <a:cubicBezTo>
                    <a:pt x="1064" y="1669"/>
                    <a:pt x="0" y="2155"/>
                    <a:pt x="61" y="3098"/>
                  </a:cubicBezTo>
                  <a:cubicBezTo>
                    <a:pt x="122" y="3584"/>
                    <a:pt x="486" y="4010"/>
                    <a:pt x="1003" y="4192"/>
                  </a:cubicBezTo>
                  <a:cubicBezTo>
                    <a:pt x="1359" y="4281"/>
                    <a:pt x="1732" y="4337"/>
                    <a:pt x="2108" y="4337"/>
                  </a:cubicBezTo>
                  <a:cubicBezTo>
                    <a:pt x="2246" y="4337"/>
                    <a:pt x="2385" y="4330"/>
                    <a:pt x="2523" y="4313"/>
                  </a:cubicBezTo>
                  <a:cubicBezTo>
                    <a:pt x="4502" y="4259"/>
                    <a:pt x="6484" y="4224"/>
                    <a:pt x="8468" y="4224"/>
                  </a:cubicBezTo>
                  <a:cubicBezTo>
                    <a:pt x="14194" y="4224"/>
                    <a:pt x="19927" y="4513"/>
                    <a:pt x="25593" y="5438"/>
                  </a:cubicBezTo>
                  <a:cubicBezTo>
                    <a:pt x="27569" y="5742"/>
                    <a:pt x="29545" y="6168"/>
                    <a:pt x="31581" y="6198"/>
                  </a:cubicBezTo>
                  <a:cubicBezTo>
                    <a:pt x="31663" y="6199"/>
                    <a:pt x="31745" y="6200"/>
                    <a:pt x="31828" y="6200"/>
                  </a:cubicBezTo>
                  <a:cubicBezTo>
                    <a:pt x="33756" y="6200"/>
                    <a:pt x="35725" y="5852"/>
                    <a:pt x="37387" y="4861"/>
                  </a:cubicBezTo>
                  <a:cubicBezTo>
                    <a:pt x="38147" y="4405"/>
                    <a:pt x="38846" y="3675"/>
                    <a:pt x="38724" y="2824"/>
                  </a:cubicBezTo>
                  <a:cubicBezTo>
                    <a:pt x="38603" y="2186"/>
                    <a:pt x="38177" y="1669"/>
                    <a:pt x="37569" y="1456"/>
                  </a:cubicBezTo>
                  <a:cubicBezTo>
                    <a:pt x="36992" y="1244"/>
                    <a:pt x="36353" y="1152"/>
                    <a:pt x="35746" y="1152"/>
                  </a:cubicBezTo>
                  <a:cubicBezTo>
                    <a:pt x="29062" y="757"/>
                    <a:pt x="22314" y="1"/>
                    <a:pt x="156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2" name="Google Shape;4512;p79"/>
            <p:cNvSpPr/>
            <p:nvPr/>
          </p:nvSpPr>
          <p:spPr>
            <a:xfrm>
              <a:off x="4478376" y="3328887"/>
              <a:ext cx="598811" cy="95712"/>
            </a:xfrm>
            <a:custGeom>
              <a:avLst/>
              <a:gdLst/>
              <a:ahLst/>
              <a:cxnLst/>
              <a:rect l="l" t="t" r="r" b="b"/>
              <a:pathLst>
                <a:path w="38846" h="6209" extrusionOk="0">
                  <a:moveTo>
                    <a:pt x="15604" y="1"/>
                  </a:moveTo>
                  <a:cubicBezTo>
                    <a:pt x="11007" y="1"/>
                    <a:pt x="6448" y="357"/>
                    <a:pt x="1976" y="1434"/>
                  </a:cubicBezTo>
                  <a:cubicBezTo>
                    <a:pt x="1064" y="1678"/>
                    <a:pt x="0" y="2194"/>
                    <a:pt x="61" y="3076"/>
                  </a:cubicBezTo>
                  <a:cubicBezTo>
                    <a:pt x="122" y="3593"/>
                    <a:pt x="487" y="4018"/>
                    <a:pt x="1003" y="4170"/>
                  </a:cubicBezTo>
                  <a:cubicBezTo>
                    <a:pt x="1364" y="4283"/>
                    <a:pt x="1741" y="4345"/>
                    <a:pt x="2123" y="4345"/>
                  </a:cubicBezTo>
                  <a:cubicBezTo>
                    <a:pt x="2256" y="4345"/>
                    <a:pt x="2390" y="4338"/>
                    <a:pt x="2523" y="4322"/>
                  </a:cubicBezTo>
                  <a:cubicBezTo>
                    <a:pt x="4502" y="4267"/>
                    <a:pt x="6485" y="4233"/>
                    <a:pt x="8468" y="4233"/>
                  </a:cubicBezTo>
                  <a:cubicBezTo>
                    <a:pt x="14194" y="4233"/>
                    <a:pt x="19927" y="4521"/>
                    <a:pt x="25593" y="5447"/>
                  </a:cubicBezTo>
                  <a:cubicBezTo>
                    <a:pt x="27569" y="5751"/>
                    <a:pt x="29545" y="6176"/>
                    <a:pt x="31551" y="6207"/>
                  </a:cubicBezTo>
                  <a:cubicBezTo>
                    <a:pt x="31634" y="6208"/>
                    <a:pt x="31718" y="6208"/>
                    <a:pt x="31801" y="6208"/>
                  </a:cubicBezTo>
                  <a:cubicBezTo>
                    <a:pt x="33756" y="6208"/>
                    <a:pt x="35724" y="5860"/>
                    <a:pt x="37357" y="4869"/>
                  </a:cubicBezTo>
                  <a:cubicBezTo>
                    <a:pt x="38117" y="4413"/>
                    <a:pt x="38846" y="3684"/>
                    <a:pt x="38724" y="2802"/>
                  </a:cubicBezTo>
                  <a:cubicBezTo>
                    <a:pt x="38603" y="2194"/>
                    <a:pt x="38177" y="1678"/>
                    <a:pt x="37569" y="1465"/>
                  </a:cubicBezTo>
                  <a:cubicBezTo>
                    <a:pt x="36992" y="1252"/>
                    <a:pt x="36354" y="1130"/>
                    <a:pt x="35746" y="1130"/>
                  </a:cubicBezTo>
                  <a:cubicBezTo>
                    <a:pt x="29047" y="752"/>
                    <a:pt x="22285" y="1"/>
                    <a:pt x="156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3" name="Google Shape;4513;p79"/>
            <p:cNvSpPr/>
            <p:nvPr/>
          </p:nvSpPr>
          <p:spPr>
            <a:xfrm>
              <a:off x="4239391" y="2585925"/>
              <a:ext cx="1171386" cy="664279"/>
            </a:xfrm>
            <a:custGeom>
              <a:avLst/>
              <a:gdLst/>
              <a:ahLst/>
              <a:cxnLst/>
              <a:rect l="l" t="t" r="r" b="b"/>
              <a:pathLst>
                <a:path w="75990" h="43093" extrusionOk="0">
                  <a:moveTo>
                    <a:pt x="61609" y="1"/>
                  </a:moveTo>
                  <a:cubicBezTo>
                    <a:pt x="40776" y="1"/>
                    <a:pt x="20017" y="3003"/>
                    <a:pt x="0" y="8958"/>
                  </a:cubicBezTo>
                  <a:lnTo>
                    <a:pt x="61" y="43092"/>
                  </a:lnTo>
                  <a:cubicBezTo>
                    <a:pt x="13325" y="41177"/>
                    <a:pt x="26684" y="40224"/>
                    <a:pt x="40045" y="40224"/>
                  </a:cubicBezTo>
                  <a:cubicBezTo>
                    <a:pt x="51701" y="40224"/>
                    <a:pt x="63358" y="40949"/>
                    <a:pt x="74956" y="42393"/>
                  </a:cubicBezTo>
                  <a:lnTo>
                    <a:pt x="75990" y="478"/>
                  </a:lnTo>
                  <a:cubicBezTo>
                    <a:pt x="71198" y="159"/>
                    <a:pt x="66401" y="1"/>
                    <a:pt x="616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4" name="Google Shape;4514;p79"/>
            <p:cNvSpPr/>
            <p:nvPr/>
          </p:nvSpPr>
          <p:spPr>
            <a:xfrm>
              <a:off x="4255317" y="2599153"/>
              <a:ext cx="1119391" cy="626219"/>
            </a:xfrm>
            <a:custGeom>
              <a:avLst/>
              <a:gdLst/>
              <a:ahLst/>
              <a:cxnLst/>
              <a:rect l="l" t="t" r="r" b="b"/>
              <a:pathLst>
                <a:path w="72617" h="40624" extrusionOk="0">
                  <a:moveTo>
                    <a:pt x="58206" y="0"/>
                  </a:moveTo>
                  <a:cubicBezTo>
                    <a:pt x="38566" y="0"/>
                    <a:pt x="18990" y="2787"/>
                    <a:pt x="62" y="8283"/>
                  </a:cubicBezTo>
                  <a:lnTo>
                    <a:pt x="1" y="40623"/>
                  </a:lnTo>
                  <a:cubicBezTo>
                    <a:pt x="12394" y="38876"/>
                    <a:pt x="24879" y="38008"/>
                    <a:pt x="37364" y="38008"/>
                  </a:cubicBezTo>
                  <a:cubicBezTo>
                    <a:pt x="48763" y="38008"/>
                    <a:pt x="60162" y="38731"/>
                    <a:pt x="71492" y="40168"/>
                  </a:cubicBezTo>
                  <a:lnTo>
                    <a:pt x="72616" y="501"/>
                  </a:lnTo>
                  <a:cubicBezTo>
                    <a:pt x="67815" y="167"/>
                    <a:pt x="63008" y="0"/>
                    <a:pt x="582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5" name="Google Shape;4515;p79"/>
            <p:cNvSpPr/>
            <p:nvPr/>
          </p:nvSpPr>
          <p:spPr>
            <a:xfrm>
              <a:off x="4256257" y="2599153"/>
              <a:ext cx="1118451" cy="178290"/>
            </a:xfrm>
            <a:custGeom>
              <a:avLst/>
              <a:gdLst/>
              <a:ahLst/>
              <a:cxnLst/>
              <a:rect l="l" t="t" r="r" b="b"/>
              <a:pathLst>
                <a:path w="72556" h="11566" extrusionOk="0">
                  <a:moveTo>
                    <a:pt x="58131" y="0"/>
                  </a:moveTo>
                  <a:cubicBezTo>
                    <a:pt x="38476" y="0"/>
                    <a:pt x="18905" y="2787"/>
                    <a:pt x="1" y="8283"/>
                  </a:cubicBezTo>
                  <a:lnTo>
                    <a:pt x="1" y="11565"/>
                  </a:lnTo>
                  <a:cubicBezTo>
                    <a:pt x="16717" y="4954"/>
                    <a:pt x="34624" y="2598"/>
                    <a:pt x="52670" y="2598"/>
                  </a:cubicBezTo>
                  <a:cubicBezTo>
                    <a:pt x="59267" y="2598"/>
                    <a:pt x="65882" y="2913"/>
                    <a:pt x="72464" y="3450"/>
                  </a:cubicBezTo>
                  <a:lnTo>
                    <a:pt x="72555" y="501"/>
                  </a:lnTo>
                  <a:cubicBezTo>
                    <a:pt x="67748" y="167"/>
                    <a:pt x="62937" y="0"/>
                    <a:pt x="581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6" name="Google Shape;4516;p79"/>
            <p:cNvSpPr/>
            <p:nvPr/>
          </p:nvSpPr>
          <p:spPr>
            <a:xfrm>
              <a:off x="4255317" y="2735264"/>
              <a:ext cx="1116108" cy="497149"/>
            </a:xfrm>
            <a:custGeom>
              <a:avLst/>
              <a:gdLst/>
              <a:ahLst/>
              <a:cxnLst/>
              <a:rect l="l" t="t" r="r" b="b"/>
              <a:pathLst>
                <a:path w="72404" h="32251" extrusionOk="0">
                  <a:moveTo>
                    <a:pt x="72403" y="1"/>
                  </a:moveTo>
                  <a:cubicBezTo>
                    <a:pt x="55868" y="5958"/>
                    <a:pt x="39181" y="11703"/>
                    <a:pt x="21916" y="16597"/>
                  </a:cubicBezTo>
                  <a:cubicBezTo>
                    <a:pt x="19439" y="17310"/>
                    <a:pt x="17014" y="17626"/>
                    <a:pt x="14641" y="17626"/>
                  </a:cubicBezTo>
                  <a:cubicBezTo>
                    <a:pt x="9530" y="17626"/>
                    <a:pt x="4660" y="16161"/>
                    <a:pt x="31" y="14043"/>
                  </a:cubicBezTo>
                  <a:lnTo>
                    <a:pt x="1" y="32250"/>
                  </a:lnTo>
                  <a:cubicBezTo>
                    <a:pt x="12394" y="30519"/>
                    <a:pt x="24878" y="29650"/>
                    <a:pt x="37363" y="29650"/>
                  </a:cubicBezTo>
                  <a:cubicBezTo>
                    <a:pt x="48762" y="29650"/>
                    <a:pt x="60162" y="30374"/>
                    <a:pt x="71492" y="31825"/>
                  </a:cubicBezTo>
                  <a:lnTo>
                    <a:pt x="7240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7" name="Google Shape;4517;p79"/>
            <p:cNvSpPr/>
            <p:nvPr/>
          </p:nvSpPr>
          <p:spPr>
            <a:xfrm>
              <a:off x="4255794" y="3155206"/>
              <a:ext cx="1102512" cy="68335"/>
            </a:xfrm>
            <a:custGeom>
              <a:avLst/>
              <a:gdLst/>
              <a:ahLst/>
              <a:cxnLst/>
              <a:rect l="l" t="t" r="r" b="b"/>
              <a:pathLst>
                <a:path w="71522" h="4433" extrusionOk="0">
                  <a:moveTo>
                    <a:pt x="42155" y="0"/>
                  </a:moveTo>
                  <a:cubicBezTo>
                    <a:pt x="28084" y="0"/>
                    <a:pt x="13979" y="943"/>
                    <a:pt x="0" y="2518"/>
                  </a:cubicBezTo>
                  <a:lnTo>
                    <a:pt x="0" y="4433"/>
                  </a:lnTo>
                  <a:cubicBezTo>
                    <a:pt x="12378" y="2701"/>
                    <a:pt x="24854" y="1833"/>
                    <a:pt x="37335" y="1833"/>
                  </a:cubicBezTo>
                  <a:cubicBezTo>
                    <a:pt x="48731" y="1833"/>
                    <a:pt x="60131" y="2557"/>
                    <a:pt x="71461" y="4007"/>
                  </a:cubicBezTo>
                  <a:lnTo>
                    <a:pt x="71521" y="1484"/>
                  </a:lnTo>
                  <a:cubicBezTo>
                    <a:pt x="61786" y="460"/>
                    <a:pt x="51979" y="0"/>
                    <a:pt x="42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8" name="Google Shape;4518;p79"/>
            <p:cNvSpPr/>
            <p:nvPr/>
          </p:nvSpPr>
          <p:spPr>
            <a:xfrm>
              <a:off x="4256257" y="2608048"/>
              <a:ext cx="1118451" cy="178290"/>
            </a:xfrm>
            <a:custGeom>
              <a:avLst/>
              <a:gdLst/>
              <a:ahLst/>
              <a:cxnLst/>
              <a:rect l="l" t="t" r="r" b="b"/>
              <a:pathLst>
                <a:path w="72556" h="11566" extrusionOk="0">
                  <a:moveTo>
                    <a:pt x="58131" y="1"/>
                  </a:moveTo>
                  <a:cubicBezTo>
                    <a:pt x="38476" y="1"/>
                    <a:pt x="18905" y="2788"/>
                    <a:pt x="1" y="8283"/>
                  </a:cubicBezTo>
                  <a:lnTo>
                    <a:pt x="1" y="11566"/>
                  </a:lnTo>
                  <a:cubicBezTo>
                    <a:pt x="16717" y="4955"/>
                    <a:pt x="34624" y="2598"/>
                    <a:pt x="52670" y="2598"/>
                  </a:cubicBezTo>
                  <a:cubicBezTo>
                    <a:pt x="59267" y="2598"/>
                    <a:pt x="65882" y="2913"/>
                    <a:pt x="72464" y="3450"/>
                  </a:cubicBezTo>
                  <a:lnTo>
                    <a:pt x="72555" y="502"/>
                  </a:lnTo>
                  <a:cubicBezTo>
                    <a:pt x="67748" y="167"/>
                    <a:pt x="62937" y="1"/>
                    <a:pt x="581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9" name="Google Shape;4519;p79"/>
            <p:cNvSpPr/>
            <p:nvPr/>
          </p:nvSpPr>
          <p:spPr>
            <a:xfrm>
              <a:off x="4444167" y="2703398"/>
              <a:ext cx="752977" cy="331746"/>
            </a:xfrm>
            <a:custGeom>
              <a:avLst/>
              <a:gdLst/>
              <a:ahLst/>
              <a:cxnLst/>
              <a:rect l="l" t="t" r="r" b="b"/>
              <a:pathLst>
                <a:path w="48847" h="21521" extrusionOk="0">
                  <a:moveTo>
                    <a:pt x="28086" y="1"/>
                  </a:moveTo>
                  <a:lnTo>
                    <a:pt x="18451" y="7934"/>
                  </a:lnTo>
                  <a:lnTo>
                    <a:pt x="14286" y="4986"/>
                  </a:lnTo>
                  <a:lnTo>
                    <a:pt x="0" y="19454"/>
                  </a:lnTo>
                  <a:lnTo>
                    <a:pt x="4134" y="20883"/>
                  </a:lnTo>
                  <a:cubicBezTo>
                    <a:pt x="4134" y="20883"/>
                    <a:pt x="28876" y="21004"/>
                    <a:pt x="44348" y="21521"/>
                  </a:cubicBezTo>
                  <a:lnTo>
                    <a:pt x="48846" y="15290"/>
                  </a:lnTo>
                  <a:lnTo>
                    <a:pt x="2808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0" name="Google Shape;4520;p79"/>
            <p:cNvSpPr/>
            <p:nvPr/>
          </p:nvSpPr>
          <p:spPr>
            <a:xfrm>
              <a:off x="4655495" y="2873857"/>
              <a:ext cx="508402" cy="172078"/>
            </a:xfrm>
            <a:custGeom>
              <a:avLst/>
              <a:gdLst/>
              <a:ahLst/>
              <a:cxnLst/>
              <a:rect l="l" t="t" r="r" b="b"/>
              <a:pathLst>
                <a:path w="32981" h="11163" extrusionOk="0">
                  <a:moveTo>
                    <a:pt x="13542" y="0"/>
                  </a:moveTo>
                  <a:cubicBezTo>
                    <a:pt x="12291" y="0"/>
                    <a:pt x="11127" y="688"/>
                    <a:pt x="10153" y="1376"/>
                  </a:cubicBezTo>
                  <a:cubicBezTo>
                    <a:pt x="6354" y="3929"/>
                    <a:pt x="2949" y="6999"/>
                    <a:pt x="1" y="10494"/>
                  </a:cubicBezTo>
                  <a:lnTo>
                    <a:pt x="274" y="10737"/>
                  </a:lnTo>
                  <a:cubicBezTo>
                    <a:pt x="3223" y="7272"/>
                    <a:pt x="6597" y="4233"/>
                    <a:pt x="10366" y="1710"/>
                  </a:cubicBezTo>
                  <a:cubicBezTo>
                    <a:pt x="11283" y="1080"/>
                    <a:pt x="12416" y="395"/>
                    <a:pt x="13536" y="395"/>
                  </a:cubicBezTo>
                  <a:cubicBezTo>
                    <a:pt x="13604" y="395"/>
                    <a:pt x="13672" y="398"/>
                    <a:pt x="13740" y="403"/>
                  </a:cubicBezTo>
                  <a:cubicBezTo>
                    <a:pt x="14925" y="494"/>
                    <a:pt x="15928" y="1315"/>
                    <a:pt x="16901" y="2075"/>
                  </a:cubicBezTo>
                  <a:lnTo>
                    <a:pt x="17083" y="2196"/>
                  </a:lnTo>
                  <a:cubicBezTo>
                    <a:pt x="18694" y="3473"/>
                    <a:pt x="20427" y="4628"/>
                    <a:pt x="22251" y="5601"/>
                  </a:cubicBezTo>
                  <a:cubicBezTo>
                    <a:pt x="22884" y="5950"/>
                    <a:pt x="23643" y="6299"/>
                    <a:pt x="24392" y="6299"/>
                  </a:cubicBezTo>
                  <a:cubicBezTo>
                    <a:pt x="24685" y="6299"/>
                    <a:pt x="24977" y="6246"/>
                    <a:pt x="25260" y="6117"/>
                  </a:cubicBezTo>
                  <a:cubicBezTo>
                    <a:pt x="25381" y="6056"/>
                    <a:pt x="25503" y="5996"/>
                    <a:pt x="25624" y="5904"/>
                  </a:cubicBezTo>
                  <a:cubicBezTo>
                    <a:pt x="25807" y="5753"/>
                    <a:pt x="26050" y="5661"/>
                    <a:pt x="26293" y="5601"/>
                  </a:cubicBezTo>
                  <a:cubicBezTo>
                    <a:pt x="26658" y="5601"/>
                    <a:pt x="27023" y="5874"/>
                    <a:pt x="27357" y="6208"/>
                  </a:cubicBezTo>
                  <a:lnTo>
                    <a:pt x="32707" y="11163"/>
                  </a:lnTo>
                  <a:lnTo>
                    <a:pt x="32980" y="10859"/>
                  </a:lnTo>
                  <a:lnTo>
                    <a:pt x="27631" y="5904"/>
                  </a:lnTo>
                  <a:cubicBezTo>
                    <a:pt x="27280" y="5554"/>
                    <a:pt x="26846" y="5204"/>
                    <a:pt x="26327" y="5204"/>
                  </a:cubicBezTo>
                  <a:cubicBezTo>
                    <a:pt x="26306" y="5204"/>
                    <a:pt x="26284" y="5204"/>
                    <a:pt x="26263" y="5205"/>
                  </a:cubicBezTo>
                  <a:cubicBezTo>
                    <a:pt x="25959" y="5266"/>
                    <a:pt x="25685" y="5388"/>
                    <a:pt x="25442" y="5540"/>
                  </a:cubicBezTo>
                  <a:cubicBezTo>
                    <a:pt x="25320" y="5631"/>
                    <a:pt x="25199" y="5692"/>
                    <a:pt x="25077" y="5753"/>
                  </a:cubicBezTo>
                  <a:cubicBezTo>
                    <a:pt x="24857" y="5858"/>
                    <a:pt x="24622" y="5903"/>
                    <a:pt x="24380" y="5903"/>
                  </a:cubicBezTo>
                  <a:cubicBezTo>
                    <a:pt x="23720" y="5903"/>
                    <a:pt x="23011" y="5570"/>
                    <a:pt x="22433" y="5236"/>
                  </a:cubicBezTo>
                  <a:cubicBezTo>
                    <a:pt x="20640" y="4263"/>
                    <a:pt x="18907" y="3139"/>
                    <a:pt x="17326" y="1862"/>
                  </a:cubicBezTo>
                  <a:lnTo>
                    <a:pt x="17144" y="1740"/>
                  </a:lnTo>
                  <a:cubicBezTo>
                    <a:pt x="16141" y="950"/>
                    <a:pt x="15108" y="99"/>
                    <a:pt x="13770" y="8"/>
                  </a:cubicBezTo>
                  <a:cubicBezTo>
                    <a:pt x="13694" y="3"/>
                    <a:pt x="13617" y="0"/>
                    <a:pt x="1354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1" name="Google Shape;4521;p79"/>
            <p:cNvSpPr/>
            <p:nvPr/>
          </p:nvSpPr>
          <p:spPr>
            <a:xfrm>
              <a:off x="4397779" y="3066285"/>
              <a:ext cx="850893" cy="33589"/>
            </a:xfrm>
            <a:custGeom>
              <a:avLst/>
              <a:gdLst/>
              <a:ahLst/>
              <a:cxnLst/>
              <a:rect l="l" t="t" r="r" b="b"/>
              <a:pathLst>
                <a:path w="55199" h="2179" extrusionOk="0">
                  <a:moveTo>
                    <a:pt x="26306" y="1"/>
                  </a:moveTo>
                  <a:cubicBezTo>
                    <a:pt x="17704" y="1"/>
                    <a:pt x="9100" y="290"/>
                    <a:pt x="517" y="869"/>
                  </a:cubicBezTo>
                  <a:cubicBezTo>
                    <a:pt x="213" y="869"/>
                    <a:pt x="0" y="1143"/>
                    <a:pt x="0" y="1477"/>
                  </a:cubicBezTo>
                  <a:cubicBezTo>
                    <a:pt x="29" y="1764"/>
                    <a:pt x="274" y="1997"/>
                    <a:pt x="557" y="1997"/>
                  </a:cubicBezTo>
                  <a:cubicBezTo>
                    <a:pt x="574" y="1997"/>
                    <a:pt x="591" y="1996"/>
                    <a:pt x="608" y="1994"/>
                  </a:cubicBezTo>
                  <a:cubicBezTo>
                    <a:pt x="9162" y="1415"/>
                    <a:pt x="17737" y="1126"/>
                    <a:pt x="26310" y="1126"/>
                  </a:cubicBezTo>
                  <a:cubicBezTo>
                    <a:pt x="35740" y="1126"/>
                    <a:pt x="45167" y="1476"/>
                    <a:pt x="54561" y="2176"/>
                  </a:cubicBezTo>
                  <a:cubicBezTo>
                    <a:pt x="54580" y="2178"/>
                    <a:pt x="54598" y="2179"/>
                    <a:pt x="54617" y="2179"/>
                  </a:cubicBezTo>
                  <a:cubicBezTo>
                    <a:pt x="54925" y="2179"/>
                    <a:pt x="55170" y="1946"/>
                    <a:pt x="55199" y="1660"/>
                  </a:cubicBezTo>
                  <a:cubicBezTo>
                    <a:pt x="55199" y="1325"/>
                    <a:pt x="54986" y="1052"/>
                    <a:pt x="54652" y="1052"/>
                  </a:cubicBezTo>
                  <a:cubicBezTo>
                    <a:pt x="45226" y="351"/>
                    <a:pt x="35767" y="1"/>
                    <a:pt x="263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2" name="Google Shape;4522;p79"/>
            <p:cNvSpPr/>
            <p:nvPr/>
          </p:nvSpPr>
          <p:spPr>
            <a:xfrm>
              <a:off x="4397302" y="3074070"/>
              <a:ext cx="657388" cy="14999"/>
            </a:xfrm>
            <a:custGeom>
              <a:avLst/>
              <a:gdLst/>
              <a:ahLst/>
              <a:cxnLst/>
              <a:rect l="l" t="t" r="r" b="b"/>
              <a:pathLst>
                <a:path w="42646" h="973" extrusionOk="0">
                  <a:moveTo>
                    <a:pt x="24844" y="0"/>
                  </a:moveTo>
                  <a:cubicBezTo>
                    <a:pt x="16756" y="0"/>
                    <a:pt x="8667" y="132"/>
                    <a:pt x="548" y="395"/>
                  </a:cubicBezTo>
                  <a:cubicBezTo>
                    <a:pt x="244" y="395"/>
                    <a:pt x="1" y="547"/>
                    <a:pt x="31" y="699"/>
                  </a:cubicBezTo>
                  <a:cubicBezTo>
                    <a:pt x="62" y="851"/>
                    <a:pt x="335" y="972"/>
                    <a:pt x="639" y="972"/>
                  </a:cubicBezTo>
                  <a:cubicBezTo>
                    <a:pt x="8911" y="703"/>
                    <a:pt x="17172" y="572"/>
                    <a:pt x="25436" y="572"/>
                  </a:cubicBezTo>
                  <a:cubicBezTo>
                    <a:pt x="31170" y="572"/>
                    <a:pt x="36905" y="635"/>
                    <a:pt x="42646" y="760"/>
                  </a:cubicBezTo>
                  <a:lnTo>
                    <a:pt x="42646" y="212"/>
                  </a:lnTo>
                  <a:cubicBezTo>
                    <a:pt x="36705" y="71"/>
                    <a:pt x="30775" y="0"/>
                    <a:pt x="248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3" name="Google Shape;4523;p79"/>
            <p:cNvSpPr/>
            <p:nvPr/>
          </p:nvSpPr>
          <p:spPr>
            <a:xfrm>
              <a:off x="5096450" y="2725875"/>
              <a:ext cx="149001" cy="38013"/>
            </a:xfrm>
            <a:custGeom>
              <a:avLst/>
              <a:gdLst/>
              <a:ahLst/>
              <a:cxnLst/>
              <a:rect l="l" t="t" r="r" b="b"/>
              <a:pathLst>
                <a:path w="9666" h="2466" extrusionOk="0">
                  <a:moveTo>
                    <a:pt x="8718" y="0"/>
                  </a:moveTo>
                  <a:cubicBezTo>
                    <a:pt x="8700" y="0"/>
                    <a:pt x="8681" y="1"/>
                    <a:pt x="8663" y="2"/>
                  </a:cubicBezTo>
                  <a:lnTo>
                    <a:pt x="882" y="367"/>
                  </a:lnTo>
                  <a:cubicBezTo>
                    <a:pt x="365" y="397"/>
                    <a:pt x="0" y="822"/>
                    <a:pt x="0" y="1339"/>
                  </a:cubicBezTo>
                  <a:lnTo>
                    <a:pt x="0" y="1552"/>
                  </a:lnTo>
                  <a:cubicBezTo>
                    <a:pt x="30" y="2079"/>
                    <a:pt x="454" y="2465"/>
                    <a:pt x="975" y="2465"/>
                  </a:cubicBezTo>
                  <a:cubicBezTo>
                    <a:pt x="994" y="2465"/>
                    <a:pt x="1014" y="2465"/>
                    <a:pt x="1034" y="2464"/>
                  </a:cubicBezTo>
                  <a:cubicBezTo>
                    <a:pt x="2663" y="2346"/>
                    <a:pt x="4305" y="2279"/>
                    <a:pt x="5951" y="2279"/>
                  </a:cubicBezTo>
                  <a:cubicBezTo>
                    <a:pt x="6854" y="2279"/>
                    <a:pt x="7759" y="2299"/>
                    <a:pt x="8663" y="2342"/>
                  </a:cubicBezTo>
                  <a:cubicBezTo>
                    <a:pt x="8680" y="2343"/>
                    <a:pt x="8698" y="2344"/>
                    <a:pt x="8715" y="2344"/>
                  </a:cubicBezTo>
                  <a:cubicBezTo>
                    <a:pt x="9210" y="2344"/>
                    <a:pt x="9636" y="1930"/>
                    <a:pt x="9636" y="1430"/>
                  </a:cubicBezTo>
                  <a:lnTo>
                    <a:pt x="9636" y="974"/>
                  </a:lnTo>
                  <a:cubicBezTo>
                    <a:pt x="9665" y="416"/>
                    <a:pt x="9240" y="0"/>
                    <a:pt x="87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4" name="Google Shape;4524;p79"/>
            <p:cNvSpPr/>
            <p:nvPr/>
          </p:nvSpPr>
          <p:spPr>
            <a:xfrm>
              <a:off x="5095973" y="2772726"/>
              <a:ext cx="149479" cy="38013"/>
            </a:xfrm>
            <a:custGeom>
              <a:avLst/>
              <a:gdLst/>
              <a:ahLst/>
              <a:cxnLst/>
              <a:rect l="l" t="t" r="r" b="b"/>
              <a:pathLst>
                <a:path w="9697" h="2466" extrusionOk="0">
                  <a:moveTo>
                    <a:pt x="8746" y="1"/>
                  </a:moveTo>
                  <a:cubicBezTo>
                    <a:pt x="8729" y="1"/>
                    <a:pt x="8711" y="1"/>
                    <a:pt x="8694" y="2"/>
                  </a:cubicBezTo>
                  <a:lnTo>
                    <a:pt x="913" y="367"/>
                  </a:lnTo>
                  <a:cubicBezTo>
                    <a:pt x="396" y="397"/>
                    <a:pt x="1" y="823"/>
                    <a:pt x="31" y="1340"/>
                  </a:cubicBezTo>
                  <a:lnTo>
                    <a:pt x="31" y="1552"/>
                  </a:lnTo>
                  <a:cubicBezTo>
                    <a:pt x="31" y="2080"/>
                    <a:pt x="483" y="2466"/>
                    <a:pt x="978" y="2466"/>
                  </a:cubicBezTo>
                  <a:cubicBezTo>
                    <a:pt x="997" y="2466"/>
                    <a:pt x="1016" y="2465"/>
                    <a:pt x="1034" y="2464"/>
                  </a:cubicBezTo>
                  <a:cubicBezTo>
                    <a:pt x="2671" y="2347"/>
                    <a:pt x="4308" y="2293"/>
                    <a:pt x="5945" y="2293"/>
                  </a:cubicBezTo>
                  <a:cubicBezTo>
                    <a:pt x="6861" y="2293"/>
                    <a:pt x="7778" y="2310"/>
                    <a:pt x="8694" y="2343"/>
                  </a:cubicBezTo>
                  <a:cubicBezTo>
                    <a:pt x="8711" y="2344"/>
                    <a:pt x="8729" y="2344"/>
                    <a:pt x="8746" y="2344"/>
                  </a:cubicBezTo>
                  <a:cubicBezTo>
                    <a:pt x="9241" y="2344"/>
                    <a:pt x="9667" y="1930"/>
                    <a:pt x="9667" y="1431"/>
                  </a:cubicBezTo>
                  <a:lnTo>
                    <a:pt x="9667" y="975"/>
                  </a:lnTo>
                  <a:cubicBezTo>
                    <a:pt x="9696" y="445"/>
                    <a:pt x="9269" y="1"/>
                    <a:pt x="874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5" name="Google Shape;4525;p79"/>
            <p:cNvSpPr/>
            <p:nvPr/>
          </p:nvSpPr>
          <p:spPr>
            <a:xfrm>
              <a:off x="5095973" y="2819591"/>
              <a:ext cx="149001" cy="38013"/>
            </a:xfrm>
            <a:custGeom>
              <a:avLst/>
              <a:gdLst/>
              <a:ahLst/>
              <a:cxnLst/>
              <a:rect l="l" t="t" r="r" b="b"/>
              <a:pathLst>
                <a:path w="9666" h="2466" extrusionOk="0">
                  <a:moveTo>
                    <a:pt x="8743" y="0"/>
                  </a:moveTo>
                  <a:cubicBezTo>
                    <a:pt x="8727" y="0"/>
                    <a:pt x="8710" y="1"/>
                    <a:pt x="8694" y="2"/>
                  </a:cubicBezTo>
                  <a:lnTo>
                    <a:pt x="882" y="367"/>
                  </a:lnTo>
                  <a:cubicBezTo>
                    <a:pt x="396" y="397"/>
                    <a:pt x="1" y="823"/>
                    <a:pt x="31" y="1339"/>
                  </a:cubicBezTo>
                  <a:lnTo>
                    <a:pt x="31" y="1552"/>
                  </a:lnTo>
                  <a:cubicBezTo>
                    <a:pt x="31" y="2079"/>
                    <a:pt x="455" y="2466"/>
                    <a:pt x="975" y="2466"/>
                  </a:cubicBezTo>
                  <a:cubicBezTo>
                    <a:pt x="995" y="2466"/>
                    <a:pt x="1015" y="2465"/>
                    <a:pt x="1034" y="2464"/>
                  </a:cubicBezTo>
                  <a:cubicBezTo>
                    <a:pt x="2683" y="2346"/>
                    <a:pt x="4332" y="2279"/>
                    <a:pt x="5981" y="2279"/>
                  </a:cubicBezTo>
                  <a:cubicBezTo>
                    <a:pt x="6885" y="2279"/>
                    <a:pt x="7790" y="2299"/>
                    <a:pt x="8694" y="2342"/>
                  </a:cubicBezTo>
                  <a:cubicBezTo>
                    <a:pt x="8711" y="2343"/>
                    <a:pt x="8729" y="2344"/>
                    <a:pt x="8746" y="2344"/>
                  </a:cubicBezTo>
                  <a:cubicBezTo>
                    <a:pt x="9239" y="2344"/>
                    <a:pt x="9636" y="1930"/>
                    <a:pt x="9636" y="1430"/>
                  </a:cubicBezTo>
                  <a:lnTo>
                    <a:pt x="9636" y="975"/>
                  </a:lnTo>
                  <a:cubicBezTo>
                    <a:pt x="9666" y="445"/>
                    <a:pt x="9239" y="0"/>
                    <a:pt x="874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6" name="Google Shape;4526;p79"/>
            <p:cNvSpPr/>
            <p:nvPr/>
          </p:nvSpPr>
          <p:spPr>
            <a:xfrm>
              <a:off x="5095973" y="2866442"/>
              <a:ext cx="149001" cy="38029"/>
            </a:xfrm>
            <a:custGeom>
              <a:avLst/>
              <a:gdLst/>
              <a:ahLst/>
              <a:cxnLst/>
              <a:rect l="l" t="t" r="r" b="b"/>
              <a:pathLst>
                <a:path w="9666" h="2467" extrusionOk="0">
                  <a:moveTo>
                    <a:pt x="8719" y="1"/>
                  </a:moveTo>
                  <a:cubicBezTo>
                    <a:pt x="8700" y="1"/>
                    <a:pt x="8682" y="1"/>
                    <a:pt x="8664" y="2"/>
                  </a:cubicBezTo>
                  <a:lnTo>
                    <a:pt x="882" y="367"/>
                  </a:lnTo>
                  <a:cubicBezTo>
                    <a:pt x="366" y="398"/>
                    <a:pt x="1" y="823"/>
                    <a:pt x="1" y="1340"/>
                  </a:cubicBezTo>
                  <a:lnTo>
                    <a:pt x="1" y="1553"/>
                  </a:lnTo>
                  <a:cubicBezTo>
                    <a:pt x="1" y="2080"/>
                    <a:pt x="453" y="2466"/>
                    <a:pt x="975" y="2466"/>
                  </a:cubicBezTo>
                  <a:cubicBezTo>
                    <a:pt x="995" y="2466"/>
                    <a:pt x="1015" y="2466"/>
                    <a:pt x="1034" y="2464"/>
                  </a:cubicBezTo>
                  <a:cubicBezTo>
                    <a:pt x="2663" y="2347"/>
                    <a:pt x="4305" y="2280"/>
                    <a:pt x="5952" y="2280"/>
                  </a:cubicBezTo>
                  <a:cubicBezTo>
                    <a:pt x="6855" y="2280"/>
                    <a:pt x="7759" y="2300"/>
                    <a:pt x="8664" y="2343"/>
                  </a:cubicBezTo>
                  <a:cubicBezTo>
                    <a:pt x="8681" y="2344"/>
                    <a:pt x="8698" y="2344"/>
                    <a:pt x="8716" y="2344"/>
                  </a:cubicBezTo>
                  <a:cubicBezTo>
                    <a:pt x="9211" y="2344"/>
                    <a:pt x="9636" y="1930"/>
                    <a:pt x="9636" y="1431"/>
                  </a:cubicBezTo>
                  <a:lnTo>
                    <a:pt x="9636" y="975"/>
                  </a:lnTo>
                  <a:cubicBezTo>
                    <a:pt x="9666" y="417"/>
                    <a:pt x="9241" y="1"/>
                    <a:pt x="871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7" name="Google Shape;4527;p79"/>
            <p:cNvSpPr/>
            <p:nvPr/>
          </p:nvSpPr>
          <p:spPr>
            <a:xfrm>
              <a:off x="5095510" y="2913308"/>
              <a:ext cx="149464" cy="38013"/>
            </a:xfrm>
            <a:custGeom>
              <a:avLst/>
              <a:gdLst/>
              <a:ahLst/>
              <a:cxnLst/>
              <a:rect l="l" t="t" r="r" b="b"/>
              <a:pathLst>
                <a:path w="9696" h="2466" extrusionOk="0">
                  <a:moveTo>
                    <a:pt x="8745" y="1"/>
                  </a:moveTo>
                  <a:cubicBezTo>
                    <a:pt x="8728" y="1"/>
                    <a:pt x="8711" y="1"/>
                    <a:pt x="8694" y="2"/>
                  </a:cubicBezTo>
                  <a:lnTo>
                    <a:pt x="912" y="367"/>
                  </a:lnTo>
                  <a:cubicBezTo>
                    <a:pt x="396" y="397"/>
                    <a:pt x="0" y="823"/>
                    <a:pt x="31" y="1339"/>
                  </a:cubicBezTo>
                  <a:lnTo>
                    <a:pt x="31" y="1552"/>
                  </a:lnTo>
                  <a:cubicBezTo>
                    <a:pt x="31" y="2080"/>
                    <a:pt x="483" y="2466"/>
                    <a:pt x="978" y="2466"/>
                  </a:cubicBezTo>
                  <a:cubicBezTo>
                    <a:pt x="997" y="2466"/>
                    <a:pt x="1015" y="2465"/>
                    <a:pt x="1034" y="2464"/>
                  </a:cubicBezTo>
                  <a:cubicBezTo>
                    <a:pt x="2671" y="2347"/>
                    <a:pt x="4308" y="2293"/>
                    <a:pt x="5945" y="2293"/>
                  </a:cubicBezTo>
                  <a:cubicBezTo>
                    <a:pt x="6861" y="2293"/>
                    <a:pt x="7777" y="2310"/>
                    <a:pt x="8694" y="2342"/>
                  </a:cubicBezTo>
                  <a:cubicBezTo>
                    <a:pt x="8711" y="2343"/>
                    <a:pt x="8728" y="2344"/>
                    <a:pt x="8746" y="2344"/>
                  </a:cubicBezTo>
                  <a:cubicBezTo>
                    <a:pt x="9241" y="2344"/>
                    <a:pt x="9666" y="1930"/>
                    <a:pt x="9666" y="1431"/>
                  </a:cubicBezTo>
                  <a:lnTo>
                    <a:pt x="9666" y="975"/>
                  </a:lnTo>
                  <a:cubicBezTo>
                    <a:pt x="9696" y="445"/>
                    <a:pt x="9269" y="1"/>
                    <a:pt x="874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8" name="Google Shape;4528;p79"/>
            <p:cNvSpPr/>
            <p:nvPr/>
          </p:nvSpPr>
          <p:spPr>
            <a:xfrm>
              <a:off x="5095510" y="2960174"/>
              <a:ext cx="149001" cy="38013"/>
            </a:xfrm>
            <a:custGeom>
              <a:avLst/>
              <a:gdLst/>
              <a:ahLst/>
              <a:cxnLst/>
              <a:rect l="l" t="t" r="r" b="b"/>
              <a:pathLst>
                <a:path w="9666" h="2466" extrusionOk="0">
                  <a:moveTo>
                    <a:pt x="8715" y="0"/>
                  </a:moveTo>
                  <a:cubicBezTo>
                    <a:pt x="8698" y="0"/>
                    <a:pt x="8681" y="1"/>
                    <a:pt x="8663" y="2"/>
                  </a:cubicBezTo>
                  <a:lnTo>
                    <a:pt x="882" y="366"/>
                  </a:lnTo>
                  <a:cubicBezTo>
                    <a:pt x="365" y="397"/>
                    <a:pt x="0" y="822"/>
                    <a:pt x="0" y="1339"/>
                  </a:cubicBezTo>
                  <a:lnTo>
                    <a:pt x="0" y="1552"/>
                  </a:lnTo>
                  <a:cubicBezTo>
                    <a:pt x="30" y="2079"/>
                    <a:pt x="454" y="2465"/>
                    <a:pt x="975" y="2465"/>
                  </a:cubicBezTo>
                  <a:cubicBezTo>
                    <a:pt x="994" y="2465"/>
                    <a:pt x="1014" y="2465"/>
                    <a:pt x="1034" y="2464"/>
                  </a:cubicBezTo>
                  <a:cubicBezTo>
                    <a:pt x="2683" y="2346"/>
                    <a:pt x="4331" y="2279"/>
                    <a:pt x="5980" y="2279"/>
                  </a:cubicBezTo>
                  <a:cubicBezTo>
                    <a:pt x="6885" y="2279"/>
                    <a:pt x="7789" y="2299"/>
                    <a:pt x="8694" y="2342"/>
                  </a:cubicBezTo>
                  <a:cubicBezTo>
                    <a:pt x="8711" y="2343"/>
                    <a:pt x="8728" y="2344"/>
                    <a:pt x="8746" y="2344"/>
                  </a:cubicBezTo>
                  <a:cubicBezTo>
                    <a:pt x="9239" y="2344"/>
                    <a:pt x="9636" y="1929"/>
                    <a:pt x="9636" y="1430"/>
                  </a:cubicBezTo>
                  <a:lnTo>
                    <a:pt x="9636" y="974"/>
                  </a:lnTo>
                  <a:cubicBezTo>
                    <a:pt x="9665" y="444"/>
                    <a:pt x="9239" y="0"/>
                    <a:pt x="871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9" name="Google Shape;4529;p79"/>
            <p:cNvSpPr/>
            <p:nvPr/>
          </p:nvSpPr>
          <p:spPr>
            <a:xfrm>
              <a:off x="3865128" y="4586664"/>
              <a:ext cx="136685" cy="117154"/>
            </a:xfrm>
            <a:custGeom>
              <a:avLst/>
              <a:gdLst/>
              <a:ahLst/>
              <a:cxnLst/>
              <a:rect l="l" t="t" r="r" b="b"/>
              <a:pathLst>
                <a:path w="8867" h="7600" extrusionOk="0">
                  <a:moveTo>
                    <a:pt x="5060" y="0"/>
                  </a:moveTo>
                  <a:cubicBezTo>
                    <a:pt x="1681" y="0"/>
                    <a:pt x="0" y="4082"/>
                    <a:pt x="2362" y="6475"/>
                  </a:cubicBezTo>
                  <a:cubicBezTo>
                    <a:pt x="3139" y="7252"/>
                    <a:pt x="4095" y="7599"/>
                    <a:pt x="5032" y="7599"/>
                  </a:cubicBezTo>
                  <a:cubicBezTo>
                    <a:pt x="6990" y="7599"/>
                    <a:pt x="8867" y="6082"/>
                    <a:pt x="8867" y="3800"/>
                  </a:cubicBezTo>
                  <a:cubicBezTo>
                    <a:pt x="8867" y="1703"/>
                    <a:pt x="7195" y="1"/>
                    <a:pt x="5098" y="1"/>
                  </a:cubicBezTo>
                  <a:cubicBezTo>
                    <a:pt x="5085" y="0"/>
                    <a:pt x="5073" y="0"/>
                    <a:pt x="50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0" name="Google Shape;4530;p79"/>
            <p:cNvSpPr/>
            <p:nvPr/>
          </p:nvSpPr>
          <p:spPr>
            <a:xfrm>
              <a:off x="4928365" y="4588545"/>
              <a:ext cx="137163" cy="117139"/>
            </a:xfrm>
            <a:custGeom>
              <a:avLst/>
              <a:gdLst/>
              <a:ahLst/>
              <a:cxnLst/>
              <a:rect l="l" t="t" r="r" b="b"/>
              <a:pathLst>
                <a:path w="8898" h="7599" extrusionOk="0">
                  <a:moveTo>
                    <a:pt x="5060" y="0"/>
                  </a:moveTo>
                  <a:cubicBezTo>
                    <a:pt x="1711" y="0"/>
                    <a:pt x="0" y="4082"/>
                    <a:pt x="2392" y="6474"/>
                  </a:cubicBezTo>
                  <a:cubicBezTo>
                    <a:pt x="3170" y="7252"/>
                    <a:pt x="4125" y="7599"/>
                    <a:pt x="5062" y="7599"/>
                  </a:cubicBezTo>
                  <a:cubicBezTo>
                    <a:pt x="7020" y="7599"/>
                    <a:pt x="8897" y="6082"/>
                    <a:pt x="8897" y="3800"/>
                  </a:cubicBezTo>
                  <a:cubicBezTo>
                    <a:pt x="8897" y="1702"/>
                    <a:pt x="7195" y="0"/>
                    <a:pt x="5098" y="0"/>
                  </a:cubicBezTo>
                  <a:cubicBezTo>
                    <a:pt x="5085" y="0"/>
                    <a:pt x="5073" y="0"/>
                    <a:pt x="50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1" name="Google Shape;4531;p79"/>
            <p:cNvSpPr/>
            <p:nvPr/>
          </p:nvSpPr>
          <p:spPr>
            <a:xfrm>
              <a:off x="4963839" y="4614784"/>
              <a:ext cx="75441" cy="64311"/>
            </a:xfrm>
            <a:custGeom>
              <a:avLst/>
              <a:gdLst/>
              <a:ahLst/>
              <a:cxnLst/>
              <a:rect l="l" t="t" r="r" b="b"/>
              <a:pathLst>
                <a:path w="4894" h="4172" extrusionOk="0">
                  <a:moveTo>
                    <a:pt x="2797" y="0"/>
                  </a:moveTo>
                  <a:cubicBezTo>
                    <a:pt x="943" y="0"/>
                    <a:pt x="0" y="2250"/>
                    <a:pt x="1307" y="3557"/>
                  </a:cubicBezTo>
                  <a:cubicBezTo>
                    <a:pt x="1732" y="3981"/>
                    <a:pt x="2256" y="4172"/>
                    <a:pt x="2770" y="4172"/>
                  </a:cubicBezTo>
                  <a:cubicBezTo>
                    <a:pt x="3838" y="4172"/>
                    <a:pt x="4864" y="3349"/>
                    <a:pt x="4864" y="2098"/>
                  </a:cubicBezTo>
                  <a:cubicBezTo>
                    <a:pt x="4894" y="943"/>
                    <a:pt x="3952" y="0"/>
                    <a:pt x="27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2" name="Google Shape;4532;p79"/>
            <p:cNvSpPr/>
            <p:nvPr/>
          </p:nvSpPr>
          <p:spPr>
            <a:xfrm>
              <a:off x="3909496" y="4614784"/>
              <a:ext cx="37967" cy="64203"/>
            </a:xfrm>
            <a:custGeom>
              <a:avLst/>
              <a:gdLst/>
              <a:ahLst/>
              <a:cxnLst/>
              <a:rect l="l" t="t" r="r" b="b"/>
              <a:pathLst>
                <a:path w="2463" h="4165" extrusionOk="0">
                  <a:moveTo>
                    <a:pt x="1217" y="0"/>
                  </a:moveTo>
                  <a:cubicBezTo>
                    <a:pt x="548" y="0"/>
                    <a:pt x="1" y="943"/>
                    <a:pt x="1" y="2098"/>
                  </a:cubicBezTo>
                  <a:cubicBezTo>
                    <a:pt x="1" y="3253"/>
                    <a:pt x="548" y="4165"/>
                    <a:pt x="1217" y="4165"/>
                  </a:cubicBezTo>
                  <a:cubicBezTo>
                    <a:pt x="1885" y="4165"/>
                    <a:pt x="2463" y="3253"/>
                    <a:pt x="2463" y="2098"/>
                  </a:cubicBezTo>
                  <a:cubicBezTo>
                    <a:pt x="2463" y="943"/>
                    <a:pt x="1916" y="0"/>
                    <a:pt x="12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3" name="Google Shape;4533;p79"/>
            <p:cNvSpPr/>
            <p:nvPr/>
          </p:nvSpPr>
          <p:spPr>
            <a:xfrm>
              <a:off x="3921213" y="3955471"/>
              <a:ext cx="1104855" cy="764214"/>
            </a:xfrm>
            <a:custGeom>
              <a:avLst/>
              <a:gdLst/>
              <a:ahLst/>
              <a:cxnLst/>
              <a:rect l="l" t="t" r="r" b="b"/>
              <a:pathLst>
                <a:path w="71674" h="49576" extrusionOk="0">
                  <a:moveTo>
                    <a:pt x="34348" y="1"/>
                  </a:moveTo>
                  <a:lnTo>
                    <a:pt x="34348" y="12068"/>
                  </a:lnTo>
                  <a:lnTo>
                    <a:pt x="33527" y="12068"/>
                  </a:lnTo>
                  <a:lnTo>
                    <a:pt x="33527" y="33132"/>
                  </a:lnTo>
                  <a:lnTo>
                    <a:pt x="32737" y="33132"/>
                  </a:lnTo>
                  <a:cubicBezTo>
                    <a:pt x="32737" y="33132"/>
                    <a:pt x="30214" y="36384"/>
                    <a:pt x="24105" y="37114"/>
                  </a:cubicBezTo>
                  <a:cubicBezTo>
                    <a:pt x="19059" y="37691"/>
                    <a:pt x="5958" y="38786"/>
                    <a:pt x="1521" y="39150"/>
                  </a:cubicBezTo>
                  <a:cubicBezTo>
                    <a:pt x="670" y="39211"/>
                    <a:pt x="1" y="39941"/>
                    <a:pt x="1" y="40792"/>
                  </a:cubicBezTo>
                  <a:lnTo>
                    <a:pt x="1" y="41703"/>
                  </a:lnTo>
                  <a:lnTo>
                    <a:pt x="31400" y="39120"/>
                  </a:lnTo>
                  <a:lnTo>
                    <a:pt x="31400" y="39120"/>
                  </a:lnTo>
                  <a:cubicBezTo>
                    <a:pt x="30822" y="39637"/>
                    <a:pt x="30245" y="40093"/>
                    <a:pt x="29606" y="40518"/>
                  </a:cubicBezTo>
                  <a:cubicBezTo>
                    <a:pt x="29059" y="40822"/>
                    <a:pt x="28573" y="41217"/>
                    <a:pt x="28178" y="41703"/>
                  </a:cubicBezTo>
                  <a:cubicBezTo>
                    <a:pt x="27995" y="41947"/>
                    <a:pt x="27874" y="42220"/>
                    <a:pt x="27782" y="42494"/>
                  </a:cubicBezTo>
                  <a:lnTo>
                    <a:pt x="25928" y="42494"/>
                  </a:lnTo>
                  <a:lnTo>
                    <a:pt x="25928" y="49576"/>
                  </a:lnTo>
                  <a:lnTo>
                    <a:pt x="32159" y="49576"/>
                  </a:lnTo>
                  <a:lnTo>
                    <a:pt x="32159" y="42494"/>
                  </a:lnTo>
                  <a:lnTo>
                    <a:pt x="30184" y="42494"/>
                  </a:lnTo>
                  <a:cubicBezTo>
                    <a:pt x="30214" y="42311"/>
                    <a:pt x="30245" y="42129"/>
                    <a:pt x="30245" y="41947"/>
                  </a:cubicBezTo>
                  <a:cubicBezTo>
                    <a:pt x="32707" y="41582"/>
                    <a:pt x="35017" y="40488"/>
                    <a:pt x="36901" y="38877"/>
                  </a:cubicBezTo>
                  <a:lnTo>
                    <a:pt x="71674" y="41703"/>
                  </a:lnTo>
                  <a:lnTo>
                    <a:pt x="71674" y="40792"/>
                  </a:lnTo>
                  <a:cubicBezTo>
                    <a:pt x="71674" y="39941"/>
                    <a:pt x="71005" y="39241"/>
                    <a:pt x="70154" y="39150"/>
                  </a:cubicBezTo>
                  <a:cubicBezTo>
                    <a:pt x="65716" y="38786"/>
                    <a:pt x="52616" y="37691"/>
                    <a:pt x="47570" y="37114"/>
                  </a:cubicBezTo>
                  <a:cubicBezTo>
                    <a:pt x="41461" y="36384"/>
                    <a:pt x="38938" y="33132"/>
                    <a:pt x="38938" y="33132"/>
                  </a:cubicBezTo>
                  <a:lnTo>
                    <a:pt x="38147" y="33132"/>
                  </a:lnTo>
                  <a:lnTo>
                    <a:pt x="38147" y="12098"/>
                  </a:lnTo>
                  <a:lnTo>
                    <a:pt x="37357" y="12098"/>
                  </a:lnTo>
                  <a:lnTo>
                    <a:pt x="373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4" name="Google Shape;4534;p79"/>
            <p:cNvSpPr/>
            <p:nvPr/>
          </p:nvSpPr>
          <p:spPr>
            <a:xfrm>
              <a:off x="4438078" y="3867844"/>
              <a:ext cx="71233" cy="431558"/>
            </a:xfrm>
            <a:custGeom>
              <a:avLst/>
              <a:gdLst/>
              <a:ahLst/>
              <a:cxnLst/>
              <a:rect l="l" t="t" r="r" b="b"/>
              <a:pathLst>
                <a:path w="4621" h="27996" extrusionOk="0">
                  <a:moveTo>
                    <a:pt x="821" y="1"/>
                  </a:moveTo>
                  <a:lnTo>
                    <a:pt x="821" y="12098"/>
                  </a:lnTo>
                  <a:lnTo>
                    <a:pt x="0" y="12098"/>
                  </a:lnTo>
                  <a:lnTo>
                    <a:pt x="0" y="27995"/>
                  </a:lnTo>
                  <a:lnTo>
                    <a:pt x="4620" y="27995"/>
                  </a:lnTo>
                  <a:lnTo>
                    <a:pt x="4620" y="12098"/>
                  </a:lnTo>
                  <a:lnTo>
                    <a:pt x="3830" y="12098"/>
                  </a:lnTo>
                  <a:lnTo>
                    <a:pt x="383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5" name="Google Shape;4535;p79"/>
            <p:cNvSpPr/>
            <p:nvPr/>
          </p:nvSpPr>
          <p:spPr>
            <a:xfrm>
              <a:off x="4429645" y="3638032"/>
              <a:ext cx="657388" cy="212773"/>
            </a:xfrm>
            <a:custGeom>
              <a:avLst/>
              <a:gdLst/>
              <a:ahLst/>
              <a:cxnLst/>
              <a:rect l="l" t="t" r="r" b="b"/>
              <a:pathLst>
                <a:path w="42646" h="13803" extrusionOk="0">
                  <a:moveTo>
                    <a:pt x="29285" y="1"/>
                  </a:moveTo>
                  <a:cubicBezTo>
                    <a:pt x="20007" y="1"/>
                    <a:pt x="10805" y="2206"/>
                    <a:pt x="1520" y="2294"/>
                  </a:cubicBezTo>
                  <a:lnTo>
                    <a:pt x="0" y="13510"/>
                  </a:lnTo>
                  <a:cubicBezTo>
                    <a:pt x="2179" y="13352"/>
                    <a:pt x="4361" y="13294"/>
                    <a:pt x="6547" y="13294"/>
                  </a:cubicBezTo>
                  <a:cubicBezTo>
                    <a:pt x="12982" y="13294"/>
                    <a:pt x="19438" y="13803"/>
                    <a:pt x="25871" y="13803"/>
                  </a:cubicBezTo>
                  <a:cubicBezTo>
                    <a:pt x="29079" y="13803"/>
                    <a:pt x="32281" y="13676"/>
                    <a:pt x="35472" y="13297"/>
                  </a:cubicBezTo>
                  <a:cubicBezTo>
                    <a:pt x="37508" y="13054"/>
                    <a:pt x="39697" y="12628"/>
                    <a:pt x="41065" y="11108"/>
                  </a:cubicBezTo>
                  <a:cubicBezTo>
                    <a:pt x="42524" y="9497"/>
                    <a:pt x="42645" y="6975"/>
                    <a:pt x="41703" y="5060"/>
                  </a:cubicBezTo>
                  <a:cubicBezTo>
                    <a:pt x="40730" y="3114"/>
                    <a:pt x="38876" y="1777"/>
                    <a:pt x="36870" y="1017"/>
                  </a:cubicBezTo>
                  <a:cubicBezTo>
                    <a:pt x="34864" y="257"/>
                    <a:pt x="32706" y="75"/>
                    <a:pt x="30517" y="14"/>
                  </a:cubicBezTo>
                  <a:cubicBezTo>
                    <a:pt x="30106" y="5"/>
                    <a:pt x="29696" y="1"/>
                    <a:pt x="292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4536;p79"/>
            <p:cNvSpPr/>
            <p:nvPr/>
          </p:nvSpPr>
          <p:spPr>
            <a:xfrm>
              <a:off x="4246884" y="3645062"/>
              <a:ext cx="853714" cy="453463"/>
            </a:xfrm>
            <a:custGeom>
              <a:avLst/>
              <a:gdLst/>
              <a:ahLst/>
              <a:cxnLst/>
              <a:rect l="l" t="t" r="r" b="b"/>
              <a:pathLst>
                <a:path w="55382" h="29417" extrusionOk="0">
                  <a:moveTo>
                    <a:pt x="44862" y="0"/>
                  </a:moveTo>
                  <a:cubicBezTo>
                    <a:pt x="43956" y="0"/>
                    <a:pt x="43049" y="63"/>
                    <a:pt x="42160" y="166"/>
                  </a:cubicBezTo>
                  <a:cubicBezTo>
                    <a:pt x="34834" y="956"/>
                    <a:pt x="27965" y="4056"/>
                    <a:pt x="21247" y="7126"/>
                  </a:cubicBezTo>
                  <a:lnTo>
                    <a:pt x="17205" y="1230"/>
                  </a:lnTo>
                  <a:lnTo>
                    <a:pt x="2280" y="4208"/>
                  </a:lnTo>
                  <a:cubicBezTo>
                    <a:pt x="1703" y="4300"/>
                    <a:pt x="1186" y="4512"/>
                    <a:pt x="730" y="4847"/>
                  </a:cubicBezTo>
                  <a:cubicBezTo>
                    <a:pt x="1" y="5546"/>
                    <a:pt x="122" y="6671"/>
                    <a:pt x="335" y="7643"/>
                  </a:cubicBezTo>
                  <a:cubicBezTo>
                    <a:pt x="1977" y="14817"/>
                    <a:pt x="5715" y="21321"/>
                    <a:pt x="11095" y="26336"/>
                  </a:cubicBezTo>
                  <a:cubicBezTo>
                    <a:pt x="12706" y="27826"/>
                    <a:pt x="14591" y="29254"/>
                    <a:pt x="16779" y="29406"/>
                  </a:cubicBezTo>
                  <a:cubicBezTo>
                    <a:pt x="16897" y="29413"/>
                    <a:pt x="17014" y="29416"/>
                    <a:pt x="17131" y="29416"/>
                  </a:cubicBezTo>
                  <a:cubicBezTo>
                    <a:pt x="18585" y="29416"/>
                    <a:pt x="19988" y="28912"/>
                    <a:pt x="21339" y="28434"/>
                  </a:cubicBezTo>
                  <a:cubicBezTo>
                    <a:pt x="31217" y="24847"/>
                    <a:pt x="41248" y="21169"/>
                    <a:pt x="49850" y="15120"/>
                  </a:cubicBezTo>
                  <a:cubicBezTo>
                    <a:pt x="52281" y="13388"/>
                    <a:pt x="54804" y="11169"/>
                    <a:pt x="55108" y="8190"/>
                  </a:cubicBezTo>
                  <a:cubicBezTo>
                    <a:pt x="55382" y="5303"/>
                    <a:pt x="53345" y="2506"/>
                    <a:pt x="50731" y="1199"/>
                  </a:cubicBezTo>
                  <a:cubicBezTo>
                    <a:pt x="48923" y="316"/>
                    <a:pt x="46896" y="0"/>
                    <a:pt x="448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7" name="Google Shape;4537;p79"/>
            <p:cNvSpPr/>
            <p:nvPr/>
          </p:nvSpPr>
          <p:spPr>
            <a:xfrm>
              <a:off x="4344362" y="2569476"/>
              <a:ext cx="239441" cy="302612"/>
            </a:xfrm>
            <a:custGeom>
              <a:avLst/>
              <a:gdLst/>
              <a:ahLst/>
              <a:cxnLst/>
              <a:rect l="l" t="t" r="r" b="b"/>
              <a:pathLst>
                <a:path w="15533" h="19631" extrusionOk="0">
                  <a:moveTo>
                    <a:pt x="8824" y="1"/>
                  </a:moveTo>
                  <a:cubicBezTo>
                    <a:pt x="7529" y="1"/>
                    <a:pt x="6206" y="447"/>
                    <a:pt x="5107" y="1150"/>
                  </a:cubicBezTo>
                  <a:cubicBezTo>
                    <a:pt x="1763" y="3277"/>
                    <a:pt x="0" y="7746"/>
                    <a:pt x="942" y="11788"/>
                  </a:cubicBezTo>
                  <a:cubicBezTo>
                    <a:pt x="1854" y="15831"/>
                    <a:pt x="5380" y="19113"/>
                    <a:pt x="9332" y="19630"/>
                  </a:cubicBezTo>
                  <a:cubicBezTo>
                    <a:pt x="12827" y="17746"/>
                    <a:pt x="15046" y="13551"/>
                    <a:pt x="14742" y="9417"/>
                  </a:cubicBezTo>
                  <a:cubicBezTo>
                    <a:pt x="15532" y="7350"/>
                    <a:pt x="15472" y="5071"/>
                    <a:pt x="14529" y="3065"/>
                  </a:cubicBezTo>
                  <a:lnTo>
                    <a:pt x="11368" y="694"/>
                  </a:lnTo>
                  <a:cubicBezTo>
                    <a:pt x="10588" y="211"/>
                    <a:pt x="9713" y="1"/>
                    <a:pt x="8824" y="1"/>
                  </a:cubicBezTo>
                  <a:close/>
                </a:path>
              </a:pathLst>
            </a:custGeom>
            <a:solidFill>
              <a:srgbClr val="E8BA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8" name="Google Shape;4538;p79"/>
            <p:cNvSpPr/>
            <p:nvPr/>
          </p:nvSpPr>
          <p:spPr>
            <a:xfrm>
              <a:off x="4344362" y="2572205"/>
              <a:ext cx="158374" cy="299883"/>
            </a:xfrm>
            <a:custGeom>
              <a:avLst/>
              <a:gdLst/>
              <a:ahLst/>
              <a:cxnLst/>
              <a:rect l="l" t="t" r="r" b="b"/>
              <a:pathLst>
                <a:path w="10274" h="19454" extrusionOk="0">
                  <a:moveTo>
                    <a:pt x="7386" y="0"/>
                  </a:moveTo>
                  <a:lnTo>
                    <a:pt x="7386" y="0"/>
                  </a:lnTo>
                  <a:cubicBezTo>
                    <a:pt x="6566" y="213"/>
                    <a:pt x="5806" y="517"/>
                    <a:pt x="5107" y="973"/>
                  </a:cubicBezTo>
                  <a:cubicBezTo>
                    <a:pt x="1763" y="3100"/>
                    <a:pt x="0" y="7599"/>
                    <a:pt x="912" y="11611"/>
                  </a:cubicBezTo>
                  <a:cubicBezTo>
                    <a:pt x="1854" y="15654"/>
                    <a:pt x="5380" y="18936"/>
                    <a:pt x="9332" y="19453"/>
                  </a:cubicBezTo>
                  <a:cubicBezTo>
                    <a:pt x="9666" y="19271"/>
                    <a:pt x="9970" y="19058"/>
                    <a:pt x="10274" y="18845"/>
                  </a:cubicBezTo>
                  <a:cubicBezTo>
                    <a:pt x="7234" y="12949"/>
                    <a:pt x="5167" y="6140"/>
                    <a:pt x="7386" y="0"/>
                  </a:cubicBezTo>
                  <a:close/>
                </a:path>
              </a:pathLst>
            </a:custGeom>
            <a:solidFill>
              <a:srgbClr val="C163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9" name="Google Shape;4539;p79"/>
            <p:cNvSpPr/>
            <p:nvPr/>
          </p:nvSpPr>
          <p:spPr>
            <a:xfrm>
              <a:off x="4279690" y="2717936"/>
              <a:ext cx="212742" cy="256891"/>
            </a:xfrm>
            <a:custGeom>
              <a:avLst/>
              <a:gdLst/>
              <a:ahLst/>
              <a:cxnLst/>
              <a:rect l="l" t="t" r="r" b="b"/>
              <a:pathLst>
                <a:path w="13801" h="16665" extrusionOk="0">
                  <a:moveTo>
                    <a:pt x="12007" y="0"/>
                  </a:moveTo>
                  <a:cubicBezTo>
                    <a:pt x="9807" y="265"/>
                    <a:pt x="7703" y="489"/>
                    <a:pt x="5566" y="489"/>
                  </a:cubicBezTo>
                  <a:cubicBezTo>
                    <a:pt x="4514" y="489"/>
                    <a:pt x="3454" y="434"/>
                    <a:pt x="2371" y="304"/>
                  </a:cubicBezTo>
                  <a:lnTo>
                    <a:pt x="2371" y="304"/>
                  </a:lnTo>
                  <a:cubicBezTo>
                    <a:pt x="3040" y="5289"/>
                    <a:pt x="2159" y="10122"/>
                    <a:pt x="396" y="14803"/>
                  </a:cubicBezTo>
                  <a:cubicBezTo>
                    <a:pt x="152" y="15380"/>
                    <a:pt x="1" y="16170"/>
                    <a:pt x="517" y="16505"/>
                  </a:cubicBezTo>
                  <a:cubicBezTo>
                    <a:pt x="693" y="16606"/>
                    <a:pt x="911" y="16665"/>
                    <a:pt x="1119" y="16665"/>
                  </a:cubicBezTo>
                  <a:cubicBezTo>
                    <a:pt x="1162" y="16665"/>
                    <a:pt x="1205" y="16662"/>
                    <a:pt x="1247" y="16657"/>
                  </a:cubicBezTo>
                  <a:lnTo>
                    <a:pt x="13800" y="16657"/>
                  </a:lnTo>
                  <a:cubicBezTo>
                    <a:pt x="12767" y="11155"/>
                    <a:pt x="12159" y="5593"/>
                    <a:pt x="12007" y="0"/>
                  </a:cubicBezTo>
                  <a:close/>
                </a:path>
              </a:pathLst>
            </a:custGeom>
            <a:solidFill>
              <a:srgbClr val="E8BA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0" name="Google Shape;4540;p79"/>
            <p:cNvSpPr/>
            <p:nvPr/>
          </p:nvSpPr>
          <p:spPr>
            <a:xfrm>
              <a:off x="4278749" y="2496109"/>
              <a:ext cx="364549" cy="294473"/>
            </a:xfrm>
            <a:custGeom>
              <a:avLst/>
              <a:gdLst/>
              <a:ahLst/>
              <a:cxnLst/>
              <a:rect l="l" t="t" r="r" b="b"/>
              <a:pathLst>
                <a:path w="23649" h="19103" extrusionOk="0">
                  <a:moveTo>
                    <a:pt x="9247" y="0"/>
                  </a:moveTo>
                  <a:cubicBezTo>
                    <a:pt x="8468" y="0"/>
                    <a:pt x="7696" y="138"/>
                    <a:pt x="6992" y="468"/>
                  </a:cubicBezTo>
                  <a:cubicBezTo>
                    <a:pt x="6840" y="559"/>
                    <a:pt x="6657" y="650"/>
                    <a:pt x="6505" y="772"/>
                  </a:cubicBezTo>
                  <a:cubicBezTo>
                    <a:pt x="5594" y="893"/>
                    <a:pt x="4742" y="1197"/>
                    <a:pt x="3952" y="1653"/>
                  </a:cubicBezTo>
                  <a:cubicBezTo>
                    <a:pt x="1277" y="3234"/>
                    <a:pt x="1" y="6577"/>
                    <a:pt x="183" y="9678"/>
                  </a:cubicBezTo>
                  <a:cubicBezTo>
                    <a:pt x="365" y="12778"/>
                    <a:pt x="1004" y="16304"/>
                    <a:pt x="2615" y="18979"/>
                  </a:cubicBezTo>
                  <a:cubicBezTo>
                    <a:pt x="3129" y="19063"/>
                    <a:pt x="3667" y="19103"/>
                    <a:pt x="4219" y="19103"/>
                  </a:cubicBezTo>
                  <a:cubicBezTo>
                    <a:pt x="7253" y="19103"/>
                    <a:pt x="10714" y="17908"/>
                    <a:pt x="13132" y="16365"/>
                  </a:cubicBezTo>
                  <a:cubicBezTo>
                    <a:pt x="13496" y="16122"/>
                    <a:pt x="13892" y="15848"/>
                    <a:pt x="14256" y="15544"/>
                  </a:cubicBezTo>
                  <a:cubicBezTo>
                    <a:pt x="14256" y="14906"/>
                    <a:pt x="14226" y="14298"/>
                    <a:pt x="14104" y="13660"/>
                  </a:cubicBezTo>
                  <a:cubicBezTo>
                    <a:pt x="13983" y="12930"/>
                    <a:pt x="14074" y="12201"/>
                    <a:pt x="14347" y="11501"/>
                  </a:cubicBezTo>
                  <a:cubicBezTo>
                    <a:pt x="14622" y="10978"/>
                    <a:pt x="15224" y="10556"/>
                    <a:pt x="15800" y="10556"/>
                  </a:cubicBezTo>
                  <a:cubicBezTo>
                    <a:pt x="15926" y="10556"/>
                    <a:pt x="16051" y="10576"/>
                    <a:pt x="16171" y="10620"/>
                  </a:cubicBezTo>
                  <a:cubicBezTo>
                    <a:pt x="16627" y="10833"/>
                    <a:pt x="16962" y="11197"/>
                    <a:pt x="17083" y="11684"/>
                  </a:cubicBezTo>
                  <a:cubicBezTo>
                    <a:pt x="17174" y="11866"/>
                    <a:pt x="17205" y="12079"/>
                    <a:pt x="17235" y="12292"/>
                  </a:cubicBezTo>
                  <a:cubicBezTo>
                    <a:pt x="17691" y="11593"/>
                    <a:pt x="18117" y="10863"/>
                    <a:pt x="18451" y="10103"/>
                  </a:cubicBezTo>
                  <a:cubicBezTo>
                    <a:pt x="20639" y="9647"/>
                    <a:pt x="22463" y="8036"/>
                    <a:pt x="23132" y="5878"/>
                  </a:cubicBezTo>
                  <a:lnTo>
                    <a:pt x="23132" y="5878"/>
                  </a:lnTo>
                  <a:cubicBezTo>
                    <a:pt x="22554" y="6273"/>
                    <a:pt x="21886" y="6547"/>
                    <a:pt x="21187" y="6699"/>
                  </a:cubicBezTo>
                  <a:cubicBezTo>
                    <a:pt x="22767" y="5605"/>
                    <a:pt x="23649" y="3751"/>
                    <a:pt x="23466" y="1836"/>
                  </a:cubicBezTo>
                  <a:lnTo>
                    <a:pt x="23466" y="1836"/>
                  </a:lnTo>
                  <a:cubicBezTo>
                    <a:pt x="22463" y="2778"/>
                    <a:pt x="21156" y="3355"/>
                    <a:pt x="19788" y="3416"/>
                  </a:cubicBezTo>
                  <a:cubicBezTo>
                    <a:pt x="20153" y="3325"/>
                    <a:pt x="20487" y="3082"/>
                    <a:pt x="20639" y="2717"/>
                  </a:cubicBezTo>
                  <a:lnTo>
                    <a:pt x="20639" y="2717"/>
                  </a:lnTo>
                  <a:cubicBezTo>
                    <a:pt x="20237" y="2806"/>
                    <a:pt x="19827" y="2845"/>
                    <a:pt x="19415" y="2845"/>
                  </a:cubicBezTo>
                  <a:cubicBezTo>
                    <a:pt x="18274" y="2845"/>
                    <a:pt x="17114" y="2542"/>
                    <a:pt x="16019" y="2140"/>
                  </a:cubicBezTo>
                  <a:cubicBezTo>
                    <a:pt x="14560" y="1562"/>
                    <a:pt x="13132" y="833"/>
                    <a:pt x="11612" y="377"/>
                  </a:cubicBezTo>
                  <a:cubicBezTo>
                    <a:pt x="10857" y="146"/>
                    <a:pt x="10048" y="0"/>
                    <a:pt x="92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1" name="Google Shape;4541;p79"/>
            <p:cNvSpPr/>
            <p:nvPr/>
          </p:nvSpPr>
          <p:spPr>
            <a:xfrm>
              <a:off x="4508839" y="2669282"/>
              <a:ext cx="27177" cy="65529"/>
            </a:xfrm>
            <a:custGeom>
              <a:avLst/>
              <a:gdLst/>
              <a:ahLst/>
              <a:cxnLst/>
              <a:rect l="l" t="t" r="r" b="b"/>
              <a:pathLst>
                <a:path w="1763" h="4251" extrusionOk="0">
                  <a:moveTo>
                    <a:pt x="870" y="1"/>
                  </a:moveTo>
                  <a:cubicBezTo>
                    <a:pt x="706" y="1"/>
                    <a:pt x="541" y="50"/>
                    <a:pt x="395" y="147"/>
                  </a:cubicBezTo>
                  <a:cubicBezTo>
                    <a:pt x="91" y="420"/>
                    <a:pt x="0" y="846"/>
                    <a:pt x="122" y="1241"/>
                  </a:cubicBezTo>
                  <a:cubicBezTo>
                    <a:pt x="243" y="1667"/>
                    <a:pt x="456" y="2031"/>
                    <a:pt x="699" y="2396"/>
                  </a:cubicBezTo>
                  <a:cubicBezTo>
                    <a:pt x="643" y="2368"/>
                    <a:pt x="580" y="2354"/>
                    <a:pt x="518" y="2354"/>
                  </a:cubicBezTo>
                  <a:cubicBezTo>
                    <a:pt x="378" y="2354"/>
                    <a:pt x="236" y="2422"/>
                    <a:pt x="152" y="2548"/>
                  </a:cubicBezTo>
                  <a:cubicBezTo>
                    <a:pt x="0" y="2700"/>
                    <a:pt x="0" y="2943"/>
                    <a:pt x="152" y="3126"/>
                  </a:cubicBezTo>
                  <a:cubicBezTo>
                    <a:pt x="243" y="3247"/>
                    <a:pt x="365" y="3338"/>
                    <a:pt x="486" y="3399"/>
                  </a:cubicBezTo>
                  <a:cubicBezTo>
                    <a:pt x="638" y="3490"/>
                    <a:pt x="730" y="3612"/>
                    <a:pt x="699" y="3794"/>
                  </a:cubicBezTo>
                  <a:cubicBezTo>
                    <a:pt x="699" y="3855"/>
                    <a:pt x="669" y="3946"/>
                    <a:pt x="638" y="4038"/>
                  </a:cubicBezTo>
                  <a:cubicBezTo>
                    <a:pt x="608" y="4129"/>
                    <a:pt x="669" y="4250"/>
                    <a:pt x="760" y="4250"/>
                  </a:cubicBezTo>
                  <a:cubicBezTo>
                    <a:pt x="851" y="4250"/>
                    <a:pt x="851" y="4189"/>
                    <a:pt x="881" y="4159"/>
                  </a:cubicBezTo>
                  <a:cubicBezTo>
                    <a:pt x="1185" y="3764"/>
                    <a:pt x="1307" y="3278"/>
                    <a:pt x="1246" y="2791"/>
                  </a:cubicBezTo>
                  <a:cubicBezTo>
                    <a:pt x="1155" y="2518"/>
                    <a:pt x="1155" y="2244"/>
                    <a:pt x="1216" y="1971"/>
                  </a:cubicBezTo>
                  <a:cubicBezTo>
                    <a:pt x="1277" y="1788"/>
                    <a:pt x="1398" y="1636"/>
                    <a:pt x="1520" y="1484"/>
                  </a:cubicBezTo>
                  <a:cubicBezTo>
                    <a:pt x="1763" y="1120"/>
                    <a:pt x="1763" y="664"/>
                    <a:pt x="1520" y="329"/>
                  </a:cubicBezTo>
                  <a:cubicBezTo>
                    <a:pt x="1356" y="110"/>
                    <a:pt x="1115" y="1"/>
                    <a:pt x="870" y="1"/>
                  </a:cubicBezTo>
                  <a:close/>
                </a:path>
              </a:pathLst>
            </a:custGeom>
            <a:solidFill>
              <a:srgbClr val="CC5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2" name="Google Shape;4542;p79"/>
            <p:cNvSpPr/>
            <p:nvPr/>
          </p:nvSpPr>
          <p:spPr>
            <a:xfrm>
              <a:off x="4081481" y="2893374"/>
              <a:ext cx="591782" cy="896629"/>
            </a:xfrm>
            <a:custGeom>
              <a:avLst/>
              <a:gdLst/>
              <a:ahLst/>
              <a:cxnLst/>
              <a:rect l="l" t="t" r="r" b="b"/>
              <a:pathLst>
                <a:path w="38390" h="58166" extrusionOk="0">
                  <a:moveTo>
                    <a:pt x="17100" y="1"/>
                  </a:moveTo>
                  <a:cubicBezTo>
                    <a:pt x="13574" y="1"/>
                    <a:pt x="9874" y="645"/>
                    <a:pt x="7690" y="3301"/>
                  </a:cubicBezTo>
                  <a:cubicBezTo>
                    <a:pt x="5897" y="5702"/>
                    <a:pt x="4529" y="8408"/>
                    <a:pt x="3708" y="11295"/>
                  </a:cubicBezTo>
                  <a:cubicBezTo>
                    <a:pt x="0" y="25095"/>
                    <a:pt x="2918" y="34305"/>
                    <a:pt x="5076" y="55733"/>
                  </a:cubicBezTo>
                  <a:cubicBezTo>
                    <a:pt x="5076" y="55885"/>
                    <a:pt x="5076" y="56037"/>
                    <a:pt x="5076" y="56189"/>
                  </a:cubicBezTo>
                  <a:cubicBezTo>
                    <a:pt x="5046" y="57266"/>
                    <a:pt x="5899" y="58166"/>
                    <a:pt x="6968" y="58166"/>
                  </a:cubicBezTo>
                  <a:cubicBezTo>
                    <a:pt x="6986" y="58166"/>
                    <a:pt x="7004" y="58166"/>
                    <a:pt x="7022" y="58165"/>
                  </a:cubicBezTo>
                  <a:cubicBezTo>
                    <a:pt x="16627" y="57922"/>
                    <a:pt x="26110" y="56250"/>
                    <a:pt x="35198" y="53211"/>
                  </a:cubicBezTo>
                  <a:cubicBezTo>
                    <a:pt x="35077" y="52694"/>
                    <a:pt x="34925" y="52208"/>
                    <a:pt x="34834" y="51630"/>
                  </a:cubicBezTo>
                  <a:cubicBezTo>
                    <a:pt x="33192" y="45186"/>
                    <a:pt x="33405" y="42329"/>
                    <a:pt x="33010" y="40323"/>
                  </a:cubicBezTo>
                  <a:cubicBezTo>
                    <a:pt x="31976" y="35368"/>
                    <a:pt x="33071" y="33332"/>
                    <a:pt x="34256" y="28438"/>
                  </a:cubicBezTo>
                  <a:cubicBezTo>
                    <a:pt x="35168" y="24700"/>
                    <a:pt x="36414" y="18468"/>
                    <a:pt x="37417" y="14760"/>
                  </a:cubicBezTo>
                  <a:cubicBezTo>
                    <a:pt x="38390" y="11022"/>
                    <a:pt x="38208" y="6614"/>
                    <a:pt x="35381" y="3970"/>
                  </a:cubicBezTo>
                  <a:cubicBezTo>
                    <a:pt x="33739" y="2420"/>
                    <a:pt x="31399" y="1781"/>
                    <a:pt x="29180" y="1325"/>
                  </a:cubicBezTo>
                  <a:cubicBezTo>
                    <a:pt x="26931" y="869"/>
                    <a:pt x="24681" y="535"/>
                    <a:pt x="22432" y="353"/>
                  </a:cubicBezTo>
                  <a:cubicBezTo>
                    <a:pt x="20889" y="192"/>
                    <a:pt x="19020" y="1"/>
                    <a:pt x="171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3" name="Google Shape;4543;p79"/>
            <p:cNvSpPr/>
            <p:nvPr/>
          </p:nvSpPr>
          <p:spPr>
            <a:xfrm>
              <a:off x="4243616" y="2867876"/>
              <a:ext cx="178521" cy="58592"/>
            </a:xfrm>
            <a:custGeom>
              <a:avLst/>
              <a:gdLst/>
              <a:ahLst/>
              <a:cxnLst/>
              <a:rect l="l" t="t" r="r" b="b"/>
              <a:pathLst>
                <a:path w="11581" h="3801" extrusionOk="0">
                  <a:moveTo>
                    <a:pt x="3556" y="1"/>
                  </a:moveTo>
                  <a:cubicBezTo>
                    <a:pt x="2523" y="61"/>
                    <a:pt x="1641" y="761"/>
                    <a:pt x="851" y="1460"/>
                  </a:cubicBezTo>
                  <a:cubicBezTo>
                    <a:pt x="426" y="1794"/>
                    <a:pt x="0" y="2219"/>
                    <a:pt x="61" y="2767"/>
                  </a:cubicBezTo>
                  <a:cubicBezTo>
                    <a:pt x="122" y="3162"/>
                    <a:pt x="395" y="3466"/>
                    <a:pt x="760" y="3618"/>
                  </a:cubicBezTo>
                  <a:cubicBezTo>
                    <a:pt x="1125" y="3739"/>
                    <a:pt x="1520" y="3800"/>
                    <a:pt x="1915" y="3800"/>
                  </a:cubicBezTo>
                  <a:cubicBezTo>
                    <a:pt x="5350" y="3800"/>
                    <a:pt x="8724" y="2736"/>
                    <a:pt x="11581" y="791"/>
                  </a:cubicBezTo>
                  <a:lnTo>
                    <a:pt x="11581" y="791"/>
                  </a:lnTo>
                  <a:cubicBezTo>
                    <a:pt x="10920" y="875"/>
                    <a:pt x="10256" y="916"/>
                    <a:pt x="9593" y="916"/>
                  </a:cubicBezTo>
                  <a:cubicBezTo>
                    <a:pt x="8091" y="916"/>
                    <a:pt x="6592" y="705"/>
                    <a:pt x="5137" y="305"/>
                  </a:cubicBezTo>
                  <a:cubicBezTo>
                    <a:pt x="4620" y="122"/>
                    <a:pt x="4103" y="31"/>
                    <a:pt x="35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4" name="Google Shape;4544;p79"/>
            <p:cNvSpPr/>
            <p:nvPr/>
          </p:nvSpPr>
          <p:spPr>
            <a:xfrm>
              <a:off x="4112407" y="3307952"/>
              <a:ext cx="511670" cy="482089"/>
            </a:xfrm>
            <a:custGeom>
              <a:avLst/>
              <a:gdLst/>
              <a:ahLst/>
              <a:cxnLst/>
              <a:rect l="l" t="t" r="r" b="b"/>
              <a:pathLst>
                <a:path w="33193" h="31274" extrusionOk="0">
                  <a:moveTo>
                    <a:pt x="13660" y="1"/>
                  </a:moveTo>
                  <a:cubicBezTo>
                    <a:pt x="9037" y="1"/>
                    <a:pt x="4379" y="504"/>
                    <a:pt x="0" y="1333"/>
                  </a:cubicBezTo>
                  <a:cubicBezTo>
                    <a:pt x="395" y="8628"/>
                    <a:pt x="1854" y="16805"/>
                    <a:pt x="3070" y="28811"/>
                  </a:cubicBezTo>
                  <a:cubicBezTo>
                    <a:pt x="3070" y="28963"/>
                    <a:pt x="3070" y="29115"/>
                    <a:pt x="3070" y="29267"/>
                  </a:cubicBezTo>
                  <a:cubicBezTo>
                    <a:pt x="3040" y="30361"/>
                    <a:pt x="3921" y="31273"/>
                    <a:pt x="5016" y="31273"/>
                  </a:cubicBezTo>
                  <a:cubicBezTo>
                    <a:pt x="14590" y="31030"/>
                    <a:pt x="24104" y="29358"/>
                    <a:pt x="33192" y="26319"/>
                  </a:cubicBezTo>
                  <a:cubicBezTo>
                    <a:pt x="33071" y="25802"/>
                    <a:pt x="32919" y="25285"/>
                    <a:pt x="32797" y="24738"/>
                  </a:cubicBezTo>
                  <a:cubicBezTo>
                    <a:pt x="31156" y="18294"/>
                    <a:pt x="31399" y="15437"/>
                    <a:pt x="30973" y="13431"/>
                  </a:cubicBezTo>
                  <a:cubicBezTo>
                    <a:pt x="30092" y="9145"/>
                    <a:pt x="30791" y="7017"/>
                    <a:pt x="31794" y="3340"/>
                  </a:cubicBezTo>
                  <a:cubicBezTo>
                    <a:pt x="26364" y="960"/>
                    <a:pt x="20045" y="1"/>
                    <a:pt x="136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5" name="Google Shape;4545;p79"/>
            <p:cNvSpPr/>
            <p:nvPr/>
          </p:nvSpPr>
          <p:spPr>
            <a:xfrm>
              <a:off x="4439018" y="2963935"/>
              <a:ext cx="233352" cy="774064"/>
            </a:xfrm>
            <a:custGeom>
              <a:avLst/>
              <a:gdLst/>
              <a:ahLst/>
              <a:cxnLst/>
              <a:rect l="l" t="t" r="r" b="b"/>
              <a:pathLst>
                <a:path w="15138" h="50215" extrusionOk="0">
                  <a:moveTo>
                    <a:pt x="12766" y="1"/>
                  </a:moveTo>
                  <a:cubicBezTo>
                    <a:pt x="0" y="12311"/>
                    <a:pt x="1915" y="33922"/>
                    <a:pt x="6809" y="50214"/>
                  </a:cubicBezTo>
                  <a:cubicBezTo>
                    <a:pt x="8541" y="49758"/>
                    <a:pt x="10274" y="49211"/>
                    <a:pt x="12006" y="48634"/>
                  </a:cubicBezTo>
                  <a:cubicBezTo>
                    <a:pt x="11885" y="48117"/>
                    <a:pt x="11733" y="47631"/>
                    <a:pt x="11642" y="47053"/>
                  </a:cubicBezTo>
                  <a:cubicBezTo>
                    <a:pt x="10000" y="40609"/>
                    <a:pt x="10213" y="37752"/>
                    <a:pt x="9818" y="35746"/>
                  </a:cubicBezTo>
                  <a:cubicBezTo>
                    <a:pt x="8784" y="30791"/>
                    <a:pt x="9879" y="28755"/>
                    <a:pt x="11064" y="23861"/>
                  </a:cubicBezTo>
                  <a:cubicBezTo>
                    <a:pt x="11976" y="20123"/>
                    <a:pt x="13222" y="13891"/>
                    <a:pt x="14225" y="10183"/>
                  </a:cubicBezTo>
                  <a:cubicBezTo>
                    <a:pt x="15137" y="6718"/>
                    <a:pt x="15016" y="2676"/>
                    <a:pt x="12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6" name="Google Shape;4546;p79"/>
            <p:cNvSpPr/>
            <p:nvPr/>
          </p:nvSpPr>
          <p:spPr>
            <a:xfrm>
              <a:off x="4535540" y="3190741"/>
              <a:ext cx="44534" cy="536504"/>
            </a:xfrm>
            <a:custGeom>
              <a:avLst/>
              <a:gdLst/>
              <a:ahLst/>
              <a:cxnLst/>
              <a:rect l="l" t="t" r="r" b="b"/>
              <a:pathLst>
                <a:path w="2889" h="34804" extrusionOk="0">
                  <a:moveTo>
                    <a:pt x="2523" y="0"/>
                  </a:moveTo>
                  <a:cubicBezTo>
                    <a:pt x="183" y="11459"/>
                    <a:pt x="1" y="23253"/>
                    <a:pt x="2007" y="34803"/>
                  </a:cubicBezTo>
                  <a:lnTo>
                    <a:pt x="2402" y="34712"/>
                  </a:lnTo>
                  <a:cubicBezTo>
                    <a:pt x="396" y="23253"/>
                    <a:pt x="578" y="11490"/>
                    <a:pt x="2888" y="91"/>
                  </a:cubicBezTo>
                  <a:lnTo>
                    <a:pt x="252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7" name="Google Shape;4547;p79"/>
            <p:cNvSpPr/>
            <p:nvPr/>
          </p:nvSpPr>
          <p:spPr>
            <a:xfrm>
              <a:off x="5112376" y="3322474"/>
              <a:ext cx="208056" cy="149418"/>
            </a:xfrm>
            <a:custGeom>
              <a:avLst/>
              <a:gdLst/>
              <a:ahLst/>
              <a:cxnLst/>
              <a:rect l="l" t="t" r="r" b="b"/>
              <a:pathLst>
                <a:path w="13497" h="9693" extrusionOk="0">
                  <a:moveTo>
                    <a:pt x="2985" y="0"/>
                  </a:moveTo>
                  <a:cubicBezTo>
                    <a:pt x="2912" y="0"/>
                    <a:pt x="2839" y="9"/>
                    <a:pt x="2767" y="27"/>
                  </a:cubicBezTo>
                  <a:cubicBezTo>
                    <a:pt x="2341" y="148"/>
                    <a:pt x="2189" y="665"/>
                    <a:pt x="2128" y="1121"/>
                  </a:cubicBezTo>
                  <a:lnTo>
                    <a:pt x="1703" y="3401"/>
                  </a:lnTo>
                  <a:cubicBezTo>
                    <a:pt x="1125" y="3583"/>
                    <a:pt x="578" y="3735"/>
                    <a:pt x="1" y="3826"/>
                  </a:cubicBezTo>
                  <a:cubicBezTo>
                    <a:pt x="1429" y="5437"/>
                    <a:pt x="2250" y="7534"/>
                    <a:pt x="2280" y="9693"/>
                  </a:cubicBezTo>
                  <a:cubicBezTo>
                    <a:pt x="3770" y="9054"/>
                    <a:pt x="5168" y="8234"/>
                    <a:pt x="6445" y="7261"/>
                  </a:cubicBezTo>
                  <a:cubicBezTo>
                    <a:pt x="6961" y="7369"/>
                    <a:pt x="7487" y="7430"/>
                    <a:pt x="8002" y="7430"/>
                  </a:cubicBezTo>
                  <a:cubicBezTo>
                    <a:pt x="8790" y="7430"/>
                    <a:pt x="9552" y="7288"/>
                    <a:pt x="10214" y="6957"/>
                  </a:cubicBezTo>
                  <a:cubicBezTo>
                    <a:pt x="10639" y="6653"/>
                    <a:pt x="11095" y="6440"/>
                    <a:pt x="11581" y="6227"/>
                  </a:cubicBezTo>
                  <a:cubicBezTo>
                    <a:pt x="11597" y="6224"/>
                    <a:pt x="11610" y="6222"/>
                    <a:pt x="11622" y="6222"/>
                  </a:cubicBezTo>
                  <a:cubicBezTo>
                    <a:pt x="11991" y="6222"/>
                    <a:pt x="10853" y="7994"/>
                    <a:pt x="12767" y="8112"/>
                  </a:cubicBezTo>
                  <a:cubicBezTo>
                    <a:pt x="13071" y="7291"/>
                    <a:pt x="13284" y="6471"/>
                    <a:pt x="13466" y="5650"/>
                  </a:cubicBezTo>
                  <a:cubicBezTo>
                    <a:pt x="13496" y="5255"/>
                    <a:pt x="13375" y="4860"/>
                    <a:pt x="13071" y="4616"/>
                  </a:cubicBezTo>
                  <a:cubicBezTo>
                    <a:pt x="12919" y="4525"/>
                    <a:pt x="12736" y="4404"/>
                    <a:pt x="12615" y="4282"/>
                  </a:cubicBezTo>
                  <a:cubicBezTo>
                    <a:pt x="12372" y="4039"/>
                    <a:pt x="12433" y="3644"/>
                    <a:pt x="12129" y="3370"/>
                  </a:cubicBezTo>
                  <a:cubicBezTo>
                    <a:pt x="11825" y="3127"/>
                    <a:pt x="11369" y="3340"/>
                    <a:pt x="11034" y="3127"/>
                  </a:cubicBezTo>
                  <a:cubicBezTo>
                    <a:pt x="10700" y="2914"/>
                    <a:pt x="10730" y="2398"/>
                    <a:pt x="10457" y="2094"/>
                  </a:cubicBezTo>
                  <a:cubicBezTo>
                    <a:pt x="10001" y="1638"/>
                    <a:pt x="9211" y="2033"/>
                    <a:pt x="8694" y="1668"/>
                  </a:cubicBezTo>
                  <a:cubicBezTo>
                    <a:pt x="8359" y="1425"/>
                    <a:pt x="8268" y="939"/>
                    <a:pt x="7904" y="726"/>
                  </a:cubicBezTo>
                  <a:cubicBezTo>
                    <a:pt x="7747" y="667"/>
                    <a:pt x="7602" y="633"/>
                    <a:pt x="7454" y="633"/>
                  </a:cubicBezTo>
                  <a:cubicBezTo>
                    <a:pt x="7373" y="633"/>
                    <a:pt x="7291" y="643"/>
                    <a:pt x="7204" y="665"/>
                  </a:cubicBezTo>
                  <a:cubicBezTo>
                    <a:pt x="6232" y="756"/>
                    <a:pt x="5259" y="969"/>
                    <a:pt x="4347" y="1303"/>
                  </a:cubicBezTo>
                  <a:cubicBezTo>
                    <a:pt x="4226" y="969"/>
                    <a:pt x="4013" y="635"/>
                    <a:pt x="3770" y="361"/>
                  </a:cubicBezTo>
                  <a:cubicBezTo>
                    <a:pt x="3575" y="141"/>
                    <a:pt x="3281" y="0"/>
                    <a:pt x="2985" y="0"/>
                  </a:cubicBezTo>
                  <a:close/>
                </a:path>
              </a:pathLst>
            </a:custGeom>
            <a:solidFill>
              <a:srgbClr val="E8BA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8" name="Google Shape;4548;p79"/>
            <p:cNvSpPr/>
            <p:nvPr/>
          </p:nvSpPr>
          <p:spPr>
            <a:xfrm>
              <a:off x="5114719" y="3362696"/>
              <a:ext cx="97007" cy="112946"/>
            </a:xfrm>
            <a:custGeom>
              <a:avLst/>
              <a:gdLst/>
              <a:ahLst/>
              <a:cxnLst/>
              <a:rect l="l" t="t" r="r" b="b"/>
              <a:pathLst>
                <a:path w="6293" h="7327" extrusionOk="0">
                  <a:moveTo>
                    <a:pt x="1013" y="1"/>
                  </a:moveTo>
                  <a:cubicBezTo>
                    <a:pt x="591" y="1"/>
                    <a:pt x="202" y="237"/>
                    <a:pt x="1" y="640"/>
                  </a:cubicBezTo>
                  <a:cubicBezTo>
                    <a:pt x="1520" y="2615"/>
                    <a:pt x="2615" y="4895"/>
                    <a:pt x="3223" y="7327"/>
                  </a:cubicBezTo>
                  <a:lnTo>
                    <a:pt x="6293" y="5199"/>
                  </a:lnTo>
                  <a:cubicBezTo>
                    <a:pt x="5897" y="3345"/>
                    <a:pt x="4408" y="1795"/>
                    <a:pt x="2767" y="700"/>
                  </a:cubicBezTo>
                  <a:cubicBezTo>
                    <a:pt x="2341" y="366"/>
                    <a:pt x="1824" y="153"/>
                    <a:pt x="1277" y="32"/>
                  </a:cubicBezTo>
                  <a:cubicBezTo>
                    <a:pt x="1189" y="11"/>
                    <a:pt x="1100" y="1"/>
                    <a:pt x="10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9" name="Google Shape;4549;p79"/>
            <p:cNvSpPr/>
            <p:nvPr/>
          </p:nvSpPr>
          <p:spPr>
            <a:xfrm>
              <a:off x="4487750" y="2945960"/>
              <a:ext cx="695340" cy="602079"/>
            </a:xfrm>
            <a:custGeom>
              <a:avLst/>
              <a:gdLst/>
              <a:ahLst/>
              <a:cxnLst/>
              <a:rect l="l" t="t" r="r" b="b"/>
              <a:pathLst>
                <a:path w="45108" h="39058" extrusionOk="0">
                  <a:moveTo>
                    <a:pt x="8045" y="0"/>
                  </a:moveTo>
                  <a:cubicBezTo>
                    <a:pt x="7986" y="0"/>
                    <a:pt x="7929" y="4"/>
                    <a:pt x="7873" y="12"/>
                  </a:cubicBezTo>
                  <a:cubicBezTo>
                    <a:pt x="5775" y="285"/>
                    <a:pt x="3648" y="893"/>
                    <a:pt x="2219" y="2383"/>
                  </a:cubicBezTo>
                  <a:cubicBezTo>
                    <a:pt x="821" y="3750"/>
                    <a:pt x="31" y="5604"/>
                    <a:pt x="0" y="7550"/>
                  </a:cubicBezTo>
                  <a:cubicBezTo>
                    <a:pt x="61" y="11410"/>
                    <a:pt x="2493" y="14693"/>
                    <a:pt x="4408" y="18067"/>
                  </a:cubicBezTo>
                  <a:cubicBezTo>
                    <a:pt x="5319" y="19678"/>
                    <a:pt x="5927" y="21380"/>
                    <a:pt x="6839" y="22991"/>
                  </a:cubicBezTo>
                  <a:cubicBezTo>
                    <a:pt x="6961" y="22960"/>
                    <a:pt x="7052" y="22930"/>
                    <a:pt x="7174" y="22930"/>
                  </a:cubicBezTo>
                  <a:cubicBezTo>
                    <a:pt x="7204" y="22991"/>
                    <a:pt x="7234" y="23052"/>
                    <a:pt x="7265" y="23112"/>
                  </a:cubicBezTo>
                  <a:cubicBezTo>
                    <a:pt x="8633" y="25818"/>
                    <a:pt x="11915" y="32444"/>
                    <a:pt x="13526" y="34997"/>
                  </a:cubicBezTo>
                  <a:cubicBezTo>
                    <a:pt x="14408" y="36365"/>
                    <a:pt x="15472" y="37702"/>
                    <a:pt x="16931" y="38340"/>
                  </a:cubicBezTo>
                  <a:cubicBezTo>
                    <a:pt x="17478" y="38736"/>
                    <a:pt x="18116" y="38948"/>
                    <a:pt x="18754" y="39040"/>
                  </a:cubicBezTo>
                  <a:cubicBezTo>
                    <a:pt x="18897" y="39052"/>
                    <a:pt x="19035" y="39058"/>
                    <a:pt x="19170" y="39058"/>
                  </a:cubicBezTo>
                  <a:cubicBezTo>
                    <a:pt x="20334" y="39058"/>
                    <a:pt x="21264" y="38632"/>
                    <a:pt x="22463" y="38523"/>
                  </a:cubicBezTo>
                  <a:cubicBezTo>
                    <a:pt x="26870" y="38067"/>
                    <a:pt x="40730" y="37611"/>
                    <a:pt x="45107" y="35635"/>
                  </a:cubicBezTo>
                  <a:cubicBezTo>
                    <a:pt x="45047" y="33538"/>
                    <a:pt x="44651" y="29313"/>
                    <a:pt x="40426" y="26000"/>
                  </a:cubicBezTo>
                  <a:cubicBezTo>
                    <a:pt x="36749" y="26577"/>
                    <a:pt x="25229" y="27824"/>
                    <a:pt x="22189" y="28432"/>
                  </a:cubicBezTo>
                  <a:cubicBezTo>
                    <a:pt x="21733" y="27368"/>
                    <a:pt x="19909" y="24541"/>
                    <a:pt x="19423" y="23477"/>
                  </a:cubicBezTo>
                  <a:cubicBezTo>
                    <a:pt x="19058" y="22656"/>
                    <a:pt x="17630" y="19252"/>
                    <a:pt x="17356" y="18523"/>
                  </a:cubicBezTo>
                  <a:cubicBezTo>
                    <a:pt x="17356" y="18492"/>
                    <a:pt x="16353" y="15513"/>
                    <a:pt x="16353" y="15513"/>
                  </a:cubicBezTo>
                  <a:cubicBezTo>
                    <a:pt x="16505" y="15392"/>
                    <a:pt x="16110" y="14662"/>
                    <a:pt x="15988" y="14267"/>
                  </a:cubicBezTo>
                  <a:cubicBezTo>
                    <a:pt x="15624" y="13082"/>
                    <a:pt x="15289" y="11866"/>
                    <a:pt x="14924" y="10681"/>
                  </a:cubicBezTo>
                  <a:cubicBezTo>
                    <a:pt x="14013" y="7793"/>
                    <a:pt x="12918" y="4814"/>
                    <a:pt x="11307" y="2200"/>
                  </a:cubicBezTo>
                  <a:cubicBezTo>
                    <a:pt x="10759" y="1334"/>
                    <a:pt x="9167" y="0"/>
                    <a:pt x="80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0" name="Google Shape;4550;p79"/>
            <p:cNvSpPr/>
            <p:nvPr/>
          </p:nvSpPr>
          <p:spPr>
            <a:xfrm>
              <a:off x="4124586" y="2866010"/>
              <a:ext cx="433424" cy="262857"/>
            </a:xfrm>
            <a:custGeom>
              <a:avLst/>
              <a:gdLst/>
              <a:ahLst/>
              <a:cxnLst/>
              <a:rect l="l" t="t" r="r" b="b"/>
              <a:pathLst>
                <a:path w="28117" h="17052" extrusionOk="0">
                  <a:moveTo>
                    <a:pt x="11521" y="0"/>
                  </a:moveTo>
                  <a:lnTo>
                    <a:pt x="11521" y="0"/>
                  </a:lnTo>
                  <a:cubicBezTo>
                    <a:pt x="8846" y="669"/>
                    <a:pt x="6323" y="1854"/>
                    <a:pt x="3830" y="3009"/>
                  </a:cubicBezTo>
                  <a:cubicBezTo>
                    <a:pt x="2767" y="3496"/>
                    <a:pt x="1672" y="4012"/>
                    <a:pt x="973" y="4955"/>
                  </a:cubicBezTo>
                  <a:cubicBezTo>
                    <a:pt x="122" y="6049"/>
                    <a:pt x="1" y="7569"/>
                    <a:pt x="213" y="8936"/>
                  </a:cubicBezTo>
                  <a:cubicBezTo>
                    <a:pt x="426" y="10304"/>
                    <a:pt x="943" y="11581"/>
                    <a:pt x="1308" y="12949"/>
                  </a:cubicBezTo>
                  <a:cubicBezTo>
                    <a:pt x="1642" y="14316"/>
                    <a:pt x="1855" y="15745"/>
                    <a:pt x="1399" y="17052"/>
                  </a:cubicBezTo>
                  <a:cubicBezTo>
                    <a:pt x="5411" y="16961"/>
                    <a:pt x="9636" y="16778"/>
                    <a:pt x="13040" y="14651"/>
                  </a:cubicBezTo>
                  <a:cubicBezTo>
                    <a:pt x="16110" y="12705"/>
                    <a:pt x="18086" y="9453"/>
                    <a:pt x="20882" y="7113"/>
                  </a:cubicBezTo>
                  <a:cubicBezTo>
                    <a:pt x="22949" y="5350"/>
                    <a:pt x="25442" y="4164"/>
                    <a:pt x="28117" y="3648"/>
                  </a:cubicBezTo>
                  <a:cubicBezTo>
                    <a:pt x="26962" y="1702"/>
                    <a:pt x="24895" y="426"/>
                    <a:pt x="22615" y="304"/>
                  </a:cubicBezTo>
                  <a:cubicBezTo>
                    <a:pt x="22475" y="295"/>
                    <a:pt x="22335" y="291"/>
                    <a:pt x="22196" y="291"/>
                  </a:cubicBezTo>
                  <a:cubicBezTo>
                    <a:pt x="20399" y="291"/>
                    <a:pt x="18652" y="988"/>
                    <a:pt x="16931" y="1581"/>
                  </a:cubicBezTo>
                  <a:cubicBezTo>
                    <a:pt x="14378" y="2492"/>
                    <a:pt x="11733" y="3161"/>
                    <a:pt x="9028" y="3556"/>
                  </a:cubicBezTo>
                  <a:cubicBezTo>
                    <a:pt x="8972" y="3565"/>
                    <a:pt x="8912" y="3569"/>
                    <a:pt x="8850" y="3569"/>
                  </a:cubicBezTo>
                  <a:cubicBezTo>
                    <a:pt x="8474" y="3569"/>
                    <a:pt x="8034" y="3409"/>
                    <a:pt x="8086" y="3070"/>
                  </a:cubicBezTo>
                  <a:cubicBezTo>
                    <a:pt x="8147" y="2918"/>
                    <a:pt x="8238" y="2796"/>
                    <a:pt x="8359" y="2705"/>
                  </a:cubicBezTo>
                  <a:lnTo>
                    <a:pt x="1152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1" name="Google Shape;4551;p79"/>
            <p:cNvSpPr/>
            <p:nvPr/>
          </p:nvSpPr>
          <p:spPr>
            <a:xfrm>
              <a:off x="4514451" y="2515025"/>
              <a:ext cx="53428" cy="141988"/>
            </a:xfrm>
            <a:custGeom>
              <a:avLst/>
              <a:gdLst/>
              <a:ahLst/>
              <a:cxnLst/>
              <a:rect l="l" t="t" r="r" b="b"/>
              <a:pathLst>
                <a:path w="3466" h="9211" extrusionOk="0">
                  <a:moveTo>
                    <a:pt x="1" y="1"/>
                  </a:moveTo>
                  <a:cubicBezTo>
                    <a:pt x="700" y="2858"/>
                    <a:pt x="761" y="5837"/>
                    <a:pt x="244" y="8724"/>
                  </a:cubicBezTo>
                  <a:lnTo>
                    <a:pt x="1733" y="9211"/>
                  </a:lnTo>
                  <a:cubicBezTo>
                    <a:pt x="2676" y="6749"/>
                    <a:pt x="3253" y="4195"/>
                    <a:pt x="3466" y="1551"/>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2" name="Google Shape;4552;p79"/>
            <p:cNvSpPr/>
            <p:nvPr/>
          </p:nvSpPr>
          <p:spPr>
            <a:xfrm>
              <a:off x="4466197" y="2631928"/>
              <a:ext cx="105439" cy="135066"/>
            </a:xfrm>
            <a:custGeom>
              <a:avLst/>
              <a:gdLst/>
              <a:ahLst/>
              <a:cxnLst/>
              <a:rect l="l" t="t" r="r" b="b"/>
              <a:pathLst>
                <a:path w="6840" h="8762" extrusionOk="0">
                  <a:moveTo>
                    <a:pt x="3646" y="1"/>
                  </a:moveTo>
                  <a:cubicBezTo>
                    <a:pt x="3502" y="1"/>
                    <a:pt x="3360" y="24"/>
                    <a:pt x="3222" y="77"/>
                  </a:cubicBezTo>
                  <a:cubicBezTo>
                    <a:pt x="2766" y="290"/>
                    <a:pt x="2432" y="655"/>
                    <a:pt x="2219" y="1111"/>
                  </a:cubicBezTo>
                  <a:cubicBezTo>
                    <a:pt x="1672" y="2053"/>
                    <a:pt x="1155" y="3026"/>
                    <a:pt x="729" y="4029"/>
                  </a:cubicBezTo>
                  <a:cubicBezTo>
                    <a:pt x="334" y="4910"/>
                    <a:pt x="0" y="5944"/>
                    <a:pt x="426" y="6825"/>
                  </a:cubicBezTo>
                  <a:cubicBezTo>
                    <a:pt x="821" y="7707"/>
                    <a:pt x="1854" y="8132"/>
                    <a:pt x="2796" y="8436"/>
                  </a:cubicBezTo>
                  <a:cubicBezTo>
                    <a:pt x="3262" y="8609"/>
                    <a:pt x="3767" y="8762"/>
                    <a:pt x="4244" y="8762"/>
                  </a:cubicBezTo>
                  <a:cubicBezTo>
                    <a:pt x="4608" y="8762"/>
                    <a:pt x="4956" y="8673"/>
                    <a:pt x="5258" y="8436"/>
                  </a:cubicBezTo>
                  <a:cubicBezTo>
                    <a:pt x="5745" y="8071"/>
                    <a:pt x="5897" y="7403"/>
                    <a:pt x="6018" y="6795"/>
                  </a:cubicBezTo>
                  <a:cubicBezTo>
                    <a:pt x="6201" y="5761"/>
                    <a:pt x="6413" y="4758"/>
                    <a:pt x="6596" y="3755"/>
                  </a:cubicBezTo>
                  <a:cubicBezTo>
                    <a:pt x="6717" y="3026"/>
                    <a:pt x="6839" y="2266"/>
                    <a:pt x="6505" y="1628"/>
                  </a:cubicBezTo>
                  <a:cubicBezTo>
                    <a:pt x="6170" y="989"/>
                    <a:pt x="5532" y="685"/>
                    <a:pt x="4924" y="381"/>
                  </a:cubicBezTo>
                  <a:cubicBezTo>
                    <a:pt x="4515" y="200"/>
                    <a:pt x="4072" y="1"/>
                    <a:pt x="36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3" name="Google Shape;4553;p79"/>
            <p:cNvSpPr/>
            <p:nvPr/>
          </p:nvSpPr>
          <p:spPr>
            <a:xfrm>
              <a:off x="4494779" y="2654204"/>
              <a:ext cx="78724" cy="108229"/>
            </a:xfrm>
            <a:custGeom>
              <a:avLst/>
              <a:gdLst/>
              <a:ahLst/>
              <a:cxnLst/>
              <a:rect l="l" t="t" r="r" b="b"/>
              <a:pathLst>
                <a:path w="5107" h="7021" extrusionOk="0">
                  <a:moveTo>
                    <a:pt x="3209" y="1"/>
                  </a:moveTo>
                  <a:cubicBezTo>
                    <a:pt x="2772" y="1"/>
                    <a:pt x="2321" y="129"/>
                    <a:pt x="1945" y="365"/>
                  </a:cubicBezTo>
                  <a:cubicBezTo>
                    <a:pt x="1186" y="912"/>
                    <a:pt x="638" y="1733"/>
                    <a:pt x="365" y="2645"/>
                  </a:cubicBezTo>
                  <a:cubicBezTo>
                    <a:pt x="61" y="3435"/>
                    <a:pt x="0" y="4256"/>
                    <a:pt x="122" y="5076"/>
                  </a:cubicBezTo>
                  <a:cubicBezTo>
                    <a:pt x="274" y="5927"/>
                    <a:pt x="851" y="6596"/>
                    <a:pt x="1611" y="6930"/>
                  </a:cubicBezTo>
                  <a:cubicBezTo>
                    <a:pt x="1807" y="6992"/>
                    <a:pt x="2007" y="7021"/>
                    <a:pt x="2206" y="7021"/>
                  </a:cubicBezTo>
                  <a:cubicBezTo>
                    <a:pt x="3091" y="7021"/>
                    <a:pt x="3967" y="6459"/>
                    <a:pt x="4438" y="5715"/>
                  </a:cubicBezTo>
                  <a:cubicBezTo>
                    <a:pt x="5015" y="4772"/>
                    <a:pt x="5107" y="3617"/>
                    <a:pt x="5107" y="2493"/>
                  </a:cubicBezTo>
                  <a:cubicBezTo>
                    <a:pt x="5107" y="1824"/>
                    <a:pt x="5015" y="1094"/>
                    <a:pt x="4559" y="578"/>
                  </a:cubicBezTo>
                  <a:cubicBezTo>
                    <a:pt x="4229" y="182"/>
                    <a:pt x="3729" y="1"/>
                    <a:pt x="32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4" name="Google Shape;4554;p79"/>
            <p:cNvSpPr/>
            <p:nvPr/>
          </p:nvSpPr>
          <p:spPr>
            <a:xfrm>
              <a:off x="4461973" y="3780696"/>
              <a:ext cx="104976" cy="133078"/>
            </a:xfrm>
            <a:custGeom>
              <a:avLst/>
              <a:gdLst/>
              <a:ahLst/>
              <a:cxnLst/>
              <a:rect l="l" t="t" r="r" b="b"/>
              <a:pathLst>
                <a:path w="6810" h="8633" extrusionOk="0">
                  <a:moveTo>
                    <a:pt x="2189" y="395"/>
                  </a:moveTo>
                  <a:cubicBezTo>
                    <a:pt x="2675" y="395"/>
                    <a:pt x="3131" y="547"/>
                    <a:pt x="3557" y="760"/>
                  </a:cubicBezTo>
                  <a:cubicBezTo>
                    <a:pt x="5350" y="1763"/>
                    <a:pt x="6414" y="3648"/>
                    <a:pt x="6353" y="5684"/>
                  </a:cubicBezTo>
                  <a:cubicBezTo>
                    <a:pt x="6292" y="6566"/>
                    <a:pt x="5928" y="7660"/>
                    <a:pt x="5046" y="8085"/>
                  </a:cubicBezTo>
                  <a:cubicBezTo>
                    <a:pt x="4803" y="8177"/>
                    <a:pt x="4529" y="8237"/>
                    <a:pt x="4225" y="8237"/>
                  </a:cubicBezTo>
                  <a:cubicBezTo>
                    <a:pt x="3709" y="8237"/>
                    <a:pt x="3192" y="8085"/>
                    <a:pt x="2766" y="7812"/>
                  </a:cubicBezTo>
                  <a:cubicBezTo>
                    <a:pt x="943" y="6718"/>
                    <a:pt x="396" y="4408"/>
                    <a:pt x="487" y="2645"/>
                  </a:cubicBezTo>
                  <a:cubicBezTo>
                    <a:pt x="548" y="1642"/>
                    <a:pt x="852" y="942"/>
                    <a:pt x="1368" y="608"/>
                  </a:cubicBezTo>
                  <a:cubicBezTo>
                    <a:pt x="1611" y="456"/>
                    <a:pt x="1915" y="395"/>
                    <a:pt x="2189" y="395"/>
                  </a:cubicBezTo>
                  <a:close/>
                  <a:moveTo>
                    <a:pt x="2189" y="0"/>
                  </a:moveTo>
                  <a:cubicBezTo>
                    <a:pt x="1824" y="0"/>
                    <a:pt x="1459" y="91"/>
                    <a:pt x="1155" y="304"/>
                  </a:cubicBezTo>
                  <a:cubicBezTo>
                    <a:pt x="517" y="699"/>
                    <a:pt x="183" y="1459"/>
                    <a:pt x="122" y="2614"/>
                  </a:cubicBezTo>
                  <a:cubicBezTo>
                    <a:pt x="0" y="4499"/>
                    <a:pt x="608" y="6930"/>
                    <a:pt x="2554" y="8146"/>
                  </a:cubicBezTo>
                  <a:cubicBezTo>
                    <a:pt x="3070" y="8450"/>
                    <a:pt x="3648" y="8602"/>
                    <a:pt x="4225" y="8633"/>
                  </a:cubicBezTo>
                  <a:cubicBezTo>
                    <a:pt x="4560" y="8633"/>
                    <a:pt x="4925" y="8572"/>
                    <a:pt x="5229" y="8420"/>
                  </a:cubicBezTo>
                  <a:cubicBezTo>
                    <a:pt x="6110" y="7994"/>
                    <a:pt x="6657" y="6991"/>
                    <a:pt x="6718" y="5715"/>
                  </a:cubicBezTo>
                  <a:cubicBezTo>
                    <a:pt x="6809" y="3526"/>
                    <a:pt x="5654" y="1490"/>
                    <a:pt x="3739" y="426"/>
                  </a:cubicBezTo>
                  <a:cubicBezTo>
                    <a:pt x="3253" y="183"/>
                    <a:pt x="2736" y="31"/>
                    <a:pt x="2189" y="0"/>
                  </a:cubicBezTo>
                  <a:close/>
                </a:path>
              </a:pathLst>
            </a:custGeom>
            <a:solidFill>
              <a:srgbClr val="FAD3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5" name="Google Shape;4555;p79"/>
            <p:cNvSpPr/>
            <p:nvPr/>
          </p:nvSpPr>
          <p:spPr>
            <a:xfrm>
              <a:off x="5459137" y="2627010"/>
              <a:ext cx="517759" cy="866863"/>
            </a:xfrm>
            <a:custGeom>
              <a:avLst/>
              <a:gdLst/>
              <a:ahLst/>
              <a:cxnLst/>
              <a:rect l="l" t="t" r="r" b="b"/>
              <a:pathLst>
                <a:path w="33588" h="56235" extrusionOk="0">
                  <a:moveTo>
                    <a:pt x="10812" y="0"/>
                  </a:moveTo>
                  <a:cubicBezTo>
                    <a:pt x="7369" y="0"/>
                    <a:pt x="2865" y="803"/>
                    <a:pt x="0" y="3041"/>
                  </a:cubicBezTo>
                  <a:cubicBezTo>
                    <a:pt x="1247" y="19576"/>
                    <a:pt x="2341" y="38361"/>
                    <a:pt x="3557" y="54896"/>
                  </a:cubicBezTo>
                  <a:cubicBezTo>
                    <a:pt x="6785" y="55861"/>
                    <a:pt x="10099" y="56235"/>
                    <a:pt x="13445" y="56235"/>
                  </a:cubicBezTo>
                  <a:cubicBezTo>
                    <a:pt x="19265" y="56235"/>
                    <a:pt x="25181" y="55103"/>
                    <a:pt x="30913" y="53984"/>
                  </a:cubicBezTo>
                  <a:cubicBezTo>
                    <a:pt x="30913" y="38725"/>
                    <a:pt x="30943" y="23406"/>
                    <a:pt x="33253" y="8330"/>
                  </a:cubicBezTo>
                  <a:cubicBezTo>
                    <a:pt x="33436" y="7327"/>
                    <a:pt x="33588" y="6172"/>
                    <a:pt x="33162" y="5229"/>
                  </a:cubicBezTo>
                  <a:cubicBezTo>
                    <a:pt x="32585" y="3922"/>
                    <a:pt x="31095" y="3345"/>
                    <a:pt x="29727" y="2919"/>
                  </a:cubicBezTo>
                  <a:cubicBezTo>
                    <a:pt x="26992" y="2038"/>
                    <a:pt x="24226" y="1430"/>
                    <a:pt x="21399" y="1096"/>
                  </a:cubicBezTo>
                  <a:cubicBezTo>
                    <a:pt x="17843" y="579"/>
                    <a:pt x="14560" y="32"/>
                    <a:pt x="11004" y="1"/>
                  </a:cubicBezTo>
                  <a:cubicBezTo>
                    <a:pt x="10940" y="1"/>
                    <a:pt x="10876" y="0"/>
                    <a:pt x="1081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6" name="Google Shape;4556;p79"/>
            <p:cNvSpPr/>
            <p:nvPr/>
          </p:nvSpPr>
          <p:spPr>
            <a:xfrm>
              <a:off x="5656420" y="2628428"/>
              <a:ext cx="37027" cy="856519"/>
            </a:xfrm>
            <a:custGeom>
              <a:avLst/>
              <a:gdLst/>
              <a:ahLst/>
              <a:cxnLst/>
              <a:rect l="l" t="t" r="r" b="b"/>
              <a:pathLst>
                <a:path w="2402" h="55564" extrusionOk="0">
                  <a:moveTo>
                    <a:pt x="0" y="0"/>
                  </a:moveTo>
                  <a:lnTo>
                    <a:pt x="0" y="396"/>
                  </a:lnTo>
                  <a:cubicBezTo>
                    <a:pt x="395" y="426"/>
                    <a:pt x="790" y="578"/>
                    <a:pt x="1064" y="882"/>
                  </a:cubicBezTo>
                  <a:cubicBezTo>
                    <a:pt x="1337" y="1186"/>
                    <a:pt x="1459" y="1611"/>
                    <a:pt x="1398" y="2007"/>
                  </a:cubicBezTo>
                  <a:cubicBezTo>
                    <a:pt x="1277" y="3770"/>
                    <a:pt x="1337" y="46445"/>
                    <a:pt x="1763" y="51886"/>
                  </a:cubicBezTo>
                  <a:cubicBezTo>
                    <a:pt x="1854" y="52646"/>
                    <a:pt x="1885" y="54743"/>
                    <a:pt x="1216" y="55260"/>
                  </a:cubicBezTo>
                  <a:lnTo>
                    <a:pt x="1459" y="55564"/>
                  </a:lnTo>
                  <a:cubicBezTo>
                    <a:pt x="2401" y="54804"/>
                    <a:pt x="2189" y="52159"/>
                    <a:pt x="2158" y="51855"/>
                  </a:cubicBezTo>
                  <a:cubicBezTo>
                    <a:pt x="1702" y="46415"/>
                    <a:pt x="1641" y="3800"/>
                    <a:pt x="1763" y="2037"/>
                  </a:cubicBezTo>
                  <a:cubicBezTo>
                    <a:pt x="1824" y="1520"/>
                    <a:pt x="1672" y="1004"/>
                    <a:pt x="1337" y="608"/>
                  </a:cubicBezTo>
                  <a:cubicBezTo>
                    <a:pt x="973" y="244"/>
                    <a:pt x="517" y="31"/>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7" name="Google Shape;4557;p79"/>
            <p:cNvSpPr/>
            <p:nvPr/>
          </p:nvSpPr>
          <p:spPr>
            <a:xfrm>
              <a:off x="5685002" y="2699189"/>
              <a:ext cx="275050" cy="586633"/>
            </a:xfrm>
            <a:custGeom>
              <a:avLst/>
              <a:gdLst/>
              <a:ahLst/>
              <a:cxnLst/>
              <a:rect l="l" t="t" r="r" b="b"/>
              <a:pathLst>
                <a:path w="17843" h="38056" extrusionOk="0">
                  <a:moveTo>
                    <a:pt x="15320" y="0"/>
                  </a:moveTo>
                  <a:cubicBezTo>
                    <a:pt x="14864" y="61"/>
                    <a:pt x="14438" y="243"/>
                    <a:pt x="14043" y="487"/>
                  </a:cubicBezTo>
                  <a:cubicBezTo>
                    <a:pt x="10487" y="2493"/>
                    <a:pt x="7052" y="4712"/>
                    <a:pt x="3739" y="7113"/>
                  </a:cubicBezTo>
                  <a:cubicBezTo>
                    <a:pt x="2341" y="8085"/>
                    <a:pt x="912" y="9210"/>
                    <a:pt x="426" y="10851"/>
                  </a:cubicBezTo>
                  <a:cubicBezTo>
                    <a:pt x="0" y="12250"/>
                    <a:pt x="365" y="13800"/>
                    <a:pt x="669" y="15076"/>
                  </a:cubicBezTo>
                  <a:lnTo>
                    <a:pt x="6110" y="38055"/>
                  </a:lnTo>
                  <a:lnTo>
                    <a:pt x="6475" y="37964"/>
                  </a:lnTo>
                  <a:lnTo>
                    <a:pt x="1003" y="14985"/>
                  </a:lnTo>
                  <a:cubicBezTo>
                    <a:pt x="699" y="13709"/>
                    <a:pt x="365" y="12280"/>
                    <a:pt x="791" y="10943"/>
                  </a:cubicBezTo>
                  <a:cubicBezTo>
                    <a:pt x="1246" y="9423"/>
                    <a:pt x="2584" y="8359"/>
                    <a:pt x="3952" y="7417"/>
                  </a:cubicBezTo>
                  <a:cubicBezTo>
                    <a:pt x="7265" y="5046"/>
                    <a:pt x="10700" y="2827"/>
                    <a:pt x="14225" y="821"/>
                  </a:cubicBezTo>
                  <a:cubicBezTo>
                    <a:pt x="14560" y="578"/>
                    <a:pt x="14925" y="456"/>
                    <a:pt x="15320" y="395"/>
                  </a:cubicBezTo>
                  <a:cubicBezTo>
                    <a:pt x="15897" y="395"/>
                    <a:pt x="16444" y="699"/>
                    <a:pt x="16748" y="1186"/>
                  </a:cubicBezTo>
                  <a:cubicBezTo>
                    <a:pt x="17083" y="1702"/>
                    <a:pt x="17326" y="2280"/>
                    <a:pt x="17447" y="2888"/>
                  </a:cubicBezTo>
                  <a:lnTo>
                    <a:pt x="17843" y="2766"/>
                  </a:lnTo>
                  <a:cubicBezTo>
                    <a:pt x="17691" y="2128"/>
                    <a:pt x="17447" y="1520"/>
                    <a:pt x="17083" y="973"/>
                  </a:cubicBezTo>
                  <a:cubicBezTo>
                    <a:pt x="16687" y="365"/>
                    <a:pt x="16019" y="0"/>
                    <a:pt x="153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8" name="Google Shape;4558;p79"/>
            <p:cNvSpPr/>
            <p:nvPr/>
          </p:nvSpPr>
          <p:spPr>
            <a:xfrm>
              <a:off x="5793241" y="3304129"/>
              <a:ext cx="141047" cy="50623"/>
            </a:xfrm>
            <a:custGeom>
              <a:avLst/>
              <a:gdLst/>
              <a:ahLst/>
              <a:cxnLst/>
              <a:rect l="l" t="t" r="r" b="b"/>
              <a:pathLst>
                <a:path w="9150" h="3284" extrusionOk="0">
                  <a:moveTo>
                    <a:pt x="92" y="1"/>
                  </a:moveTo>
                  <a:lnTo>
                    <a:pt x="1" y="366"/>
                  </a:lnTo>
                  <a:lnTo>
                    <a:pt x="9059" y="3284"/>
                  </a:lnTo>
                  <a:lnTo>
                    <a:pt x="9150" y="2919"/>
                  </a:lnTo>
                  <a:lnTo>
                    <a:pt x="9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9" name="Google Shape;4559;p79"/>
            <p:cNvSpPr/>
            <p:nvPr/>
          </p:nvSpPr>
          <p:spPr>
            <a:xfrm>
              <a:off x="5455390" y="2645294"/>
              <a:ext cx="214608" cy="829913"/>
            </a:xfrm>
            <a:custGeom>
              <a:avLst/>
              <a:gdLst/>
              <a:ahLst/>
              <a:cxnLst/>
              <a:rect l="l" t="t" r="r" b="b"/>
              <a:pathLst>
                <a:path w="13922" h="53838" extrusionOk="0">
                  <a:moveTo>
                    <a:pt x="11413" y="0"/>
                  </a:moveTo>
                  <a:cubicBezTo>
                    <a:pt x="11153" y="0"/>
                    <a:pt x="10889" y="26"/>
                    <a:pt x="10639" y="62"/>
                  </a:cubicBezTo>
                  <a:cubicBezTo>
                    <a:pt x="7022" y="517"/>
                    <a:pt x="3192" y="1004"/>
                    <a:pt x="0" y="2767"/>
                  </a:cubicBezTo>
                  <a:cubicBezTo>
                    <a:pt x="1581" y="18056"/>
                    <a:pt x="2736" y="34135"/>
                    <a:pt x="2827" y="49546"/>
                  </a:cubicBezTo>
                  <a:cubicBezTo>
                    <a:pt x="2827" y="50579"/>
                    <a:pt x="2888" y="51734"/>
                    <a:pt x="3678" y="52433"/>
                  </a:cubicBezTo>
                  <a:cubicBezTo>
                    <a:pt x="4225" y="52889"/>
                    <a:pt x="4985" y="53011"/>
                    <a:pt x="5684" y="53102"/>
                  </a:cubicBezTo>
                  <a:lnTo>
                    <a:pt x="11004" y="53770"/>
                  </a:lnTo>
                  <a:cubicBezTo>
                    <a:pt x="11287" y="53808"/>
                    <a:pt x="11589" y="53837"/>
                    <a:pt x="11885" y="53837"/>
                  </a:cubicBezTo>
                  <a:cubicBezTo>
                    <a:pt x="12541" y="53837"/>
                    <a:pt x="13171" y="53695"/>
                    <a:pt x="13526" y="53193"/>
                  </a:cubicBezTo>
                  <a:cubicBezTo>
                    <a:pt x="13800" y="52737"/>
                    <a:pt x="13922" y="52190"/>
                    <a:pt x="13861" y="51643"/>
                  </a:cubicBezTo>
                  <a:cubicBezTo>
                    <a:pt x="13678" y="35138"/>
                    <a:pt x="13496" y="18633"/>
                    <a:pt x="13344" y="2159"/>
                  </a:cubicBezTo>
                  <a:cubicBezTo>
                    <a:pt x="13374" y="1612"/>
                    <a:pt x="13253" y="1095"/>
                    <a:pt x="13010" y="639"/>
                  </a:cubicBezTo>
                  <a:cubicBezTo>
                    <a:pt x="12645" y="146"/>
                    <a:pt x="12038" y="0"/>
                    <a:pt x="114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4560;p79"/>
            <p:cNvSpPr/>
            <p:nvPr/>
          </p:nvSpPr>
          <p:spPr>
            <a:xfrm>
              <a:off x="5459599" y="2675263"/>
              <a:ext cx="185103" cy="769393"/>
            </a:xfrm>
            <a:custGeom>
              <a:avLst/>
              <a:gdLst/>
              <a:ahLst/>
              <a:cxnLst/>
              <a:rect l="l" t="t" r="r" b="b"/>
              <a:pathLst>
                <a:path w="12008" h="49912" extrusionOk="0">
                  <a:moveTo>
                    <a:pt x="9753" y="1"/>
                  </a:moveTo>
                  <a:cubicBezTo>
                    <a:pt x="9734" y="1"/>
                    <a:pt x="9716" y="1"/>
                    <a:pt x="9697" y="2"/>
                  </a:cubicBezTo>
                  <a:cubicBezTo>
                    <a:pt x="6414" y="154"/>
                    <a:pt x="3132" y="732"/>
                    <a:pt x="1" y="1735"/>
                  </a:cubicBezTo>
                  <a:lnTo>
                    <a:pt x="122" y="2099"/>
                  </a:lnTo>
                  <a:cubicBezTo>
                    <a:pt x="3223" y="1096"/>
                    <a:pt x="6475" y="519"/>
                    <a:pt x="9728" y="397"/>
                  </a:cubicBezTo>
                  <a:cubicBezTo>
                    <a:pt x="10214" y="397"/>
                    <a:pt x="10609" y="762"/>
                    <a:pt x="10639" y="1248"/>
                  </a:cubicBezTo>
                  <a:lnTo>
                    <a:pt x="11278" y="13954"/>
                  </a:lnTo>
                  <a:lnTo>
                    <a:pt x="9059" y="17419"/>
                  </a:lnTo>
                  <a:lnTo>
                    <a:pt x="9667" y="34623"/>
                  </a:lnTo>
                  <a:lnTo>
                    <a:pt x="11642" y="35656"/>
                  </a:lnTo>
                  <a:lnTo>
                    <a:pt x="11582" y="48909"/>
                  </a:lnTo>
                  <a:cubicBezTo>
                    <a:pt x="11582" y="49273"/>
                    <a:pt x="11278" y="49547"/>
                    <a:pt x="10913" y="49547"/>
                  </a:cubicBezTo>
                  <a:cubicBezTo>
                    <a:pt x="9393" y="49516"/>
                    <a:pt x="5503" y="49364"/>
                    <a:pt x="2828" y="48331"/>
                  </a:cubicBezTo>
                  <a:lnTo>
                    <a:pt x="2706" y="48665"/>
                  </a:lnTo>
                  <a:cubicBezTo>
                    <a:pt x="5411" y="49729"/>
                    <a:pt x="9363" y="49912"/>
                    <a:pt x="10913" y="49912"/>
                  </a:cubicBezTo>
                  <a:cubicBezTo>
                    <a:pt x="11187" y="49912"/>
                    <a:pt x="11460" y="49820"/>
                    <a:pt x="11642" y="49638"/>
                  </a:cubicBezTo>
                  <a:cubicBezTo>
                    <a:pt x="11825" y="49425"/>
                    <a:pt x="11946" y="49182"/>
                    <a:pt x="11946" y="48909"/>
                  </a:cubicBezTo>
                  <a:lnTo>
                    <a:pt x="12007" y="35413"/>
                  </a:lnTo>
                  <a:lnTo>
                    <a:pt x="10031" y="34379"/>
                  </a:lnTo>
                  <a:lnTo>
                    <a:pt x="9424" y="17510"/>
                  </a:lnTo>
                  <a:lnTo>
                    <a:pt x="11642" y="14045"/>
                  </a:lnTo>
                  <a:lnTo>
                    <a:pt x="11004" y="1218"/>
                  </a:lnTo>
                  <a:cubicBezTo>
                    <a:pt x="10975" y="537"/>
                    <a:pt x="10427" y="1"/>
                    <a:pt x="975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1" name="Google Shape;4561;p79"/>
            <p:cNvSpPr/>
            <p:nvPr/>
          </p:nvSpPr>
          <p:spPr>
            <a:xfrm>
              <a:off x="5468510" y="2732458"/>
              <a:ext cx="141988" cy="38229"/>
            </a:xfrm>
            <a:custGeom>
              <a:avLst/>
              <a:gdLst/>
              <a:ahLst/>
              <a:cxnLst/>
              <a:rect l="l" t="t" r="r" b="b"/>
              <a:pathLst>
                <a:path w="9211" h="2480" extrusionOk="0">
                  <a:moveTo>
                    <a:pt x="7843" y="0"/>
                  </a:moveTo>
                  <a:cubicBezTo>
                    <a:pt x="7569" y="0"/>
                    <a:pt x="7280" y="46"/>
                    <a:pt x="6991" y="61"/>
                  </a:cubicBezTo>
                  <a:cubicBezTo>
                    <a:pt x="4985" y="122"/>
                    <a:pt x="2949" y="426"/>
                    <a:pt x="1003" y="943"/>
                  </a:cubicBezTo>
                  <a:cubicBezTo>
                    <a:pt x="700" y="1003"/>
                    <a:pt x="426" y="1155"/>
                    <a:pt x="183" y="1338"/>
                  </a:cubicBezTo>
                  <a:cubicBezTo>
                    <a:pt x="0" y="1581"/>
                    <a:pt x="0" y="1915"/>
                    <a:pt x="152" y="2189"/>
                  </a:cubicBezTo>
                  <a:cubicBezTo>
                    <a:pt x="304" y="2427"/>
                    <a:pt x="486" y="2480"/>
                    <a:pt x="721" y="2480"/>
                  </a:cubicBezTo>
                  <a:cubicBezTo>
                    <a:pt x="816" y="2480"/>
                    <a:pt x="920" y="2471"/>
                    <a:pt x="1034" y="2462"/>
                  </a:cubicBezTo>
                  <a:lnTo>
                    <a:pt x="8055" y="1976"/>
                  </a:lnTo>
                  <a:cubicBezTo>
                    <a:pt x="8298" y="1976"/>
                    <a:pt x="8542" y="1915"/>
                    <a:pt x="8754" y="1794"/>
                  </a:cubicBezTo>
                  <a:cubicBezTo>
                    <a:pt x="9210" y="1459"/>
                    <a:pt x="9058" y="517"/>
                    <a:pt x="8602" y="213"/>
                  </a:cubicBezTo>
                  <a:cubicBezTo>
                    <a:pt x="8374" y="46"/>
                    <a:pt x="8116" y="0"/>
                    <a:pt x="78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2" name="Google Shape;4562;p79"/>
            <p:cNvSpPr/>
            <p:nvPr/>
          </p:nvSpPr>
          <p:spPr>
            <a:xfrm>
              <a:off x="5492405" y="2901622"/>
              <a:ext cx="80605" cy="127929"/>
            </a:xfrm>
            <a:custGeom>
              <a:avLst/>
              <a:gdLst/>
              <a:ahLst/>
              <a:cxnLst/>
              <a:rect l="l" t="t" r="r" b="b"/>
              <a:pathLst>
                <a:path w="5229" h="8299" extrusionOk="0">
                  <a:moveTo>
                    <a:pt x="2615" y="0"/>
                  </a:moveTo>
                  <a:cubicBezTo>
                    <a:pt x="1186" y="0"/>
                    <a:pt x="1" y="1854"/>
                    <a:pt x="1" y="4134"/>
                  </a:cubicBezTo>
                  <a:cubicBezTo>
                    <a:pt x="1" y="6444"/>
                    <a:pt x="1186" y="8298"/>
                    <a:pt x="2615" y="8298"/>
                  </a:cubicBezTo>
                  <a:cubicBezTo>
                    <a:pt x="4074" y="8298"/>
                    <a:pt x="5229" y="6444"/>
                    <a:pt x="5229" y="4134"/>
                  </a:cubicBezTo>
                  <a:cubicBezTo>
                    <a:pt x="5229" y="1854"/>
                    <a:pt x="4074" y="0"/>
                    <a:pt x="26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3" name="Google Shape;4563;p79"/>
            <p:cNvSpPr/>
            <p:nvPr/>
          </p:nvSpPr>
          <p:spPr>
            <a:xfrm>
              <a:off x="5506465" y="2912861"/>
              <a:ext cx="27655" cy="30938"/>
            </a:xfrm>
            <a:custGeom>
              <a:avLst/>
              <a:gdLst/>
              <a:ahLst/>
              <a:cxnLst/>
              <a:rect l="l" t="t" r="r" b="b"/>
              <a:pathLst>
                <a:path w="1794" h="2007" extrusionOk="0">
                  <a:moveTo>
                    <a:pt x="1794" y="1"/>
                  </a:moveTo>
                  <a:lnTo>
                    <a:pt x="1794" y="1"/>
                  </a:lnTo>
                  <a:cubicBezTo>
                    <a:pt x="1004" y="183"/>
                    <a:pt x="365" y="730"/>
                    <a:pt x="31" y="1460"/>
                  </a:cubicBezTo>
                  <a:lnTo>
                    <a:pt x="0" y="1520"/>
                  </a:lnTo>
                  <a:cubicBezTo>
                    <a:pt x="152" y="1642"/>
                    <a:pt x="335" y="1733"/>
                    <a:pt x="487" y="1824"/>
                  </a:cubicBezTo>
                  <a:lnTo>
                    <a:pt x="852" y="2007"/>
                  </a:lnTo>
                  <a:cubicBezTo>
                    <a:pt x="1064" y="1277"/>
                    <a:pt x="1368" y="609"/>
                    <a:pt x="1794" y="1"/>
                  </a:cubicBezTo>
                  <a:close/>
                </a:path>
              </a:pathLst>
            </a:custGeom>
            <a:solidFill>
              <a:srgbClr val="02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4" name="Google Shape;4564;p79"/>
            <p:cNvSpPr/>
            <p:nvPr/>
          </p:nvSpPr>
          <p:spPr>
            <a:xfrm>
              <a:off x="5505524" y="2989711"/>
              <a:ext cx="26252" cy="29535"/>
            </a:xfrm>
            <a:custGeom>
              <a:avLst/>
              <a:gdLst/>
              <a:ahLst/>
              <a:cxnLst/>
              <a:rect l="l" t="t" r="r" b="b"/>
              <a:pathLst>
                <a:path w="1703" h="1916" extrusionOk="0">
                  <a:moveTo>
                    <a:pt x="791" y="0"/>
                  </a:moveTo>
                  <a:cubicBezTo>
                    <a:pt x="517" y="122"/>
                    <a:pt x="244" y="213"/>
                    <a:pt x="1" y="335"/>
                  </a:cubicBezTo>
                  <a:cubicBezTo>
                    <a:pt x="31" y="487"/>
                    <a:pt x="92" y="608"/>
                    <a:pt x="153" y="730"/>
                  </a:cubicBezTo>
                  <a:cubicBezTo>
                    <a:pt x="487" y="1338"/>
                    <a:pt x="1034" y="1763"/>
                    <a:pt x="1703" y="1915"/>
                  </a:cubicBezTo>
                  <a:cubicBezTo>
                    <a:pt x="1247" y="1338"/>
                    <a:pt x="943" y="700"/>
                    <a:pt x="791" y="0"/>
                  </a:cubicBezTo>
                  <a:close/>
                </a:path>
              </a:pathLst>
            </a:custGeom>
            <a:solidFill>
              <a:srgbClr val="02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5" name="Google Shape;4565;p79"/>
            <p:cNvSpPr/>
            <p:nvPr/>
          </p:nvSpPr>
          <p:spPr>
            <a:xfrm>
              <a:off x="5499897" y="2941921"/>
              <a:ext cx="17820" cy="47339"/>
            </a:xfrm>
            <a:custGeom>
              <a:avLst/>
              <a:gdLst/>
              <a:ahLst/>
              <a:cxnLst/>
              <a:rect l="l" t="t" r="r" b="b"/>
              <a:pathLst>
                <a:path w="1156" h="3071" extrusionOk="0">
                  <a:moveTo>
                    <a:pt x="274" y="0"/>
                  </a:moveTo>
                  <a:cubicBezTo>
                    <a:pt x="92" y="608"/>
                    <a:pt x="1" y="1246"/>
                    <a:pt x="31" y="1885"/>
                  </a:cubicBezTo>
                  <a:cubicBezTo>
                    <a:pt x="62" y="2280"/>
                    <a:pt x="123" y="2675"/>
                    <a:pt x="244" y="3070"/>
                  </a:cubicBezTo>
                  <a:cubicBezTo>
                    <a:pt x="518" y="2948"/>
                    <a:pt x="791" y="2827"/>
                    <a:pt x="1065" y="2736"/>
                  </a:cubicBezTo>
                  <a:cubicBezTo>
                    <a:pt x="1004" y="2341"/>
                    <a:pt x="974" y="1945"/>
                    <a:pt x="1004" y="1550"/>
                  </a:cubicBezTo>
                  <a:cubicBezTo>
                    <a:pt x="1034" y="1216"/>
                    <a:pt x="1065" y="851"/>
                    <a:pt x="1156" y="486"/>
                  </a:cubicBezTo>
                  <a:lnTo>
                    <a:pt x="730" y="274"/>
                  </a:lnTo>
                  <a:cubicBezTo>
                    <a:pt x="578" y="213"/>
                    <a:pt x="426" y="91"/>
                    <a:pt x="274" y="0"/>
                  </a:cubicBezTo>
                  <a:close/>
                </a:path>
              </a:pathLst>
            </a:custGeom>
            <a:solidFill>
              <a:srgbClr val="02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6" name="Google Shape;4566;p79"/>
            <p:cNvSpPr/>
            <p:nvPr/>
          </p:nvSpPr>
          <p:spPr>
            <a:xfrm>
              <a:off x="5552390" y="2941921"/>
              <a:ext cx="11253" cy="47339"/>
            </a:xfrm>
            <a:custGeom>
              <a:avLst/>
              <a:gdLst/>
              <a:ahLst/>
              <a:cxnLst/>
              <a:rect l="l" t="t" r="r" b="b"/>
              <a:pathLst>
                <a:path w="730" h="3071" extrusionOk="0">
                  <a:moveTo>
                    <a:pt x="122" y="0"/>
                  </a:moveTo>
                  <a:cubicBezTo>
                    <a:pt x="365" y="1003"/>
                    <a:pt x="335" y="2067"/>
                    <a:pt x="0" y="3070"/>
                  </a:cubicBezTo>
                  <a:cubicBezTo>
                    <a:pt x="669" y="2158"/>
                    <a:pt x="730" y="942"/>
                    <a:pt x="122" y="0"/>
                  </a:cubicBezTo>
                  <a:close/>
                </a:path>
              </a:pathLst>
            </a:custGeom>
            <a:solidFill>
              <a:srgbClr val="02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7" name="Google Shape;4567;p79"/>
            <p:cNvSpPr/>
            <p:nvPr/>
          </p:nvSpPr>
          <p:spPr>
            <a:xfrm>
              <a:off x="5503659" y="3049219"/>
              <a:ext cx="80605" cy="127467"/>
            </a:xfrm>
            <a:custGeom>
              <a:avLst/>
              <a:gdLst/>
              <a:ahLst/>
              <a:cxnLst/>
              <a:rect l="l" t="t" r="r" b="b"/>
              <a:pathLst>
                <a:path w="5229" h="8269" extrusionOk="0">
                  <a:moveTo>
                    <a:pt x="2614" y="1"/>
                  </a:moveTo>
                  <a:cubicBezTo>
                    <a:pt x="1186" y="1"/>
                    <a:pt x="0" y="1855"/>
                    <a:pt x="0" y="4135"/>
                  </a:cubicBezTo>
                  <a:cubicBezTo>
                    <a:pt x="0" y="6414"/>
                    <a:pt x="1186" y="8268"/>
                    <a:pt x="2614" y="8268"/>
                  </a:cubicBezTo>
                  <a:cubicBezTo>
                    <a:pt x="4073" y="8268"/>
                    <a:pt x="5228" y="6414"/>
                    <a:pt x="5228" y="4135"/>
                  </a:cubicBezTo>
                  <a:cubicBezTo>
                    <a:pt x="5228" y="1855"/>
                    <a:pt x="4073" y="1"/>
                    <a:pt x="261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8" name="Google Shape;4568;p79"/>
            <p:cNvSpPr/>
            <p:nvPr/>
          </p:nvSpPr>
          <p:spPr>
            <a:xfrm>
              <a:off x="5523330" y="3060935"/>
              <a:ext cx="27670" cy="30938"/>
            </a:xfrm>
            <a:custGeom>
              <a:avLst/>
              <a:gdLst/>
              <a:ahLst/>
              <a:cxnLst/>
              <a:rect l="l" t="t" r="r" b="b"/>
              <a:pathLst>
                <a:path w="1795" h="2007" extrusionOk="0">
                  <a:moveTo>
                    <a:pt x="1794" y="1"/>
                  </a:moveTo>
                  <a:lnTo>
                    <a:pt x="1794" y="1"/>
                  </a:lnTo>
                  <a:cubicBezTo>
                    <a:pt x="1004" y="183"/>
                    <a:pt x="365" y="730"/>
                    <a:pt x="31" y="1460"/>
                  </a:cubicBezTo>
                  <a:cubicBezTo>
                    <a:pt x="31" y="1460"/>
                    <a:pt x="1" y="1490"/>
                    <a:pt x="1" y="1520"/>
                  </a:cubicBezTo>
                  <a:cubicBezTo>
                    <a:pt x="153" y="1612"/>
                    <a:pt x="335" y="1733"/>
                    <a:pt x="517" y="1824"/>
                  </a:cubicBezTo>
                  <a:lnTo>
                    <a:pt x="852" y="2007"/>
                  </a:lnTo>
                  <a:cubicBezTo>
                    <a:pt x="1065" y="1277"/>
                    <a:pt x="1369" y="609"/>
                    <a:pt x="1794" y="1"/>
                  </a:cubicBezTo>
                  <a:close/>
                </a:path>
              </a:pathLst>
            </a:custGeom>
            <a:solidFill>
              <a:srgbClr val="02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9" name="Google Shape;4569;p79"/>
            <p:cNvSpPr/>
            <p:nvPr/>
          </p:nvSpPr>
          <p:spPr>
            <a:xfrm>
              <a:off x="5521927" y="3137786"/>
              <a:ext cx="26730" cy="29535"/>
            </a:xfrm>
            <a:custGeom>
              <a:avLst/>
              <a:gdLst/>
              <a:ahLst/>
              <a:cxnLst/>
              <a:rect l="l" t="t" r="r" b="b"/>
              <a:pathLst>
                <a:path w="1734" h="1916" extrusionOk="0">
                  <a:moveTo>
                    <a:pt x="791" y="0"/>
                  </a:moveTo>
                  <a:cubicBezTo>
                    <a:pt x="548" y="92"/>
                    <a:pt x="274" y="213"/>
                    <a:pt x="1" y="335"/>
                  </a:cubicBezTo>
                  <a:cubicBezTo>
                    <a:pt x="61" y="456"/>
                    <a:pt x="122" y="578"/>
                    <a:pt x="183" y="700"/>
                  </a:cubicBezTo>
                  <a:cubicBezTo>
                    <a:pt x="517" y="1307"/>
                    <a:pt x="1064" y="1763"/>
                    <a:pt x="1733" y="1915"/>
                  </a:cubicBezTo>
                  <a:cubicBezTo>
                    <a:pt x="1277" y="1368"/>
                    <a:pt x="973" y="700"/>
                    <a:pt x="791" y="0"/>
                  </a:cubicBezTo>
                  <a:close/>
                </a:path>
              </a:pathLst>
            </a:custGeom>
            <a:solidFill>
              <a:srgbClr val="02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0" name="Google Shape;4570;p79"/>
            <p:cNvSpPr/>
            <p:nvPr/>
          </p:nvSpPr>
          <p:spPr>
            <a:xfrm>
              <a:off x="5516778" y="3089995"/>
              <a:ext cx="17820" cy="47339"/>
            </a:xfrm>
            <a:custGeom>
              <a:avLst/>
              <a:gdLst/>
              <a:ahLst/>
              <a:cxnLst/>
              <a:rect l="l" t="t" r="r" b="b"/>
              <a:pathLst>
                <a:path w="1156" h="3071" extrusionOk="0">
                  <a:moveTo>
                    <a:pt x="274" y="0"/>
                  </a:moveTo>
                  <a:cubicBezTo>
                    <a:pt x="91" y="608"/>
                    <a:pt x="0" y="1246"/>
                    <a:pt x="31" y="1854"/>
                  </a:cubicBezTo>
                  <a:cubicBezTo>
                    <a:pt x="61" y="2280"/>
                    <a:pt x="122" y="2675"/>
                    <a:pt x="243" y="3070"/>
                  </a:cubicBezTo>
                  <a:cubicBezTo>
                    <a:pt x="517" y="2948"/>
                    <a:pt x="790" y="2827"/>
                    <a:pt x="1064" y="2705"/>
                  </a:cubicBezTo>
                  <a:cubicBezTo>
                    <a:pt x="1003" y="2341"/>
                    <a:pt x="973" y="1945"/>
                    <a:pt x="1003" y="1550"/>
                  </a:cubicBezTo>
                  <a:cubicBezTo>
                    <a:pt x="1034" y="1186"/>
                    <a:pt x="1064" y="821"/>
                    <a:pt x="1155" y="486"/>
                  </a:cubicBezTo>
                  <a:lnTo>
                    <a:pt x="730" y="274"/>
                  </a:lnTo>
                  <a:cubicBezTo>
                    <a:pt x="578" y="182"/>
                    <a:pt x="426" y="91"/>
                    <a:pt x="274" y="0"/>
                  </a:cubicBezTo>
                  <a:close/>
                </a:path>
              </a:pathLst>
            </a:custGeom>
            <a:solidFill>
              <a:srgbClr val="02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1" name="Google Shape;4571;p79"/>
            <p:cNvSpPr/>
            <p:nvPr/>
          </p:nvSpPr>
          <p:spPr>
            <a:xfrm>
              <a:off x="5569256" y="3089517"/>
              <a:ext cx="11253" cy="47817"/>
            </a:xfrm>
            <a:custGeom>
              <a:avLst/>
              <a:gdLst/>
              <a:ahLst/>
              <a:cxnLst/>
              <a:rect l="l" t="t" r="r" b="b"/>
              <a:pathLst>
                <a:path w="730" h="3102" extrusionOk="0">
                  <a:moveTo>
                    <a:pt x="122" y="1"/>
                  </a:moveTo>
                  <a:lnTo>
                    <a:pt x="122" y="1"/>
                  </a:lnTo>
                  <a:cubicBezTo>
                    <a:pt x="365" y="1034"/>
                    <a:pt x="335" y="2098"/>
                    <a:pt x="0" y="3101"/>
                  </a:cubicBezTo>
                  <a:cubicBezTo>
                    <a:pt x="669" y="2189"/>
                    <a:pt x="730" y="973"/>
                    <a:pt x="122" y="1"/>
                  </a:cubicBezTo>
                  <a:close/>
                </a:path>
              </a:pathLst>
            </a:custGeom>
            <a:solidFill>
              <a:srgbClr val="02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2" name="Google Shape;4572;p79"/>
            <p:cNvSpPr/>
            <p:nvPr/>
          </p:nvSpPr>
          <p:spPr>
            <a:xfrm>
              <a:off x="5515360" y="3202458"/>
              <a:ext cx="80620" cy="127451"/>
            </a:xfrm>
            <a:custGeom>
              <a:avLst/>
              <a:gdLst/>
              <a:ahLst/>
              <a:cxnLst/>
              <a:rect l="l" t="t" r="r" b="b"/>
              <a:pathLst>
                <a:path w="5230" h="8268" extrusionOk="0">
                  <a:moveTo>
                    <a:pt x="2615" y="0"/>
                  </a:moveTo>
                  <a:cubicBezTo>
                    <a:pt x="1156" y="0"/>
                    <a:pt x="1" y="1854"/>
                    <a:pt x="1" y="4134"/>
                  </a:cubicBezTo>
                  <a:cubicBezTo>
                    <a:pt x="1" y="6414"/>
                    <a:pt x="1156" y="8268"/>
                    <a:pt x="2615" y="8268"/>
                  </a:cubicBezTo>
                  <a:cubicBezTo>
                    <a:pt x="4044" y="8268"/>
                    <a:pt x="5229" y="6414"/>
                    <a:pt x="5229" y="4134"/>
                  </a:cubicBezTo>
                  <a:cubicBezTo>
                    <a:pt x="5229" y="1854"/>
                    <a:pt x="4044" y="0"/>
                    <a:pt x="26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3" name="Google Shape;4573;p79"/>
            <p:cNvSpPr/>
            <p:nvPr/>
          </p:nvSpPr>
          <p:spPr>
            <a:xfrm>
              <a:off x="5530360" y="3217442"/>
              <a:ext cx="27655" cy="30938"/>
            </a:xfrm>
            <a:custGeom>
              <a:avLst/>
              <a:gdLst/>
              <a:ahLst/>
              <a:cxnLst/>
              <a:rect l="l" t="t" r="r" b="b"/>
              <a:pathLst>
                <a:path w="1794" h="2007" extrusionOk="0">
                  <a:moveTo>
                    <a:pt x="1794" y="1"/>
                  </a:moveTo>
                  <a:cubicBezTo>
                    <a:pt x="1034" y="183"/>
                    <a:pt x="365" y="730"/>
                    <a:pt x="31" y="1460"/>
                  </a:cubicBezTo>
                  <a:cubicBezTo>
                    <a:pt x="31" y="1490"/>
                    <a:pt x="31" y="1490"/>
                    <a:pt x="1" y="1520"/>
                  </a:cubicBezTo>
                  <a:cubicBezTo>
                    <a:pt x="183" y="1642"/>
                    <a:pt x="335" y="1733"/>
                    <a:pt x="517" y="1824"/>
                  </a:cubicBezTo>
                  <a:lnTo>
                    <a:pt x="852" y="2007"/>
                  </a:lnTo>
                  <a:cubicBezTo>
                    <a:pt x="1064" y="1277"/>
                    <a:pt x="1399" y="609"/>
                    <a:pt x="1794" y="1"/>
                  </a:cubicBezTo>
                  <a:close/>
                </a:path>
              </a:pathLst>
            </a:custGeom>
            <a:solidFill>
              <a:srgbClr val="02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4" name="Google Shape;4574;p79"/>
            <p:cNvSpPr/>
            <p:nvPr/>
          </p:nvSpPr>
          <p:spPr>
            <a:xfrm>
              <a:off x="5529420" y="3294293"/>
              <a:ext cx="26730" cy="29535"/>
            </a:xfrm>
            <a:custGeom>
              <a:avLst/>
              <a:gdLst/>
              <a:ahLst/>
              <a:cxnLst/>
              <a:rect l="l" t="t" r="r" b="b"/>
              <a:pathLst>
                <a:path w="1734" h="1916" extrusionOk="0">
                  <a:moveTo>
                    <a:pt x="791" y="1"/>
                  </a:moveTo>
                  <a:cubicBezTo>
                    <a:pt x="518" y="122"/>
                    <a:pt x="274" y="213"/>
                    <a:pt x="1" y="335"/>
                  </a:cubicBezTo>
                  <a:cubicBezTo>
                    <a:pt x="62" y="487"/>
                    <a:pt x="122" y="608"/>
                    <a:pt x="183" y="730"/>
                  </a:cubicBezTo>
                  <a:cubicBezTo>
                    <a:pt x="487" y="1338"/>
                    <a:pt x="1065" y="1764"/>
                    <a:pt x="1733" y="1916"/>
                  </a:cubicBezTo>
                  <a:cubicBezTo>
                    <a:pt x="1277" y="1338"/>
                    <a:pt x="943" y="700"/>
                    <a:pt x="791" y="1"/>
                  </a:cubicBezTo>
                  <a:close/>
                </a:path>
              </a:pathLst>
            </a:custGeom>
            <a:solidFill>
              <a:srgbClr val="02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5" name="Google Shape;4575;p79"/>
            <p:cNvSpPr/>
            <p:nvPr/>
          </p:nvSpPr>
          <p:spPr>
            <a:xfrm>
              <a:off x="5524271" y="3246502"/>
              <a:ext cx="17820" cy="47339"/>
            </a:xfrm>
            <a:custGeom>
              <a:avLst/>
              <a:gdLst/>
              <a:ahLst/>
              <a:cxnLst/>
              <a:rect l="l" t="t" r="r" b="b"/>
              <a:pathLst>
                <a:path w="1156" h="3071" extrusionOk="0">
                  <a:moveTo>
                    <a:pt x="274" y="0"/>
                  </a:moveTo>
                  <a:cubicBezTo>
                    <a:pt x="61" y="608"/>
                    <a:pt x="0" y="1246"/>
                    <a:pt x="31" y="1885"/>
                  </a:cubicBezTo>
                  <a:cubicBezTo>
                    <a:pt x="61" y="2280"/>
                    <a:pt x="122" y="2675"/>
                    <a:pt x="213" y="3070"/>
                  </a:cubicBezTo>
                  <a:cubicBezTo>
                    <a:pt x="487" y="2949"/>
                    <a:pt x="791" y="2827"/>
                    <a:pt x="1064" y="2736"/>
                  </a:cubicBezTo>
                  <a:cubicBezTo>
                    <a:pt x="1004" y="2341"/>
                    <a:pt x="973" y="1946"/>
                    <a:pt x="1004" y="1550"/>
                  </a:cubicBezTo>
                  <a:cubicBezTo>
                    <a:pt x="1004" y="1216"/>
                    <a:pt x="1064" y="851"/>
                    <a:pt x="1156" y="487"/>
                  </a:cubicBezTo>
                  <a:lnTo>
                    <a:pt x="730" y="274"/>
                  </a:lnTo>
                  <a:cubicBezTo>
                    <a:pt x="578" y="213"/>
                    <a:pt x="426" y="91"/>
                    <a:pt x="274" y="0"/>
                  </a:cubicBezTo>
                  <a:close/>
                </a:path>
              </a:pathLst>
            </a:custGeom>
            <a:solidFill>
              <a:srgbClr val="02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6" name="Google Shape;4576;p79"/>
            <p:cNvSpPr/>
            <p:nvPr/>
          </p:nvSpPr>
          <p:spPr>
            <a:xfrm>
              <a:off x="5576748" y="3246502"/>
              <a:ext cx="10790" cy="47339"/>
            </a:xfrm>
            <a:custGeom>
              <a:avLst/>
              <a:gdLst/>
              <a:ahLst/>
              <a:cxnLst/>
              <a:rect l="l" t="t" r="r" b="b"/>
              <a:pathLst>
                <a:path w="700" h="3071" extrusionOk="0">
                  <a:moveTo>
                    <a:pt x="92" y="0"/>
                  </a:moveTo>
                  <a:lnTo>
                    <a:pt x="92" y="0"/>
                  </a:lnTo>
                  <a:cubicBezTo>
                    <a:pt x="366" y="1003"/>
                    <a:pt x="335" y="2067"/>
                    <a:pt x="1" y="3070"/>
                  </a:cubicBezTo>
                  <a:cubicBezTo>
                    <a:pt x="670" y="2158"/>
                    <a:pt x="700" y="943"/>
                    <a:pt x="92" y="0"/>
                  </a:cubicBezTo>
                  <a:close/>
                </a:path>
              </a:pathLst>
            </a:custGeom>
            <a:solidFill>
              <a:srgbClr val="022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7" name="Google Shape;4577;p79"/>
            <p:cNvSpPr/>
            <p:nvPr/>
          </p:nvSpPr>
          <p:spPr>
            <a:xfrm>
              <a:off x="5700465" y="2712833"/>
              <a:ext cx="257246" cy="626404"/>
            </a:xfrm>
            <a:custGeom>
              <a:avLst/>
              <a:gdLst/>
              <a:ahLst/>
              <a:cxnLst/>
              <a:rect l="l" t="t" r="r" b="b"/>
              <a:pathLst>
                <a:path w="16688" h="40636" extrusionOk="0">
                  <a:moveTo>
                    <a:pt x="14535" y="0"/>
                  </a:moveTo>
                  <a:cubicBezTo>
                    <a:pt x="14254" y="0"/>
                    <a:pt x="13968" y="78"/>
                    <a:pt x="13709" y="240"/>
                  </a:cubicBezTo>
                  <a:cubicBezTo>
                    <a:pt x="10092" y="2398"/>
                    <a:pt x="6566" y="4769"/>
                    <a:pt x="3192" y="7292"/>
                  </a:cubicBezTo>
                  <a:cubicBezTo>
                    <a:pt x="2037" y="8203"/>
                    <a:pt x="851" y="9207"/>
                    <a:pt x="426" y="10574"/>
                  </a:cubicBezTo>
                  <a:cubicBezTo>
                    <a:pt x="0" y="11851"/>
                    <a:pt x="304" y="13219"/>
                    <a:pt x="578" y="14495"/>
                  </a:cubicBezTo>
                  <a:lnTo>
                    <a:pt x="5380" y="36076"/>
                  </a:lnTo>
                  <a:cubicBezTo>
                    <a:pt x="5411" y="37201"/>
                    <a:pt x="6262" y="38143"/>
                    <a:pt x="7356" y="38295"/>
                  </a:cubicBezTo>
                  <a:lnTo>
                    <a:pt x="14742" y="40636"/>
                  </a:lnTo>
                  <a:cubicBezTo>
                    <a:pt x="14469" y="28295"/>
                    <a:pt x="15350" y="15377"/>
                    <a:pt x="16596" y="3127"/>
                  </a:cubicBezTo>
                  <a:cubicBezTo>
                    <a:pt x="16688" y="2216"/>
                    <a:pt x="16292" y="1456"/>
                    <a:pt x="15836" y="726"/>
                  </a:cubicBezTo>
                  <a:cubicBezTo>
                    <a:pt x="15542" y="256"/>
                    <a:pt x="15046" y="0"/>
                    <a:pt x="145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8" name="Google Shape;4578;p79"/>
            <p:cNvSpPr/>
            <p:nvPr/>
          </p:nvSpPr>
          <p:spPr>
            <a:xfrm>
              <a:off x="5856509" y="2755891"/>
              <a:ext cx="43578" cy="12193"/>
            </a:xfrm>
            <a:custGeom>
              <a:avLst/>
              <a:gdLst/>
              <a:ahLst/>
              <a:cxnLst/>
              <a:rect l="l" t="t" r="r" b="b"/>
              <a:pathLst>
                <a:path w="2827" h="791" extrusionOk="0">
                  <a:moveTo>
                    <a:pt x="1277" y="0"/>
                  </a:moveTo>
                  <a:lnTo>
                    <a:pt x="0" y="790"/>
                  </a:lnTo>
                  <a:lnTo>
                    <a:pt x="2827" y="790"/>
                  </a:lnTo>
                  <a:lnTo>
                    <a:pt x="28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9" name="Google Shape;4579;p79"/>
            <p:cNvSpPr/>
            <p:nvPr/>
          </p:nvSpPr>
          <p:spPr>
            <a:xfrm>
              <a:off x="5707957" y="2839756"/>
              <a:ext cx="192117" cy="342537"/>
            </a:xfrm>
            <a:custGeom>
              <a:avLst/>
              <a:gdLst/>
              <a:ahLst/>
              <a:cxnLst/>
              <a:rect l="l" t="t" r="r" b="b"/>
              <a:pathLst>
                <a:path w="12463" h="22221" extrusionOk="0">
                  <a:moveTo>
                    <a:pt x="2888" y="1"/>
                  </a:moveTo>
                  <a:cubicBezTo>
                    <a:pt x="1855" y="822"/>
                    <a:pt x="791" y="1733"/>
                    <a:pt x="396" y="3010"/>
                  </a:cubicBezTo>
                  <a:cubicBezTo>
                    <a:pt x="1" y="4195"/>
                    <a:pt x="274" y="5442"/>
                    <a:pt x="548" y="6658"/>
                  </a:cubicBezTo>
                  <a:lnTo>
                    <a:pt x="4013" y="22220"/>
                  </a:lnTo>
                  <a:lnTo>
                    <a:pt x="12463" y="22220"/>
                  </a:lnTo>
                  <a:lnTo>
                    <a:pt x="12463" y="14287"/>
                  </a:lnTo>
                  <a:lnTo>
                    <a:pt x="4955" y="14287"/>
                  </a:lnTo>
                  <a:lnTo>
                    <a:pt x="4955" y="13405"/>
                  </a:lnTo>
                  <a:lnTo>
                    <a:pt x="12463" y="13405"/>
                  </a:lnTo>
                  <a:lnTo>
                    <a:pt x="12463" y="2129"/>
                  </a:lnTo>
                  <a:lnTo>
                    <a:pt x="10943" y="2129"/>
                  </a:lnTo>
                  <a:lnTo>
                    <a:pt x="10943" y="7691"/>
                  </a:lnTo>
                  <a:lnTo>
                    <a:pt x="7964" y="7691"/>
                  </a:lnTo>
                  <a:lnTo>
                    <a:pt x="796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0" name="Google Shape;4580;p79"/>
            <p:cNvSpPr/>
            <p:nvPr/>
          </p:nvSpPr>
          <p:spPr>
            <a:xfrm>
              <a:off x="5782002" y="3236651"/>
              <a:ext cx="118079" cy="43594"/>
            </a:xfrm>
            <a:custGeom>
              <a:avLst/>
              <a:gdLst/>
              <a:ahLst/>
              <a:cxnLst/>
              <a:rect l="l" t="t" r="r" b="b"/>
              <a:pathLst>
                <a:path w="7660" h="2828" extrusionOk="0">
                  <a:moveTo>
                    <a:pt x="0" y="1"/>
                  </a:moveTo>
                  <a:lnTo>
                    <a:pt x="213" y="913"/>
                  </a:lnTo>
                  <a:cubicBezTo>
                    <a:pt x="274" y="1460"/>
                    <a:pt x="486" y="1977"/>
                    <a:pt x="821" y="2372"/>
                  </a:cubicBezTo>
                  <a:cubicBezTo>
                    <a:pt x="1034" y="2585"/>
                    <a:pt x="1307" y="2737"/>
                    <a:pt x="1581" y="2828"/>
                  </a:cubicBezTo>
                  <a:lnTo>
                    <a:pt x="7660" y="2828"/>
                  </a:lnTo>
                  <a:lnTo>
                    <a:pt x="766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1" name="Google Shape;4581;p79"/>
            <p:cNvSpPr/>
            <p:nvPr/>
          </p:nvSpPr>
          <p:spPr>
            <a:xfrm>
              <a:off x="5876659" y="2713003"/>
              <a:ext cx="59980" cy="25096"/>
            </a:xfrm>
            <a:custGeom>
              <a:avLst/>
              <a:gdLst/>
              <a:ahLst/>
              <a:cxnLst/>
              <a:rect l="l" t="t" r="r" b="b"/>
              <a:pathLst>
                <a:path w="3891" h="1628" extrusionOk="0">
                  <a:moveTo>
                    <a:pt x="3085" y="1"/>
                  </a:moveTo>
                  <a:cubicBezTo>
                    <a:pt x="2804" y="1"/>
                    <a:pt x="2523" y="77"/>
                    <a:pt x="2280" y="229"/>
                  </a:cubicBezTo>
                  <a:lnTo>
                    <a:pt x="0" y="1627"/>
                  </a:lnTo>
                  <a:cubicBezTo>
                    <a:pt x="1307" y="1141"/>
                    <a:pt x="2584" y="685"/>
                    <a:pt x="3891" y="229"/>
                  </a:cubicBezTo>
                  <a:cubicBezTo>
                    <a:pt x="3648" y="77"/>
                    <a:pt x="3366" y="1"/>
                    <a:pt x="308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2" name="Google Shape;4582;p79"/>
            <p:cNvSpPr/>
            <p:nvPr/>
          </p:nvSpPr>
          <p:spPr>
            <a:xfrm>
              <a:off x="4919794" y="2504743"/>
              <a:ext cx="230069" cy="77399"/>
            </a:xfrm>
            <a:custGeom>
              <a:avLst/>
              <a:gdLst/>
              <a:ahLst/>
              <a:cxnLst/>
              <a:rect l="l" t="t" r="r" b="b"/>
              <a:pathLst>
                <a:path w="14925" h="5021" extrusionOk="0">
                  <a:moveTo>
                    <a:pt x="11249" y="1"/>
                  </a:moveTo>
                  <a:cubicBezTo>
                    <a:pt x="10976" y="1"/>
                    <a:pt x="10701" y="13"/>
                    <a:pt x="10426" y="29"/>
                  </a:cubicBezTo>
                  <a:cubicBezTo>
                    <a:pt x="8359" y="90"/>
                    <a:pt x="6292" y="364"/>
                    <a:pt x="4255" y="607"/>
                  </a:cubicBezTo>
                  <a:cubicBezTo>
                    <a:pt x="3192" y="729"/>
                    <a:pt x="2097" y="881"/>
                    <a:pt x="1246" y="1519"/>
                  </a:cubicBezTo>
                  <a:cubicBezTo>
                    <a:pt x="426" y="2157"/>
                    <a:pt x="0" y="3464"/>
                    <a:pt x="638" y="4285"/>
                  </a:cubicBezTo>
                  <a:cubicBezTo>
                    <a:pt x="1145" y="4899"/>
                    <a:pt x="2027" y="5020"/>
                    <a:pt x="2852" y="5020"/>
                  </a:cubicBezTo>
                  <a:cubicBezTo>
                    <a:pt x="2967" y="5020"/>
                    <a:pt x="3080" y="5018"/>
                    <a:pt x="3192" y="5014"/>
                  </a:cubicBezTo>
                  <a:lnTo>
                    <a:pt x="10791" y="4832"/>
                  </a:lnTo>
                  <a:cubicBezTo>
                    <a:pt x="10873" y="4835"/>
                    <a:pt x="10956" y="4837"/>
                    <a:pt x="11039" y="4837"/>
                  </a:cubicBezTo>
                  <a:cubicBezTo>
                    <a:pt x="11777" y="4837"/>
                    <a:pt x="12512" y="4716"/>
                    <a:pt x="13222" y="4498"/>
                  </a:cubicBezTo>
                  <a:cubicBezTo>
                    <a:pt x="14012" y="4224"/>
                    <a:pt x="14620" y="3555"/>
                    <a:pt x="14803" y="2735"/>
                  </a:cubicBezTo>
                  <a:cubicBezTo>
                    <a:pt x="14924" y="1732"/>
                    <a:pt x="14225" y="820"/>
                    <a:pt x="13344" y="394"/>
                  </a:cubicBezTo>
                  <a:cubicBezTo>
                    <a:pt x="12682" y="85"/>
                    <a:pt x="11972" y="1"/>
                    <a:pt x="11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3" name="Google Shape;4583;p79"/>
            <p:cNvSpPr/>
            <p:nvPr/>
          </p:nvSpPr>
          <p:spPr>
            <a:xfrm>
              <a:off x="4933376" y="2525894"/>
              <a:ext cx="54369" cy="46800"/>
            </a:xfrm>
            <a:custGeom>
              <a:avLst/>
              <a:gdLst/>
              <a:ahLst/>
              <a:cxnLst/>
              <a:rect l="l" t="t" r="r" b="b"/>
              <a:pathLst>
                <a:path w="3527" h="3036" extrusionOk="0">
                  <a:moveTo>
                    <a:pt x="2002" y="389"/>
                  </a:moveTo>
                  <a:cubicBezTo>
                    <a:pt x="2643" y="389"/>
                    <a:pt x="3132" y="894"/>
                    <a:pt x="3162" y="1515"/>
                  </a:cubicBezTo>
                  <a:cubicBezTo>
                    <a:pt x="3141" y="2199"/>
                    <a:pt x="2583" y="2657"/>
                    <a:pt x="1998" y="2657"/>
                  </a:cubicBezTo>
                  <a:cubicBezTo>
                    <a:pt x="1726" y="2657"/>
                    <a:pt x="1448" y="2557"/>
                    <a:pt x="1216" y="2335"/>
                  </a:cubicBezTo>
                  <a:cubicBezTo>
                    <a:pt x="487" y="1636"/>
                    <a:pt x="943" y="420"/>
                    <a:pt x="1946" y="390"/>
                  </a:cubicBezTo>
                  <a:cubicBezTo>
                    <a:pt x="1965" y="389"/>
                    <a:pt x="1983" y="389"/>
                    <a:pt x="2002" y="389"/>
                  </a:cubicBezTo>
                  <a:close/>
                  <a:moveTo>
                    <a:pt x="1990" y="1"/>
                  </a:moveTo>
                  <a:cubicBezTo>
                    <a:pt x="1625" y="1"/>
                    <a:pt x="1252" y="131"/>
                    <a:pt x="943" y="420"/>
                  </a:cubicBezTo>
                  <a:cubicBezTo>
                    <a:pt x="1" y="1363"/>
                    <a:pt x="608" y="3004"/>
                    <a:pt x="1946" y="3034"/>
                  </a:cubicBezTo>
                  <a:cubicBezTo>
                    <a:pt x="1964" y="3035"/>
                    <a:pt x="1982" y="3035"/>
                    <a:pt x="1999" y="3035"/>
                  </a:cubicBezTo>
                  <a:cubicBezTo>
                    <a:pt x="2827" y="3035"/>
                    <a:pt x="3526" y="2348"/>
                    <a:pt x="3526" y="1515"/>
                  </a:cubicBezTo>
                  <a:cubicBezTo>
                    <a:pt x="3526" y="602"/>
                    <a:pt x="2776" y="1"/>
                    <a:pt x="199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4" name="Google Shape;4584;p79"/>
            <p:cNvSpPr/>
            <p:nvPr/>
          </p:nvSpPr>
          <p:spPr>
            <a:xfrm>
              <a:off x="5074420" y="2529995"/>
              <a:ext cx="29859" cy="24911"/>
            </a:xfrm>
            <a:custGeom>
              <a:avLst/>
              <a:gdLst/>
              <a:ahLst/>
              <a:cxnLst/>
              <a:rect l="l" t="t" r="r" b="b"/>
              <a:pathLst>
                <a:path w="1937" h="1616" extrusionOk="0">
                  <a:moveTo>
                    <a:pt x="1152" y="0"/>
                  </a:moveTo>
                  <a:cubicBezTo>
                    <a:pt x="1133" y="0"/>
                    <a:pt x="1114" y="1"/>
                    <a:pt x="1095" y="2"/>
                  </a:cubicBezTo>
                  <a:cubicBezTo>
                    <a:pt x="365" y="2"/>
                    <a:pt x="1" y="884"/>
                    <a:pt x="548" y="1401"/>
                  </a:cubicBezTo>
                  <a:cubicBezTo>
                    <a:pt x="714" y="1549"/>
                    <a:pt x="909" y="1615"/>
                    <a:pt x="1099" y="1615"/>
                  </a:cubicBezTo>
                  <a:cubicBezTo>
                    <a:pt x="1532" y="1615"/>
                    <a:pt x="1937" y="1270"/>
                    <a:pt x="1916" y="762"/>
                  </a:cubicBezTo>
                  <a:cubicBezTo>
                    <a:pt x="1886" y="326"/>
                    <a:pt x="1579" y="0"/>
                    <a:pt x="11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5" name="Google Shape;4585;p79"/>
            <p:cNvSpPr/>
            <p:nvPr/>
          </p:nvSpPr>
          <p:spPr>
            <a:xfrm>
              <a:off x="5031779" y="2573608"/>
              <a:ext cx="53906" cy="19685"/>
            </a:xfrm>
            <a:custGeom>
              <a:avLst/>
              <a:gdLst/>
              <a:ahLst/>
              <a:cxnLst/>
              <a:rect l="l" t="t" r="r" b="b"/>
              <a:pathLst>
                <a:path w="3497" h="1277" extrusionOk="0">
                  <a:moveTo>
                    <a:pt x="3131" y="0"/>
                  </a:moveTo>
                  <a:cubicBezTo>
                    <a:pt x="2098" y="152"/>
                    <a:pt x="1034" y="213"/>
                    <a:pt x="1" y="213"/>
                  </a:cubicBezTo>
                  <a:lnTo>
                    <a:pt x="61" y="1277"/>
                  </a:lnTo>
                  <a:cubicBezTo>
                    <a:pt x="944" y="1184"/>
                    <a:pt x="1808" y="1144"/>
                    <a:pt x="2682" y="1144"/>
                  </a:cubicBezTo>
                  <a:cubicBezTo>
                    <a:pt x="2952" y="1144"/>
                    <a:pt x="3223" y="1148"/>
                    <a:pt x="3496" y="1155"/>
                  </a:cubicBezTo>
                  <a:cubicBezTo>
                    <a:pt x="3344" y="760"/>
                    <a:pt x="3253" y="395"/>
                    <a:pt x="3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6" name="Google Shape;4586;p79"/>
            <p:cNvSpPr/>
            <p:nvPr/>
          </p:nvSpPr>
          <p:spPr>
            <a:xfrm>
              <a:off x="2713662" y="2781189"/>
              <a:ext cx="375324" cy="1575274"/>
            </a:xfrm>
            <a:custGeom>
              <a:avLst/>
              <a:gdLst/>
              <a:ahLst/>
              <a:cxnLst/>
              <a:rect l="l" t="t" r="r" b="b"/>
              <a:pathLst>
                <a:path w="24348" h="102191" extrusionOk="0">
                  <a:moveTo>
                    <a:pt x="0" y="0"/>
                  </a:moveTo>
                  <a:lnTo>
                    <a:pt x="0" y="102190"/>
                  </a:lnTo>
                  <a:lnTo>
                    <a:pt x="24347" y="102190"/>
                  </a:lnTo>
                  <a:lnTo>
                    <a:pt x="243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7" name="Google Shape;4587;p79"/>
            <p:cNvSpPr/>
            <p:nvPr/>
          </p:nvSpPr>
          <p:spPr>
            <a:xfrm>
              <a:off x="2772229" y="2781189"/>
              <a:ext cx="375324" cy="1575274"/>
            </a:xfrm>
            <a:custGeom>
              <a:avLst/>
              <a:gdLst/>
              <a:ahLst/>
              <a:cxnLst/>
              <a:rect l="l" t="t" r="r" b="b"/>
              <a:pathLst>
                <a:path w="24348" h="102191" extrusionOk="0">
                  <a:moveTo>
                    <a:pt x="1" y="0"/>
                  </a:moveTo>
                  <a:lnTo>
                    <a:pt x="1" y="102190"/>
                  </a:lnTo>
                  <a:lnTo>
                    <a:pt x="24347" y="102190"/>
                  </a:lnTo>
                  <a:lnTo>
                    <a:pt x="2434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8" name="Google Shape;4588;p79"/>
            <p:cNvSpPr/>
            <p:nvPr/>
          </p:nvSpPr>
          <p:spPr>
            <a:xfrm>
              <a:off x="2772229" y="2781189"/>
              <a:ext cx="28132" cy="13134"/>
            </a:xfrm>
            <a:custGeom>
              <a:avLst/>
              <a:gdLst/>
              <a:ahLst/>
              <a:cxnLst/>
              <a:rect l="l" t="t" r="r" b="b"/>
              <a:pathLst>
                <a:path w="1825" h="852" extrusionOk="0">
                  <a:moveTo>
                    <a:pt x="1" y="0"/>
                  </a:moveTo>
                  <a:lnTo>
                    <a:pt x="1" y="852"/>
                  </a:lnTo>
                  <a:lnTo>
                    <a:pt x="18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9" name="Google Shape;4589;p79"/>
            <p:cNvSpPr/>
            <p:nvPr/>
          </p:nvSpPr>
          <p:spPr>
            <a:xfrm>
              <a:off x="2772229" y="2781189"/>
              <a:ext cx="358460" cy="161195"/>
            </a:xfrm>
            <a:custGeom>
              <a:avLst/>
              <a:gdLst/>
              <a:ahLst/>
              <a:cxnLst/>
              <a:rect l="l" t="t" r="r" b="b"/>
              <a:pathLst>
                <a:path w="23254" h="10457" extrusionOk="0">
                  <a:moveTo>
                    <a:pt x="19545" y="0"/>
                  </a:moveTo>
                  <a:cubicBezTo>
                    <a:pt x="12979" y="2858"/>
                    <a:pt x="6475" y="5745"/>
                    <a:pt x="1" y="8754"/>
                  </a:cubicBezTo>
                  <a:lnTo>
                    <a:pt x="1" y="10457"/>
                  </a:lnTo>
                  <a:cubicBezTo>
                    <a:pt x="7751" y="6991"/>
                    <a:pt x="15502" y="3526"/>
                    <a:pt x="2325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0" name="Google Shape;4590;p79"/>
            <p:cNvSpPr/>
            <p:nvPr/>
          </p:nvSpPr>
          <p:spPr>
            <a:xfrm>
              <a:off x="2772229" y="3124666"/>
              <a:ext cx="375787" cy="220234"/>
            </a:xfrm>
            <a:custGeom>
              <a:avLst/>
              <a:gdLst/>
              <a:ahLst/>
              <a:cxnLst/>
              <a:rect l="l" t="t" r="r" b="b"/>
              <a:pathLst>
                <a:path w="24378" h="14287" extrusionOk="0">
                  <a:moveTo>
                    <a:pt x="24378" y="0"/>
                  </a:moveTo>
                  <a:cubicBezTo>
                    <a:pt x="17174" y="3800"/>
                    <a:pt x="10031" y="7660"/>
                    <a:pt x="2979" y="11703"/>
                  </a:cubicBezTo>
                  <a:cubicBezTo>
                    <a:pt x="1976" y="12280"/>
                    <a:pt x="1004" y="12858"/>
                    <a:pt x="1" y="13466"/>
                  </a:cubicBezTo>
                  <a:lnTo>
                    <a:pt x="1" y="14286"/>
                  </a:lnTo>
                  <a:cubicBezTo>
                    <a:pt x="8147" y="9666"/>
                    <a:pt x="16293" y="5076"/>
                    <a:pt x="24378" y="335"/>
                  </a:cubicBezTo>
                  <a:lnTo>
                    <a:pt x="2437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1" name="Google Shape;4591;p79"/>
            <p:cNvSpPr/>
            <p:nvPr/>
          </p:nvSpPr>
          <p:spPr>
            <a:xfrm>
              <a:off x="2772229" y="3369741"/>
              <a:ext cx="181820" cy="125586"/>
            </a:xfrm>
            <a:custGeom>
              <a:avLst/>
              <a:gdLst/>
              <a:ahLst/>
              <a:cxnLst/>
              <a:rect l="l" t="t" r="r" b="b"/>
              <a:pathLst>
                <a:path w="11795" h="8147" extrusionOk="0">
                  <a:moveTo>
                    <a:pt x="11794" y="0"/>
                  </a:moveTo>
                  <a:lnTo>
                    <a:pt x="11794" y="0"/>
                  </a:lnTo>
                  <a:cubicBezTo>
                    <a:pt x="7873" y="2219"/>
                    <a:pt x="3922" y="4468"/>
                    <a:pt x="1" y="6718"/>
                  </a:cubicBezTo>
                  <a:lnTo>
                    <a:pt x="1" y="8146"/>
                  </a:lnTo>
                  <a:cubicBezTo>
                    <a:pt x="973" y="7447"/>
                    <a:pt x="1946" y="6778"/>
                    <a:pt x="2919" y="6110"/>
                  </a:cubicBezTo>
                  <a:cubicBezTo>
                    <a:pt x="5867" y="4043"/>
                    <a:pt x="8846" y="2037"/>
                    <a:pt x="1179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2" name="Google Shape;4592;p79"/>
            <p:cNvSpPr/>
            <p:nvPr/>
          </p:nvSpPr>
          <p:spPr>
            <a:xfrm>
              <a:off x="2772229" y="3513129"/>
              <a:ext cx="375787" cy="295197"/>
            </a:xfrm>
            <a:custGeom>
              <a:avLst/>
              <a:gdLst/>
              <a:ahLst/>
              <a:cxnLst/>
              <a:rect l="l" t="t" r="r" b="b"/>
              <a:pathLst>
                <a:path w="24378" h="19150" extrusionOk="0">
                  <a:moveTo>
                    <a:pt x="24378" y="0"/>
                  </a:moveTo>
                  <a:cubicBezTo>
                    <a:pt x="16049" y="5958"/>
                    <a:pt x="7934" y="12159"/>
                    <a:pt x="1" y="18602"/>
                  </a:cubicBezTo>
                  <a:lnTo>
                    <a:pt x="1" y="19150"/>
                  </a:lnTo>
                  <a:cubicBezTo>
                    <a:pt x="1429" y="18086"/>
                    <a:pt x="2858" y="17052"/>
                    <a:pt x="4286" y="16019"/>
                  </a:cubicBezTo>
                  <a:cubicBezTo>
                    <a:pt x="9970" y="11855"/>
                    <a:pt x="15837" y="7964"/>
                    <a:pt x="21490" y="3769"/>
                  </a:cubicBezTo>
                  <a:cubicBezTo>
                    <a:pt x="22463" y="3040"/>
                    <a:pt x="23405" y="2310"/>
                    <a:pt x="24378" y="1581"/>
                  </a:cubicBezTo>
                  <a:lnTo>
                    <a:pt x="2437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3" name="Google Shape;4593;p79"/>
            <p:cNvSpPr/>
            <p:nvPr/>
          </p:nvSpPr>
          <p:spPr>
            <a:xfrm>
              <a:off x="2772229" y="3745084"/>
              <a:ext cx="278796" cy="250679"/>
            </a:xfrm>
            <a:custGeom>
              <a:avLst/>
              <a:gdLst/>
              <a:ahLst/>
              <a:cxnLst/>
              <a:rect l="l" t="t" r="r" b="b"/>
              <a:pathLst>
                <a:path w="18086" h="16262" extrusionOk="0">
                  <a:moveTo>
                    <a:pt x="18086" y="0"/>
                  </a:moveTo>
                  <a:cubicBezTo>
                    <a:pt x="14682" y="2371"/>
                    <a:pt x="11247" y="4742"/>
                    <a:pt x="7903" y="7204"/>
                  </a:cubicBezTo>
                  <a:cubicBezTo>
                    <a:pt x="5259" y="9149"/>
                    <a:pt x="2615" y="11095"/>
                    <a:pt x="1" y="13101"/>
                  </a:cubicBezTo>
                  <a:lnTo>
                    <a:pt x="1" y="16262"/>
                  </a:lnTo>
                  <a:lnTo>
                    <a:pt x="6688" y="10274"/>
                  </a:lnTo>
                  <a:cubicBezTo>
                    <a:pt x="10487" y="6839"/>
                    <a:pt x="14287" y="3435"/>
                    <a:pt x="180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4" name="Google Shape;4594;p79"/>
            <p:cNvSpPr/>
            <p:nvPr/>
          </p:nvSpPr>
          <p:spPr>
            <a:xfrm>
              <a:off x="2772229" y="2895055"/>
              <a:ext cx="375787" cy="308315"/>
            </a:xfrm>
            <a:custGeom>
              <a:avLst/>
              <a:gdLst/>
              <a:ahLst/>
              <a:cxnLst/>
              <a:rect l="l" t="t" r="r" b="b"/>
              <a:pathLst>
                <a:path w="24378" h="20001" extrusionOk="0">
                  <a:moveTo>
                    <a:pt x="24378" y="1"/>
                  </a:moveTo>
                  <a:cubicBezTo>
                    <a:pt x="16262" y="3678"/>
                    <a:pt x="8147" y="7295"/>
                    <a:pt x="1" y="10913"/>
                  </a:cubicBezTo>
                  <a:lnTo>
                    <a:pt x="1" y="20001"/>
                  </a:lnTo>
                  <a:cubicBezTo>
                    <a:pt x="8025" y="15411"/>
                    <a:pt x="16141" y="10973"/>
                    <a:pt x="24378" y="6779"/>
                  </a:cubicBezTo>
                  <a:lnTo>
                    <a:pt x="2437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5" name="Google Shape;4595;p79"/>
            <p:cNvSpPr/>
            <p:nvPr/>
          </p:nvSpPr>
          <p:spPr>
            <a:xfrm>
              <a:off x="2706154" y="3030472"/>
              <a:ext cx="451228" cy="10328"/>
            </a:xfrm>
            <a:custGeom>
              <a:avLst/>
              <a:gdLst/>
              <a:ahLst/>
              <a:cxnLst/>
              <a:rect l="l" t="t" r="r" b="b"/>
              <a:pathLst>
                <a:path w="29272" h="670" extrusionOk="0">
                  <a:moveTo>
                    <a:pt x="1" y="1"/>
                  </a:moveTo>
                  <a:lnTo>
                    <a:pt x="1" y="670"/>
                  </a:lnTo>
                  <a:lnTo>
                    <a:pt x="29272" y="670"/>
                  </a:lnTo>
                  <a:lnTo>
                    <a:pt x="292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6" name="Google Shape;4596;p79"/>
            <p:cNvSpPr/>
            <p:nvPr/>
          </p:nvSpPr>
          <p:spPr>
            <a:xfrm>
              <a:off x="2706154" y="3485950"/>
              <a:ext cx="451228" cy="10328"/>
            </a:xfrm>
            <a:custGeom>
              <a:avLst/>
              <a:gdLst/>
              <a:ahLst/>
              <a:cxnLst/>
              <a:rect l="l" t="t" r="r" b="b"/>
              <a:pathLst>
                <a:path w="29272" h="670" extrusionOk="0">
                  <a:moveTo>
                    <a:pt x="1" y="0"/>
                  </a:moveTo>
                  <a:lnTo>
                    <a:pt x="1" y="669"/>
                  </a:lnTo>
                  <a:lnTo>
                    <a:pt x="29272" y="669"/>
                  </a:lnTo>
                  <a:lnTo>
                    <a:pt x="292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7" name="Google Shape;4597;p79"/>
            <p:cNvSpPr/>
            <p:nvPr/>
          </p:nvSpPr>
          <p:spPr>
            <a:xfrm>
              <a:off x="2706154" y="3941411"/>
              <a:ext cx="451228" cy="10328"/>
            </a:xfrm>
            <a:custGeom>
              <a:avLst/>
              <a:gdLst/>
              <a:ahLst/>
              <a:cxnLst/>
              <a:rect l="l" t="t" r="r" b="b"/>
              <a:pathLst>
                <a:path w="29272" h="670" extrusionOk="0">
                  <a:moveTo>
                    <a:pt x="1" y="1"/>
                  </a:moveTo>
                  <a:lnTo>
                    <a:pt x="1" y="670"/>
                  </a:lnTo>
                  <a:lnTo>
                    <a:pt x="29272" y="670"/>
                  </a:lnTo>
                  <a:lnTo>
                    <a:pt x="292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8" name="Google Shape;4598;p79"/>
            <p:cNvSpPr/>
            <p:nvPr/>
          </p:nvSpPr>
          <p:spPr>
            <a:xfrm>
              <a:off x="3517765" y="2865409"/>
              <a:ext cx="678938" cy="589100"/>
            </a:xfrm>
            <a:custGeom>
              <a:avLst/>
              <a:gdLst/>
              <a:ahLst/>
              <a:cxnLst/>
              <a:rect l="l" t="t" r="r" b="b"/>
              <a:pathLst>
                <a:path w="44044" h="38216" extrusionOk="0">
                  <a:moveTo>
                    <a:pt x="20404" y="0"/>
                  </a:moveTo>
                  <a:cubicBezTo>
                    <a:pt x="20156" y="0"/>
                    <a:pt x="19909" y="4"/>
                    <a:pt x="19666" y="9"/>
                  </a:cubicBezTo>
                  <a:cubicBezTo>
                    <a:pt x="14529" y="191"/>
                    <a:pt x="9149" y="708"/>
                    <a:pt x="4651" y="3200"/>
                  </a:cubicBezTo>
                  <a:cubicBezTo>
                    <a:pt x="2918" y="4142"/>
                    <a:pt x="1246" y="5480"/>
                    <a:pt x="669" y="7364"/>
                  </a:cubicBezTo>
                  <a:cubicBezTo>
                    <a:pt x="0" y="9522"/>
                    <a:pt x="912" y="11863"/>
                    <a:pt x="2037" y="13808"/>
                  </a:cubicBezTo>
                  <a:cubicBezTo>
                    <a:pt x="4651" y="18246"/>
                    <a:pt x="8511" y="21741"/>
                    <a:pt x="12614" y="24842"/>
                  </a:cubicBezTo>
                  <a:cubicBezTo>
                    <a:pt x="22554" y="32319"/>
                    <a:pt x="27052" y="35450"/>
                    <a:pt x="39180" y="38216"/>
                  </a:cubicBezTo>
                  <a:cubicBezTo>
                    <a:pt x="36627" y="33991"/>
                    <a:pt x="43557" y="27821"/>
                    <a:pt x="43618" y="22897"/>
                  </a:cubicBezTo>
                  <a:cubicBezTo>
                    <a:pt x="43648" y="20039"/>
                    <a:pt x="44043" y="19644"/>
                    <a:pt x="42341" y="17334"/>
                  </a:cubicBezTo>
                  <a:cubicBezTo>
                    <a:pt x="39393" y="13261"/>
                    <a:pt x="31004" y="15206"/>
                    <a:pt x="28207" y="11012"/>
                  </a:cubicBezTo>
                  <a:cubicBezTo>
                    <a:pt x="27204" y="9492"/>
                    <a:pt x="27052" y="7577"/>
                    <a:pt x="26779" y="5784"/>
                  </a:cubicBezTo>
                  <a:cubicBezTo>
                    <a:pt x="26475" y="3960"/>
                    <a:pt x="25928" y="2045"/>
                    <a:pt x="24438" y="981"/>
                  </a:cubicBezTo>
                  <a:cubicBezTo>
                    <a:pt x="23299" y="127"/>
                    <a:pt x="21829" y="0"/>
                    <a:pt x="204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9" name="Google Shape;4599;p79"/>
            <p:cNvSpPr/>
            <p:nvPr/>
          </p:nvSpPr>
          <p:spPr>
            <a:xfrm>
              <a:off x="3503706" y="2883215"/>
              <a:ext cx="678938" cy="588637"/>
            </a:xfrm>
            <a:custGeom>
              <a:avLst/>
              <a:gdLst/>
              <a:ahLst/>
              <a:cxnLst/>
              <a:rect l="l" t="t" r="r" b="b"/>
              <a:pathLst>
                <a:path w="44044" h="38186" extrusionOk="0">
                  <a:moveTo>
                    <a:pt x="20445" y="0"/>
                  </a:moveTo>
                  <a:cubicBezTo>
                    <a:pt x="20193" y="0"/>
                    <a:pt x="19943" y="4"/>
                    <a:pt x="19697" y="9"/>
                  </a:cubicBezTo>
                  <a:cubicBezTo>
                    <a:pt x="14529" y="161"/>
                    <a:pt x="9180" y="677"/>
                    <a:pt x="4651" y="3170"/>
                  </a:cubicBezTo>
                  <a:cubicBezTo>
                    <a:pt x="2918" y="4142"/>
                    <a:pt x="1277" y="5449"/>
                    <a:pt x="699" y="7364"/>
                  </a:cubicBezTo>
                  <a:cubicBezTo>
                    <a:pt x="0" y="9522"/>
                    <a:pt x="912" y="11833"/>
                    <a:pt x="2067" y="13808"/>
                  </a:cubicBezTo>
                  <a:cubicBezTo>
                    <a:pt x="4651" y="18216"/>
                    <a:pt x="8541" y="21742"/>
                    <a:pt x="12645" y="24811"/>
                  </a:cubicBezTo>
                  <a:cubicBezTo>
                    <a:pt x="22584" y="32289"/>
                    <a:pt x="27083" y="35450"/>
                    <a:pt x="39211" y="38186"/>
                  </a:cubicBezTo>
                  <a:cubicBezTo>
                    <a:pt x="36657" y="33961"/>
                    <a:pt x="43588" y="27821"/>
                    <a:pt x="43648" y="22866"/>
                  </a:cubicBezTo>
                  <a:cubicBezTo>
                    <a:pt x="43679" y="20009"/>
                    <a:pt x="44044" y="19644"/>
                    <a:pt x="42372" y="17304"/>
                  </a:cubicBezTo>
                  <a:cubicBezTo>
                    <a:pt x="39423" y="13261"/>
                    <a:pt x="31004" y="15176"/>
                    <a:pt x="28238" y="11012"/>
                  </a:cubicBezTo>
                  <a:cubicBezTo>
                    <a:pt x="27204" y="9492"/>
                    <a:pt x="27083" y="7577"/>
                    <a:pt x="26779" y="5753"/>
                  </a:cubicBezTo>
                  <a:cubicBezTo>
                    <a:pt x="26505" y="3960"/>
                    <a:pt x="25958" y="2015"/>
                    <a:pt x="24469" y="951"/>
                  </a:cubicBezTo>
                  <a:cubicBezTo>
                    <a:pt x="23332" y="124"/>
                    <a:pt x="21867" y="0"/>
                    <a:pt x="204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0" name="Google Shape;4600;p79"/>
            <p:cNvSpPr/>
            <p:nvPr/>
          </p:nvSpPr>
          <p:spPr>
            <a:xfrm>
              <a:off x="4038840" y="4018401"/>
              <a:ext cx="926334" cy="124229"/>
            </a:xfrm>
            <a:custGeom>
              <a:avLst/>
              <a:gdLst/>
              <a:ahLst/>
              <a:cxnLst/>
              <a:rect l="l" t="t" r="r" b="b"/>
              <a:pathLst>
                <a:path w="60093" h="8059" extrusionOk="0">
                  <a:moveTo>
                    <a:pt x="41200" y="0"/>
                  </a:moveTo>
                  <a:cubicBezTo>
                    <a:pt x="27444" y="0"/>
                    <a:pt x="13700" y="616"/>
                    <a:pt x="0" y="1846"/>
                  </a:cubicBezTo>
                  <a:cubicBezTo>
                    <a:pt x="2128" y="4946"/>
                    <a:pt x="5775" y="6770"/>
                    <a:pt x="9484" y="7530"/>
                  </a:cubicBezTo>
                  <a:cubicBezTo>
                    <a:pt x="11424" y="7927"/>
                    <a:pt x="13397" y="8059"/>
                    <a:pt x="15378" y="8059"/>
                  </a:cubicBezTo>
                  <a:cubicBezTo>
                    <a:pt x="17183" y="8059"/>
                    <a:pt x="18994" y="7950"/>
                    <a:pt x="20791" y="7834"/>
                  </a:cubicBezTo>
                  <a:lnTo>
                    <a:pt x="41338" y="6618"/>
                  </a:lnTo>
                  <a:cubicBezTo>
                    <a:pt x="44743" y="6436"/>
                    <a:pt x="48117" y="6223"/>
                    <a:pt x="51399" y="5372"/>
                  </a:cubicBezTo>
                  <a:cubicBezTo>
                    <a:pt x="54682" y="4490"/>
                    <a:pt x="57843" y="2940"/>
                    <a:pt x="60092" y="387"/>
                  </a:cubicBezTo>
                  <a:cubicBezTo>
                    <a:pt x="53794" y="129"/>
                    <a:pt x="47496" y="0"/>
                    <a:pt x="4120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1" name="Google Shape;4601;p79"/>
            <p:cNvSpPr/>
            <p:nvPr/>
          </p:nvSpPr>
          <p:spPr>
            <a:xfrm>
              <a:off x="3994780" y="3988262"/>
              <a:ext cx="926349" cy="124199"/>
            </a:xfrm>
            <a:custGeom>
              <a:avLst/>
              <a:gdLst/>
              <a:ahLst/>
              <a:cxnLst/>
              <a:rect l="l" t="t" r="r" b="b"/>
              <a:pathLst>
                <a:path w="60094" h="8057" extrusionOk="0">
                  <a:moveTo>
                    <a:pt x="41549" y="0"/>
                  </a:moveTo>
                  <a:cubicBezTo>
                    <a:pt x="27682" y="0"/>
                    <a:pt x="13812" y="615"/>
                    <a:pt x="1" y="1856"/>
                  </a:cubicBezTo>
                  <a:cubicBezTo>
                    <a:pt x="2159" y="4956"/>
                    <a:pt x="5807" y="6780"/>
                    <a:pt x="9515" y="7540"/>
                  </a:cubicBezTo>
                  <a:cubicBezTo>
                    <a:pt x="11428" y="7932"/>
                    <a:pt x="13373" y="8057"/>
                    <a:pt x="15326" y="8057"/>
                  </a:cubicBezTo>
                  <a:cubicBezTo>
                    <a:pt x="17158" y="8057"/>
                    <a:pt x="18997" y="7946"/>
                    <a:pt x="20822" y="7843"/>
                  </a:cubicBezTo>
                  <a:lnTo>
                    <a:pt x="41369" y="6628"/>
                  </a:lnTo>
                  <a:cubicBezTo>
                    <a:pt x="44743" y="6415"/>
                    <a:pt x="48148" y="6202"/>
                    <a:pt x="51430" y="5351"/>
                  </a:cubicBezTo>
                  <a:cubicBezTo>
                    <a:pt x="54683" y="4500"/>
                    <a:pt x="57874" y="2919"/>
                    <a:pt x="60093" y="366"/>
                  </a:cubicBezTo>
                  <a:cubicBezTo>
                    <a:pt x="53916" y="122"/>
                    <a:pt x="47733" y="0"/>
                    <a:pt x="41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2" name="Google Shape;4602;p79"/>
            <p:cNvSpPr/>
            <p:nvPr/>
          </p:nvSpPr>
          <p:spPr>
            <a:xfrm>
              <a:off x="3674273" y="3635674"/>
              <a:ext cx="1427676" cy="421230"/>
            </a:xfrm>
            <a:custGeom>
              <a:avLst/>
              <a:gdLst/>
              <a:ahLst/>
              <a:cxnLst/>
              <a:rect l="l" t="t" r="r" b="b"/>
              <a:pathLst>
                <a:path w="92616" h="27326" extrusionOk="0">
                  <a:moveTo>
                    <a:pt x="29066" y="0"/>
                  </a:moveTo>
                  <a:cubicBezTo>
                    <a:pt x="19746" y="0"/>
                    <a:pt x="10009" y="748"/>
                    <a:pt x="1307" y="2751"/>
                  </a:cubicBezTo>
                  <a:lnTo>
                    <a:pt x="0" y="4726"/>
                  </a:lnTo>
                  <a:cubicBezTo>
                    <a:pt x="5046" y="12173"/>
                    <a:pt x="13770" y="23146"/>
                    <a:pt x="22675" y="26003"/>
                  </a:cubicBezTo>
                  <a:cubicBezTo>
                    <a:pt x="25927" y="27048"/>
                    <a:pt x="29345" y="27325"/>
                    <a:pt x="32788" y="27325"/>
                  </a:cubicBezTo>
                  <a:cubicBezTo>
                    <a:pt x="34655" y="27325"/>
                    <a:pt x="36530" y="27244"/>
                    <a:pt x="38390" y="27158"/>
                  </a:cubicBezTo>
                  <a:cubicBezTo>
                    <a:pt x="55807" y="26307"/>
                    <a:pt x="73193" y="25122"/>
                    <a:pt x="90579" y="23572"/>
                  </a:cubicBezTo>
                  <a:cubicBezTo>
                    <a:pt x="92342" y="19529"/>
                    <a:pt x="92616" y="13359"/>
                    <a:pt x="85959" y="12112"/>
                  </a:cubicBezTo>
                  <a:cubicBezTo>
                    <a:pt x="71187" y="11353"/>
                    <a:pt x="57661" y="3723"/>
                    <a:pt x="43405" y="562"/>
                  </a:cubicBezTo>
                  <a:cubicBezTo>
                    <a:pt x="38891" y="213"/>
                    <a:pt x="34038" y="0"/>
                    <a:pt x="290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3" name="Google Shape;4603;p79"/>
            <p:cNvSpPr/>
            <p:nvPr/>
          </p:nvSpPr>
          <p:spPr>
            <a:xfrm>
              <a:off x="3697706" y="3664749"/>
              <a:ext cx="1427676" cy="421431"/>
            </a:xfrm>
            <a:custGeom>
              <a:avLst/>
              <a:gdLst/>
              <a:ahLst/>
              <a:cxnLst/>
              <a:rect l="l" t="t" r="r" b="b"/>
              <a:pathLst>
                <a:path w="92616" h="27339" extrusionOk="0">
                  <a:moveTo>
                    <a:pt x="29111" y="0"/>
                  </a:moveTo>
                  <a:cubicBezTo>
                    <a:pt x="19777" y="0"/>
                    <a:pt x="10023" y="754"/>
                    <a:pt x="1307" y="2779"/>
                  </a:cubicBezTo>
                  <a:lnTo>
                    <a:pt x="0" y="4755"/>
                  </a:lnTo>
                  <a:cubicBezTo>
                    <a:pt x="5046" y="12172"/>
                    <a:pt x="13769" y="23145"/>
                    <a:pt x="22675" y="26032"/>
                  </a:cubicBezTo>
                  <a:cubicBezTo>
                    <a:pt x="25917" y="27054"/>
                    <a:pt x="29324" y="27339"/>
                    <a:pt x="32756" y="27339"/>
                  </a:cubicBezTo>
                  <a:cubicBezTo>
                    <a:pt x="34634" y="27339"/>
                    <a:pt x="36519" y="27253"/>
                    <a:pt x="38390" y="27157"/>
                  </a:cubicBezTo>
                  <a:cubicBezTo>
                    <a:pt x="55807" y="26336"/>
                    <a:pt x="73193" y="25120"/>
                    <a:pt x="90579" y="23570"/>
                  </a:cubicBezTo>
                  <a:cubicBezTo>
                    <a:pt x="92342" y="19558"/>
                    <a:pt x="92616" y="13388"/>
                    <a:pt x="85959" y="12111"/>
                  </a:cubicBezTo>
                  <a:cubicBezTo>
                    <a:pt x="71187" y="11381"/>
                    <a:pt x="57661" y="3722"/>
                    <a:pt x="43405" y="561"/>
                  </a:cubicBezTo>
                  <a:cubicBezTo>
                    <a:pt x="38904" y="213"/>
                    <a:pt x="34066" y="0"/>
                    <a:pt x="291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4" name="Google Shape;4604;p79"/>
            <p:cNvSpPr/>
            <p:nvPr/>
          </p:nvSpPr>
          <p:spPr>
            <a:xfrm>
              <a:off x="3697706" y="3664749"/>
              <a:ext cx="1039726" cy="421431"/>
            </a:xfrm>
            <a:custGeom>
              <a:avLst/>
              <a:gdLst/>
              <a:ahLst/>
              <a:cxnLst/>
              <a:rect l="l" t="t" r="r" b="b"/>
              <a:pathLst>
                <a:path w="67449" h="27339" extrusionOk="0">
                  <a:moveTo>
                    <a:pt x="29104" y="0"/>
                  </a:moveTo>
                  <a:cubicBezTo>
                    <a:pt x="19763" y="0"/>
                    <a:pt x="10003" y="754"/>
                    <a:pt x="1307" y="2779"/>
                  </a:cubicBezTo>
                  <a:lnTo>
                    <a:pt x="0" y="4755"/>
                  </a:lnTo>
                  <a:cubicBezTo>
                    <a:pt x="5046" y="12172"/>
                    <a:pt x="13739" y="23145"/>
                    <a:pt x="22675" y="26032"/>
                  </a:cubicBezTo>
                  <a:cubicBezTo>
                    <a:pt x="25897" y="27054"/>
                    <a:pt x="29310" y="27339"/>
                    <a:pt x="32749" y="27339"/>
                  </a:cubicBezTo>
                  <a:cubicBezTo>
                    <a:pt x="34630" y="27339"/>
                    <a:pt x="36519" y="27253"/>
                    <a:pt x="38390" y="27157"/>
                  </a:cubicBezTo>
                  <a:cubicBezTo>
                    <a:pt x="48086" y="26701"/>
                    <a:pt x="57782" y="26123"/>
                    <a:pt x="67448" y="25424"/>
                  </a:cubicBezTo>
                  <a:cubicBezTo>
                    <a:pt x="66688" y="18281"/>
                    <a:pt x="66141" y="10986"/>
                    <a:pt x="61217" y="6093"/>
                  </a:cubicBezTo>
                  <a:cubicBezTo>
                    <a:pt x="55320" y="4026"/>
                    <a:pt x="49423" y="1898"/>
                    <a:pt x="43405" y="561"/>
                  </a:cubicBezTo>
                  <a:cubicBezTo>
                    <a:pt x="38904" y="213"/>
                    <a:pt x="34063" y="0"/>
                    <a:pt x="291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5" name="Google Shape;4605;p79"/>
            <p:cNvSpPr/>
            <p:nvPr/>
          </p:nvSpPr>
          <p:spPr>
            <a:xfrm>
              <a:off x="3470437" y="2924762"/>
              <a:ext cx="1203249" cy="1030554"/>
            </a:xfrm>
            <a:custGeom>
              <a:avLst/>
              <a:gdLst/>
              <a:ahLst/>
              <a:cxnLst/>
              <a:rect l="l" t="t" r="r" b="b"/>
              <a:pathLst>
                <a:path w="78057" h="66854" extrusionOk="0">
                  <a:moveTo>
                    <a:pt x="15684" y="1"/>
                  </a:moveTo>
                  <a:cubicBezTo>
                    <a:pt x="12940" y="1"/>
                    <a:pt x="10187" y="297"/>
                    <a:pt x="7629" y="1295"/>
                  </a:cubicBezTo>
                  <a:cubicBezTo>
                    <a:pt x="4468" y="2542"/>
                    <a:pt x="1641" y="5065"/>
                    <a:pt x="730" y="8347"/>
                  </a:cubicBezTo>
                  <a:cubicBezTo>
                    <a:pt x="0" y="10992"/>
                    <a:pt x="578" y="13758"/>
                    <a:pt x="1186" y="16432"/>
                  </a:cubicBezTo>
                  <a:cubicBezTo>
                    <a:pt x="3344" y="25825"/>
                    <a:pt x="6140" y="35065"/>
                    <a:pt x="9575" y="44123"/>
                  </a:cubicBezTo>
                  <a:cubicBezTo>
                    <a:pt x="12006" y="50567"/>
                    <a:pt x="14985" y="57193"/>
                    <a:pt x="20578" y="61236"/>
                  </a:cubicBezTo>
                  <a:cubicBezTo>
                    <a:pt x="25593" y="64853"/>
                    <a:pt x="32007" y="65825"/>
                    <a:pt x="38177" y="66342"/>
                  </a:cubicBezTo>
                  <a:cubicBezTo>
                    <a:pt x="42785" y="66709"/>
                    <a:pt x="47401" y="66854"/>
                    <a:pt x="52020" y="66854"/>
                  </a:cubicBezTo>
                  <a:cubicBezTo>
                    <a:pt x="60412" y="66854"/>
                    <a:pt x="68815" y="66376"/>
                    <a:pt x="77205" y="65886"/>
                  </a:cubicBezTo>
                  <a:cubicBezTo>
                    <a:pt x="78056" y="60597"/>
                    <a:pt x="75989" y="55156"/>
                    <a:pt x="72676" y="50962"/>
                  </a:cubicBezTo>
                  <a:cubicBezTo>
                    <a:pt x="69363" y="46767"/>
                    <a:pt x="64895" y="43637"/>
                    <a:pt x="60366" y="40749"/>
                  </a:cubicBezTo>
                  <a:cubicBezTo>
                    <a:pt x="54013" y="36706"/>
                    <a:pt x="47387" y="33059"/>
                    <a:pt x="41581" y="28317"/>
                  </a:cubicBezTo>
                  <a:cubicBezTo>
                    <a:pt x="35745" y="23545"/>
                    <a:pt x="30639" y="17557"/>
                    <a:pt x="28420" y="10384"/>
                  </a:cubicBezTo>
                  <a:cubicBezTo>
                    <a:pt x="27478" y="7375"/>
                    <a:pt x="26931" y="3970"/>
                    <a:pt x="24499" y="1964"/>
                  </a:cubicBezTo>
                  <a:cubicBezTo>
                    <a:pt x="22645" y="475"/>
                    <a:pt x="20122" y="171"/>
                    <a:pt x="17721" y="49"/>
                  </a:cubicBezTo>
                  <a:cubicBezTo>
                    <a:pt x="17044" y="19"/>
                    <a:pt x="16364" y="1"/>
                    <a:pt x="156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6" name="Google Shape;4606;p79"/>
            <p:cNvSpPr/>
            <p:nvPr/>
          </p:nvSpPr>
          <p:spPr>
            <a:xfrm>
              <a:off x="3806407" y="3034234"/>
              <a:ext cx="322852" cy="362669"/>
            </a:xfrm>
            <a:custGeom>
              <a:avLst/>
              <a:gdLst/>
              <a:ahLst/>
              <a:cxnLst/>
              <a:rect l="l" t="t" r="r" b="b"/>
              <a:pathLst>
                <a:path w="20944" h="23527" extrusionOk="0">
                  <a:moveTo>
                    <a:pt x="1" y="0"/>
                  </a:moveTo>
                  <a:cubicBezTo>
                    <a:pt x="1703" y="9757"/>
                    <a:pt x="7509" y="18329"/>
                    <a:pt x="15959" y="23526"/>
                  </a:cubicBezTo>
                  <a:cubicBezTo>
                    <a:pt x="16019" y="20791"/>
                    <a:pt x="17752" y="18450"/>
                    <a:pt x="18998" y="16019"/>
                  </a:cubicBezTo>
                  <a:cubicBezTo>
                    <a:pt x="20214" y="13617"/>
                    <a:pt x="20943" y="10456"/>
                    <a:pt x="19241" y="8328"/>
                  </a:cubicBezTo>
                  <a:cubicBezTo>
                    <a:pt x="18147" y="6961"/>
                    <a:pt x="16323" y="6444"/>
                    <a:pt x="14652" y="5988"/>
                  </a:cubicBezTo>
                  <a:lnTo>
                    <a:pt x="1885" y="2553"/>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7" name="Google Shape;4607;p79"/>
            <p:cNvSpPr/>
            <p:nvPr/>
          </p:nvSpPr>
          <p:spPr>
            <a:xfrm>
              <a:off x="3505571" y="2947748"/>
              <a:ext cx="1106735" cy="997351"/>
            </a:xfrm>
            <a:custGeom>
              <a:avLst/>
              <a:gdLst/>
              <a:ahLst/>
              <a:cxnLst/>
              <a:rect l="l" t="t" r="r" b="b"/>
              <a:pathLst>
                <a:path w="71796" h="64700" extrusionOk="0">
                  <a:moveTo>
                    <a:pt x="12174" y="0"/>
                  </a:moveTo>
                  <a:cubicBezTo>
                    <a:pt x="11787" y="0"/>
                    <a:pt x="11396" y="16"/>
                    <a:pt x="11004" y="48"/>
                  </a:cubicBezTo>
                  <a:cubicBezTo>
                    <a:pt x="7296" y="382"/>
                    <a:pt x="3983" y="1294"/>
                    <a:pt x="1" y="3178"/>
                  </a:cubicBezTo>
                  <a:lnTo>
                    <a:pt x="153" y="3543"/>
                  </a:lnTo>
                  <a:cubicBezTo>
                    <a:pt x="4104" y="1659"/>
                    <a:pt x="7357" y="747"/>
                    <a:pt x="11034" y="443"/>
                  </a:cubicBezTo>
                  <a:cubicBezTo>
                    <a:pt x="11433" y="410"/>
                    <a:pt x="11829" y="393"/>
                    <a:pt x="12221" y="393"/>
                  </a:cubicBezTo>
                  <a:cubicBezTo>
                    <a:pt x="16136" y="393"/>
                    <a:pt x="19664" y="2021"/>
                    <a:pt x="21460" y="4729"/>
                  </a:cubicBezTo>
                  <a:cubicBezTo>
                    <a:pt x="21916" y="5458"/>
                    <a:pt x="22311" y="6218"/>
                    <a:pt x="22646" y="7008"/>
                  </a:cubicBezTo>
                  <a:cubicBezTo>
                    <a:pt x="23162" y="8194"/>
                    <a:pt x="23740" y="9409"/>
                    <a:pt x="24682" y="10352"/>
                  </a:cubicBezTo>
                  <a:cubicBezTo>
                    <a:pt x="26020" y="11689"/>
                    <a:pt x="27813" y="12236"/>
                    <a:pt x="29576" y="12783"/>
                  </a:cubicBezTo>
                  <a:cubicBezTo>
                    <a:pt x="30123" y="12935"/>
                    <a:pt x="30670" y="13118"/>
                    <a:pt x="31217" y="13300"/>
                  </a:cubicBezTo>
                  <a:cubicBezTo>
                    <a:pt x="33375" y="14090"/>
                    <a:pt x="35655" y="15762"/>
                    <a:pt x="35594" y="18042"/>
                  </a:cubicBezTo>
                  <a:cubicBezTo>
                    <a:pt x="35564" y="18923"/>
                    <a:pt x="35138" y="19805"/>
                    <a:pt x="34743" y="20625"/>
                  </a:cubicBezTo>
                  <a:cubicBezTo>
                    <a:pt x="34318" y="21568"/>
                    <a:pt x="33862" y="22540"/>
                    <a:pt x="33892" y="23574"/>
                  </a:cubicBezTo>
                  <a:cubicBezTo>
                    <a:pt x="33953" y="25367"/>
                    <a:pt x="35351" y="26735"/>
                    <a:pt x="36749" y="27860"/>
                  </a:cubicBezTo>
                  <a:cubicBezTo>
                    <a:pt x="40032" y="30534"/>
                    <a:pt x="43588" y="32905"/>
                    <a:pt x="47053" y="35215"/>
                  </a:cubicBezTo>
                  <a:cubicBezTo>
                    <a:pt x="51035" y="37860"/>
                    <a:pt x="55139" y="40595"/>
                    <a:pt x="58786" y="43756"/>
                  </a:cubicBezTo>
                  <a:cubicBezTo>
                    <a:pt x="65169" y="49288"/>
                    <a:pt x="71370" y="55459"/>
                    <a:pt x="71005" y="64699"/>
                  </a:cubicBezTo>
                  <a:lnTo>
                    <a:pt x="71370" y="64699"/>
                  </a:lnTo>
                  <a:cubicBezTo>
                    <a:pt x="71795" y="55276"/>
                    <a:pt x="65504" y="49045"/>
                    <a:pt x="59060" y="43483"/>
                  </a:cubicBezTo>
                  <a:cubicBezTo>
                    <a:pt x="55351" y="40291"/>
                    <a:pt x="51248" y="37556"/>
                    <a:pt x="47266" y="34911"/>
                  </a:cubicBezTo>
                  <a:cubicBezTo>
                    <a:pt x="43801" y="32601"/>
                    <a:pt x="40245" y="30230"/>
                    <a:pt x="36962" y="27556"/>
                  </a:cubicBezTo>
                  <a:cubicBezTo>
                    <a:pt x="35655" y="26492"/>
                    <a:pt x="34318" y="25185"/>
                    <a:pt x="34257" y="23574"/>
                  </a:cubicBezTo>
                  <a:cubicBezTo>
                    <a:pt x="34226" y="22601"/>
                    <a:pt x="34652" y="21720"/>
                    <a:pt x="35077" y="20777"/>
                  </a:cubicBezTo>
                  <a:cubicBezTo>
                    <a:pt x="35503" y="19926"/>
                    <a:pt x="35929" y="19014"/>
                    <a:pt x="35959" y="18042"/>
                  </a:cubicBezTo>
                  <a:cubicBezTo>
                    <a:pt x="36050" y="15549"/>
                    <a:pt x="33618" y="13756"/>
                    <a:pt x="31339" y="12935"/>
                  </a:cubicBezTo>
                  <a:cubicBezTo>
                    <a:pt x="30792" y="12753"/>
                    <a:pt x="30245" y="12571"/>
                    <a:pt x="29697" y="12419"/>
                  </a:cubicBezTo>
                  <a:cubicBezTo>
                    <a:pt x="27995" y="11872"/>
                    <a:pt x="26202" y="11324"/>
                    <a:pt x="24956" y="10078"/>
                  </a:cubicBezTo>
                  <a:cubicBezTo>
                    <a:pt x="24074" y="9166"/>
                    <a:pt x="23527" y="8042"/>
                    <a:pt x="22980" y="6826"/>
                  </a:cubicBezTo>
                  <a:cubicBezTo>
                    <a:pt x="22646" y="6036"/>
                    <a:pt x="22220" y="5245"/>
                    <a:pt x="21764" y="4516"/>
                  </a:cubicBezTo>
                  <a:cubicBezTo>
                    <a:pt x="19933" y="1713"/>
                    <a:pt x="16227" y="0"/>
                    <a:pt x="121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8" name="Google Shape;4608;p79"/>
            <p:cNvSpPr/>
            <p:nvPr/>
          </p:nvSpPr>
          <p:spPr>
            <a:xfrm>
              <a:off x="4398242" y="3919859"/>
              <a:ext cx="9850" cy="493"/>
            </a:xfrm>
            <a:custGeom>
              <a:avLst/>
              <a:gdLst/>
              <a:ahLst/>
              <a:cxnLst/>
              <a:rect l="l" t="t" r="r" b="b"/>
              <a:pathLst>
                <a:path w="639" h="32" extrusionOk="0">
                  <a:moveTo>
                    <a:pt x="639" y="1"/>
                  </a:moveTo>
                  <a:lnTo>
                    <a:pt x="1" y="31"/>
                  </a:lnTo>
                  <a:cubicBezTo>
                    <a:pt x="213" y="31"/>
                    <a:pt x="426" y="31"/>
                    <a:pt x="639" y="1"/>
                  </a:cubicBezTo>
                  <a:close/>
                </a:path>
              </a:pathLst>
            </a:custGeom>
            <a:solidFill>
              <a:srgbClr val="1068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9" name="Google Shape;4609;p79"/>
            <p:cNvSpPr/>
            <p:nvPr/>
          </p:nvSpPr>
          <p:spPr>
            <a:xfrm>
              <a:off x="3657870" y="3530457"/>
              <a:ext cx="740799" cy="400158"/>
            </a:xfrm>
            <a:custGeom>
              <a:avLst/>
              <a:gdLst/>
              <a:ahLst/>
              <a:cxnLst/>
              <a:rect l="l" t="t" r="r" b="b"/>
              <a:pathLst>
                <a:path w="48057" h="25959" extrusionOk="0">
                  <a:moveTo>
                    <a:pt x="31369" y="1"/>
                  </a:moveTo>
                  <a:lnTo>
                    <a:pt x="30822" y="10731"/>
                  </a:lnTo>
                  <a:cubicBezTo>
                    <a:pt x="26713" y="11255"/>
                    <a:pt x="22584" y="11515"/>
                    <a:pt x="18458" y="11515"/>
                  </a:cubicBezTo>
                  <a:cubicBezTo>
                    <a:pt x="12297" y="11515"/>
                    <a:pt x="6141" y="10935"/>
                    <a:pt x="61" y="9788"/>
                  </a:cubicBezTo>
                  <a:lnTo>
                    <a:pt x="0" y="10183"/>
                  </a:lnTo>
                  <a:cubicBezTo>
                    <a:pt x="6080" y="11339"/>
                    <a:pt x="12250" y="11916"/>
                    <a:pt x="18451" y="11916"/>
                  </a:cubicBezTo>
                  <a:cubicBezTo>
                    <a:pt x="22584" y="11916"/>
                    <a:pt x="26688" y="11673"/>
                    <a:pt x="30791" y="11156"/>
                  </a:cubicBezTo>
                  <a:lnTo>
                    <a:pt x="30791" y="11217"/>
                  </a:lnTo>
                  <a:lnTo>
                    <a:pt x="44135" y="25320"/>
                  </a:lnTo>
                  <a:cubicBezTo>
                    <a:pt x="41323" y="25471"/>
                    <a:pt x="38587" y="25547"/>
                    <a:pt x="35922" y="25547"/>
                  </a:cubicBezTo>
                  <a:cubicBezTo>
                    <a:pt x="26228" y="25547"/>
                    <a:pt x="17468" y="24544"/>
                    <a:pt x="9362" y="22494"/>
                  </a:cubicBezTo>
                  <a:lnTo>
                    <a:pt x="9271" y="22889"/>
                  </a:lnTo>
                  <a:cubicBezTo>
                    <a:pt x="17387" y="24925"/>
                    <a:pt x="26110" y="25959"/>
                    <a:pt x="35776" y="25959"/>
                  </a:cubicBezTo>
                  <a:cubicBezTo>
                    <a:pt x="38907" y="25959"/>
                    <a:pt x="42129" y="25837"/>
                    <a:pt x="45442" y="25624"/>
                  </a:cubicBezTo>
                  <a:lnTo>
                    <a:pt x="45442" y="25442"/>
                  </a:lnTo>
                  <a:lnTo>
                    <a:pt x="48056" y="25320"/>
                  </a:lnTo>
                  <a:cubicBezTo>
                    <a:pt x="46749" y="25260"/>
                    <a:pt x="45533" y="24682"/>
                    <a:pt x="44652" y="23740"/>
                  </a:cubicBezTo>
                  <a:cubicBezTo>
                    <a:pt x="42767" y="21855"/>
                    <a:pt x="34226" y="10275"/>
                    <a:pt x="34013" y="9697"/>
                  </a:cubicBezTo>
                  <a:cubicBezTo>
                    <a:pt x="33831" y="9120"/>
                    <a:pt x="31369" y="1"/>
                    <a:pt x="313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0" name="Google Shape;4610;p79"/>
            <p:cNvSpPr/>
            <p:nvPr/>
          </p:nvSpPr>
          <p:spPr>
            <a:xfrm>
              <a:off x="3827974" y="3172118"/>
              <a:ext cx="189774" cy="239210"/>
            </a:xfrm>
            <a:custGeom>
              <a:avLst/>
              <a:gdLst/>
              <a:ahLst/>
              <a:cxnLst/>
              <a:rect l="l" t="t" r="r" b="b"/>
              <a:pathLst>
                <a:path w="12311" h="15518" extrusionOk="0">
                  <a:moveTo>
                    <a:pt x="5341" y="0"/>
                  </a:moveTo>
                  <a:cubicBezTo>
                    <a:pt x="4881" y="0"/>
                    <a:pt x="4432" y="74"/>
                    <a:pt x="4012" y="266"/>
                  </a:cubicBezTo>
                  <a:cubicBezTo>
                    <a:pt x="3161" y="661"/>
                    <a:pt x="2614" y="1482"/>
                    <a:pt x="2158" y="2272"/>
                  </a:cubicBezTo>
                  <a:cubicBezTo>
                    <a:pt x="730" y="4886"/>
                    <a:pt x="0" y="7834"/>
                    <a:pt x="61" y="10813"/>
                  </a:cubicBezTo>
                  <a:cubicBezTo>
                    <a:pt x="122" y="12515"/>
                    <a:pt x="578" y="14400"/>
                    <a:pt x="2067" y="15190"/>
                  </a:cubicBezTo>
                  <a:cubicBezTo>
                    <a:pt x="2514" y="15418"/>
                    <a:pt x="2986" y="15517"/>
                    <a:pt x="3463" y="15517"/>
                  </a:cubicBezTo>
                  <a:cubicBezTo>
                    <a:pt x="4769" y="15517"/>
                    <a:pt x="6119" y="14774"/>
                    <a:pt x="7143" y="13883"/>
                  </a:cubicBezTo>
                  <a:cubicBezTo>
                    <a:pt x="9119" y="12181"/>
                    <a:pt x="10365" y="9749"/>
                    <a:pt x="11216" y="7287"/>
                  </a:cubicBezTo>
                  <a:cubicBezTo>
                    <a:pt x="11794" y="5555"/>
                    <a:pt x="12310" y="3609"/>
                    <a:pt x="11125" y="2211"/>
                  </a:cubicBezTo>
                  <a:cubicBezTo>
                    <a:pt x="10243" y="1117"/>
                    <a:pt x="8815" y="722"/>
                    <a:pt x="7477" y="357"/>
                  </a:cubicBezTo>
                  <a:cubicBezTo>
                    <a:pt x="6778" y="173"/>
                    <a:pt x="6046" y="0"/>
                    <a:pt x="53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1" name="Google Shape;4611;p79"/>
            <p:cNvSpPr/>
            <p:nvPr/>
          </p:nvSpPr>
          <p:spPr>
            <a:xfrm>
              <a:off x="3836407" y="3192730"/>
              <a:ext cx="189774" cy="239133"/>
            </a:xfrm>
            <a:custGeom>
              <a:avLst/>
              <a:gdLst/>
              <a:ahLst/>
              <a:cxnLst/>
              <a:rect l="l" t="t" r="r" b="b"/>
              <a:pathLst>
                <a:path w="12311" h="15513" extrusionOk="0">
                  <a:moveTo>
                    <a:pt x="5350" y="1"/>
                  </a:moveTo>
                  <a:cubicBezTo>
                    <a:pt x="4886" y="1"/>
                    <a:pt x="4432" y="74"/>
                    <a:pt x="4012" y="266"/>
                  </a:cubicBezTo>
                  <a:cubicBezTo>
                    <a:pt x="3192" y="661"/>
                    <a:pt x="2645" y="1452"/>
                    <a:pt x="2189" y="2272"/>
                  </a:cubicBezTo>
                  <a:cubicBezTo>
                    <a:pt x="730" y="4886"/>
                    <a:pt x="0" y="7835"/>
                    <a:pt x="91" y="10814"/>
                  </a:cubicBezTo>
                  <a:cubicBezTo>
                    <a:pt x="122" y="12485"/>
                    <a:pt x="608" y="14400"/>
                    <a:pt x="2097" y="15191"/>
                  </a:cubicBezTo>
                  <a:cubicBezTo>
                    <a:pt x="2530" y="15415"/>
                    <a:pt x="2987" y="15512"/>
                    <a:pt x="3453" y="15512"/>
                  </a:cubicBezTo>
                  <a:cubicBezTo>
                    <a:pt x="4753" y="15512"/>
                    <a:pt x="6113" y="14749"/>
                    <a:pt x="7143" y="13853"/>
                  </a:cubicBezTo>
                  <a:cubicBezTo>
                    <a:pt x="9149" y="12151"/>
                    <a:pt x="10365" y="9750"/>
                    <a:pt x="11216" y="7288"/>
                  </a:cubicBezTo>
                  <a:cubicBezTo>
                    <a:pt x="11824" y="5555"/>
                    <a:pt x="12310" y="3610"/>
                    <a:pt x="11155" y="2181"/>
                  </a:cubicBezTo>
                  <a:cubicBezTo>
                    <a:pt x="10274" y="1117"/>
                    <a:pt x="8815" y="692"/>
                    <a:pt x="7478" y="357"/>
                  </a:cubicBezTo>
                  <a:cubicBezTo>
                    <a:pt x="6797" y="174"/>
                    <a:pt x="6061" y="1"/>
                    <a:pt x="53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2" name="Google Shape;4612;p79"/>
            <p:cNvSpPr/>
            <p:nvPr/>
          </p:nvSpPr>
          <p:spPr>
            <a:xfrm>
              <a:off x="3764705" y="3010801"/>
              <a:ext cx="81083" cy="392188"/>
            </a:xfrm>
            <a:custGeom>
              <a:avLst/>
              <a:gdLst/>
              <a:ahLst/>
              <a:cxnLst/>
              <a:rect l="l" t="t" r="r" b="b"/>
              <a:pathLst>
                <a:path w="5260" h="25442" extrusionOk="0">
                  <a:moveTo>
                    <a:pt x="2159" y="0"/>
                  </a:moveTo>
                  <a:cubicBezTo>
                    <a:pt x="1368" y="122"/>
                    <a:pt x="1156" y="1125"/>
                    <a:pt x="1095" y="1915"/>
                  </a:cubicBezTo>
                  <a:lnTo>
                    <a:pt x="92" y="20456"/>
                  </a:lnTo>
                  <a:cubicBezTo>
                    <a:pt x="1" y="21399"/>
                    <a:pt x="61" y="22402"/>
                    <a:pt x="274" y="23344"/>
                  </a:cubicBezTo>
                  <a:cubicBezTo>
                    <a:pt x="487" y="24286"/>
                    <a:pt x="1186" y="25077"/>
                    <a:pt x="2128" y="25441"/>
                  </a:cubicBezTo>
                  <a:cubicBezTo>
                    <a:pt x="609" y="22098"/>
                    <a:pt x="1520" y="18207"/>
                    <a:pt x="2675" y="14742"/>
                  </a:cubicBezTo>
                  <a:cubicBezTo>
                    <a:pt x="3830" y="11247"/>
                    <a:pt x="5259" y="7690"/>
                    <a:pt x="4773" y="4073"/>
                  </a:cubicBezTo>
                  <a:cubicBezTo>
                    <a:pt x="4651" y="2797"/>
                    <a:pt x="4134" y="1611"/>
                    <a:pt x="3344" y="639"/>
                  </a:cubicBezTo>
                  <a:cubicBezTo>
                    <a:pt x="3071" y="243"/>
                    <a:pt x="2645" y="0"/>
                    <a:pt x="21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15" name="Google Shape;4615;p79"/>
          <p:cNvGrpSpPr/>
          <p:nvPr/>
        </p:nvGrpSpPr>
        <p:grpSpPr>
          <a:xfrm>
            <a:off x="374650" y="539501"/>
            <a:ext cx="8287200" cy="3393549"/>
            <a:chOff x="374650" y="539501"/>
            <a:chExt cx="8287200" cy="3393549"/>
          </a:xfrm>
        </p:grpSpPr>
        <p:sp>
          <p:nvSpPr>
            <p:cNvPr id="4616" name="Google Shape;4616;p79"/>
            <p:cNvSpPr/>
            <p:nvPr/>
          </p:nvSpPr>
          <p:spPr>
            <a:xfrm rot="10800000" flipH="1">
              <a:off x="8520550" y="2458563"/>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79"/>
            <p:cNvSpPr/>
            <p:nvPr/>
          </p:nvSpPr>
          <p:spPr>
            <a:xfrm>
              <a:off x="374650" y="37917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4618;p79"/>
            <p:cNvSpPr/>
            <p:nvPr/>
          </p:nvSpPr>
          <p:spPr>
            <a:xfrm>
              <a:off x="6786250" y="34740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4619;p79"/>
            <p:cNvSpPr/>
            <p:nvPr/>
          </p:nvSpPr>
          <p:spPr>
            <a:xfrm>
              <a:off x="2097875" y="22760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4620;p79"/>
            <p:cNvSpPr/>
            <p:nvPr/>
          </p:nvSpPr>
          <p:spPr>
            <a:xfrm>
              <a:off x="7321425" y="8112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1" name="Google Shape;4621;p79"/>
            <p:cNvGrpSpPr/>
            <p:nvPr/>
          </p:nvGrpSpPr>
          <p:grpSpPr>
            <a:xfrm rot="-7546048">
              <a:off x="7202709" y="2208218"/>
              <a:ext cx="161701" cy="641985"/>
              <a:chOff x="7004550" y="3676293"/>
              <a:chExt cx="161700" cy="641982"/>
            </a:xfrm>
          </p:grpSpPr>
          <p:sp>
            <p:nvSpPr>
              <p:cNvPr id="4622" name="Google Shape;4622;p79"/>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3" name="Google Shape;4623;p79"/>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4" name="Google Shape;4624;p79"/>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4625;p79"/>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26" name="Google Shape;4626;p79"/>
            <p:cNvGrpSpPr/>
            <p:nvPr/>
          </p:nvGrpSpPr>
          <p:grpSpPr>
            <a:xfrm>
              <a:off x="713220" y="539501"/>
              <a:ext cx="545147" cy="506901"/>
              <a:chOff x="4818730" y="3307263"/>
              <a:chExt cx="1827512" cy="1699300"/>
            </a:xfrm>
          </p:grpSpPr>
          <p:sp>
            <p:nvSpPr>
              <p:cNvPr id="4627" name="Google Shape;4627;p79"/>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8" name="Google Shape;4628;p79"/>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9" name="Google Shape;4629;p79"/>
              <p:cNvSpPr/>
              <p:nvPr/>
            </p:nvSpPr>
            <p:spPr>
              <a:xfrm rot="-2700000">
                <a:off x="5618569" y="3354448"/>
                <a:ext cx="227830" cy="227830"/>
              </a:xfrm>
              <a:prstGeom prst="plus">
                <a:avLst>
                  <a:gd name="adj" fmla="val 39015"/>
                </a:avLst>
              </a:prstGeom>
              <a:solidFill>
                <a:srgbClr val="FFFFFF">
                  <a:alpha val="36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0" name="Google Shape;4630;p79"/>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4631;p79"/>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2" name="Google Shape;4632;p79"/>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3" name="Google Shape;4633;p79"/>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4" name="Google Shape;4634;p79"/>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5" name="Google Shape;4635;p79"/>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6" name="Google Shape;4636;p79"/>
              <p:cNvSpPr/>
              <p:nvPr/>
            </p:nvSpPr>
            <p:spPr>
              <a:xfrm rot="-2700000">
                <a:off x="6371227" y="3698723"/>
                <a:ext cx="227830" cy="227830"/>
              </a:xfrm>
              <a:prstGeom prst="plus">
                <a:avLst>
                  <a:gd name="adj" fmla="val 39015"/>
                </a:avLst>
              </a:prstGeom>
              <a:solidFill>
                <a:srgbClr val="FFFFFF">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79"/>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8" name="Google Shape;4638;p79"/>
              <p:cNvSpPr/>
              <p:nvPr/>
            </p:nvSpPr>
            <p:spPr>
              <a:xfrm rot="-2700000">
                <a:off x="5242240" y="4042998"/>
                <a:ext cx="227830" cy="227830"/>
              </a:xfrm>
              <a:prstGeom prst="plus">
                <a:avLst>
                  <a:gd name="adj" fmla="val 39015"/>
                </a:avLst>
              </a:prstGeom>
              <a:solidFill>
                <a:srgbClr val="FFFFFF">
                  <a:alpha val="33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9" name="Google Shape;4639;p79"/>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0" name="Google Shape;4640;p79"/>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1" name="Google Shape;4641;p79"/>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2" name="Google Shape;4642;p79"/>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3" name="Google Shape;4643;p79"/>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4" name="Google Shape;4644;p79"/>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5" name="Google Shape;4645;p79"/>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6" name="Google Shape;4646;p79"/>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7" name="Google Shape;4647;p79"/>
              <p:cNvSpPr/>
              <p:nvPr/>
            </p:nvSpPr>
            <p:spPr>
              <a:xfrm rot="-2700000">
                <a:off x="4865915" y="4731548"/>
                <a:ext cx="227830" cy="227830"/>
              </a:xfrm>
              <a:prstGeom prst="plus">
                <a:avLst>
                  <a:gd name="adj" fmla="val 39015"/>
                </a:avLst>
              </a:prstGeom>
              <a:solidFill>
                <a:srgbClr val="FFFFFF">
                  <a:alpha val="48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8" name="Google Shape;4648;p79"/>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9" name="Google Shape;4649;p79"/>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0" name="Google Shape;4650;p79"/>
              <p:cNvSpPr/>
              <p:nvPr/>
            </p:nvSpPr>
            <p:spPr>
              <a:xfrm rot="-2700000">
                <a:off x="5994898" y="4731548"/>
                <a:ext cx="227830" cy="227830"/>
              </a:xfrm>
              <a:prstGeom prst="plus">
                <a:avLst>
                  <a:gd name="adj" fmla="val 39015"/>
                </a:avLst>
              </a:pr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1" name="Google Shape;4651;p79"/>
              <p:cNvSpPr/>
              <p:nvPr/>
            </p:nvSpPr>
            <p:spPr>
              <a:xfrm rot="-2700000">
                <a:off x="6371227" y="4731548"/>
                <a:ext cx="227830" cy="227830"/>
              </a:xfrm>
              <a:prstGeom prst="plus">
                <a:avLst>
                  <a:gd name="adj" fmla="val 39015"/>
                </a:avLst>
              </a:prstGeom>
              <a:solidFill>
                <a:srgbClr val="FFFFFF">
                  <a:alpha val="330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6"/>
        <p:cNvGrpSpPr/>
        <p:nvPr/>
      </p:nvGrpSpPr>
      <p:grpSpPr>
        <a:xfrm>
          <a:off x="0" y="0"/>
          <a:ext cx="0" cy="0"/>
          <a:chOff x="0" y="0"/>
          <a:chExt cx="0" cy="0"/>
        </a:xfrm>
      </p:grpSpPr>
      <p:sp>
        <p:nvSpPr>
          <p:cNvPr id="1517" name="Google Shape;1517;p60"/>
          <p:cNvSpPr txBox="1">
            <a:spLocks noGrp="1"/>
          </p:cNvSpPr>
          <p:nvPr>
            <p:ph type="title"/>
          </p:nvPr>
        </p:nvSpPr>
        <p:spPr>
          <a:xfrm>
            <a:off x="1447800" y="819150"/>
            <a:ext cx="6229500" cy="1727700"/>
          </a:xfrm>
          <a:prstGeom prst="rect">
            <a:avLst/>
          </a:prstGeom>
        </p:spPr>
        <p:txBody>
          <a:bodyPr spcFirstLastPara="1" wrap="square" lIns="91425" tIns="91425" rIns="91425" bIns="91425" anchor="ctr" anchorCtr="0">
            <a:noAutofit/>
          </a:bodyPr>
          <a:lstStyle/>
          <a:p>
            <a:pPr lvl="0"/>
            <a:r>
              <a:rPr lang="en" sz="3200" dirty="0" smtClean="0"/>
              <a:t>TECHNOLOGY </a:t>
            </a:r>
            <a:r>
              <a:rPr lang="en" sz="3200" dirty="0" smtClean="0"/>
              <a:t>AND SOFTWARE USED</a:t>
            </a:r>
            <a:endParaRPr sz="3200"/>
          </a:p>
        </p:txBody>
      </p:sp>
      <p:grpSp>
        <p:nvGrpSpPr>
          <p:cNvPr id="1522" name="Google Shape;1522;p60"/>
          <p:cNvGrpSpPr/>
          <p:nvPr/>
        </p:nvGrpSpPr>
        <p:grpSpPr>
          <a:xfrm>
            <a:off x="685800" y="285750"/>
            <a:ext cx="7710898" cy="4271499"/>
            <a:chOff x="713220" y="539501"/>
            <a:chExt cx="7710898" cy="4271499"/>
          </a:xfrm>
        </p:grpSpPr>
        <p:sp>
          <p:nvSpPr>
            <p:cNvPr id="1523" name="Google Shape;1523;p60"/>
            <p:cNvSpPr/>
            <p:nvPr/>
          </p:nvSpPr>
          <p:spPr>
            <a:xfrm rot="10800000" flipH="1">
              <a:off x="7808700" y="434670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60"/>
            <p:cNvSpPr/>
            <p:nvPr/>
          </p:nvSpPr>
          <p:spPr>
            <a:xfrm>
              <a:off x="1136650" y="27630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60"/>
            <p:cNvSpPr/>
            <p:nvPr/>
          </p:nvSpPr>
          <p:spPr>
            <a:xfrm>
              <a:off x="7085125" y="1817738"/>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60"/>
            <p:cNvSpPr/>
            <p:nvPr/>
          </p:nvSpPr>
          <p:spPr>
            <a:xfrm>
              <a:off x="2004700" y="11672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60"/>
            <p:cNvSpPr/>
            <p:nvPr/>
          </p:nvSpPr>
          <p:spPr>
            <a:xfrm>
              <a:off x="4809925" y="46214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8" name="Google Shape;1528;p60"/>
            <p:cNvGrpSpPr/>
            <p:nvPr/>
          </p:nvGrpSpPr>
          <p:grpSpPr>
            <a:xfrm rot="-7546048">
              <a:off x="8035559" y="3039893"/>
              <a:ext cx="161701" cy="641985"/>
              <a:chOff x="7004550" y="3676293"/>
              <a:chExt cx="161700" cy="641982"/>
            </a:xfrm>
          </p:grpSpPr>
          <p:sp>
            <p:nvSpPr>
              <p:cNvPr id="1529" name="Google Shape;1529;p60"/>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60"/>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60"/>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60"/>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3" name="Google Shape;1533;p60"/>
            <p:cNvGrpSpPr/>
            <p:nvPr/>
          </p:nvGrpSpPr>
          <p:grpSpPr>
            <a:xfrm>
              <a:off x="713220" y="539501"/>
              <a:ext cx="545147" cy="506901"/>
              <a:chOff x="4818730" y="3307263"/>
              <a:chExt cx="1827512" cy="1699300"/>
            </a:xfrm>
          </p:grpSpPr>
          <p:sp>
            <p:nvSpPr>
              <p:cNvPr id="1534" name="Google Shape;1534;p60"/>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60"/>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60"/>
              <p:cNvSpPr/>
              <p:nvPr/>
            </p:nvSpPr>
            <p:spPr>
              <a:xfrm rot="-2700000">
                <a:off x="5618569" y="3354448"/>
                <a:ext cx="227830" cy="227830"/>
              </a:xfrm>
              <a:prstGeom prst="plus">
                <a:avLst>
                  <a:gd name="adj" fmla="val 39015"/>
                </a:avLst>
              </a:prstGeom>
              <a:solidFill>
                <a:srgbClr val="FFFFFF">
                  <a:alpha val="36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60"/>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60"/>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60"/>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60"/>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60"/>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60"/>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60"/>
              <p:cNvSpPr/>
              <p:nvPr/>
            </p:nvSpPr>
            <p:spPr>
              <a:xfrm rot="-2700000">
                <a:off x="6371227" y="3698723"/>
                <a:ext cx="227830" cy="227830"/>
              </a:xfrm>
              <a:prstGeom prst="plus">
                <a:avLst>
                  <a:gd name="adj" fmla="val 39015"/>
                </a:avLst>
              </a:prstGeom>
              <a:solidFill>
                <a:srgbClr val="FFFFFF">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60"/>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60"/>
              <p:cNvSpPr/>
              <p:nvPr/>
            </p:nvSpPr>
            <p:spPr>
              <a:xfrm rot="-2700000">
                <a:off x="5242240" y="4042998"/>
                <a:ext cx="227830" cy="227830"/>
              </a:xfrm>
              <a:prstGeom prst="plus">
                <a:avLst>
                  <a:gd name="adj" fmla="val 39015"/>
                </a:avLst>
              </a:prstGeom>
              <a:solidFill>
                <a:srgbClr val="FFFFFF">
                  <a:alpha val="33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60"/>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60"/>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60"/>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60"/>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60"/>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60"/>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60"/>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60"/>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60"/>
              <p:cNvSpPr/>
              <p:nvPr/>
            </p:nvSpPr>
            <p:spPr>
              <a:xfrm rot="-2700000">
                <a:off x="4865915" y="4731548"/>
                <a:ext cx="227830" cy="227830"/>
              </a:xfrm>
              <a:prstGeom prst="plus">
                <a:avLst>
                  <a:gd name="adj" fmla="val 39015"/>
                </a:avLst>
              </a:prstGeom>
              <a:solidFill>
                <a:srgbClr val="FFFFFF">
                  <a:alpha val="48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60"/>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60"/>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60"/>
              <p:cNvSpPr/>
              <p:nvPr/>
            </p:nvSpPr>
            <p:spPr>
              <a:xfrm rot="-2700000">
                <a:off x="5994898" y="4731548"/>
                <a:ext cx="227830" cy="227830"/>
              </a:xfrm>
              <a:prstGeom prst="plus">
                <a:avLst>
                  <a:gd name="adj" fmla="val 39015"/>
                </a:avLst>
              </a:pr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60"/>
              <p:cNvSpPr/>
              <p:nvPr/>
            </p:nvSpPr>
            <p:spPr>
              <a:xfrm rot="-2700000">
                <a:off x="6371227" y="4731548"/>
                <a:ext cx="227830" cy="227830"/>
              </a:xfrm>
              <a:prstGeom prst="plus">
                <a:avLst>
                  <a:gd name="adj" fmla="val 39015"/>
                </a:avLst>
              </a:prstGeom>
              <a:solidFill>
                <a:srgbClr val="FFFFFF">
                  <a:alpha val="330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5" name="Google Shape;621;p38"/>
          <p:cNvSpPr/>
          <p:nvPr/>
        </p:nvSpPr>
        <p:spPr>
          <a:xfrm>
            <a:off x="1524000" y="2343150"/>
            <a:ext cx="2819400" cy="2057400"/>
          </a:xfrm>
          <a:prstGeom prst="roundRect">
            <a:avLst>
              <a:gd name="adj" fmla="val 0"/>
            </a:avLst>
          </a:prstGeom>
          <a:gradFill>
            <a:gsLst>
              <a:gs pos="0">
                <a:srgbClr val="2EE6C4">
                  <a:alpha val="53725"/>
                  <a:alpha val="45090"/>
                </a:srgbClr>
              </a:gs>
              <a:gs pos="100000">
                <a:srgbClr val="FFFFFF">
                  <a:alpha val="0"/>
                  <a:alpha val="45090"/>
                </a:srgbClr>
              </a:gs>
            </a:gsLst>
            <a:lin ang="5400012" scaled="0"/>
          </a:gradFill>
          <a:ln>
            <a:noFill/>
          </a:ln>
        </p:spPr>
        <p:txBody>
          <a:bodyPr spcFirstLastPara="1" wrap="square" lIns="91425" tIns="91425" rIns="91425" bIns="91425" anchor="ctr" anchorCtr="0">
            <a:noAutofit/>
          </a:bodyPr>
          <a:lstStyle/>
          <a:p>
            <a:pPr lvl="0" algn="ctr">
              <a:spcAft>
                <a:spcPts val="1600"/>
              </a:spcAft>
            </a:pPr>
            <a:r>
              <a:rPr lang="en-US" sz="3600" dirty="0" smtClean="0"/>
              <a:t>PYTHON</a:t>
            </a:r>
            <a:endParaRPr lang="en-US" sz="3600" dirty="0"/>
          </a:p>
        </p:txBody>
      </p:sp>
      <p:sp>
        <p:nvSpPr>
          <p:cNvPr id="48" name="Google Shape;621;p38"/>
          <p:cNvSpPr/>
          <p:nvPr/>
        </p:nvSpPr>
        <p:spPr>
          <a:xfrm>
            <a:off x="5105400" y="2343150"/>
            <a:ext cx="2819400" cy="2057400"/>
          </a:xfrm>
          <a:prstGeom prst="roundRect">
            <a:avLst>
              <a:gd name="adj" fmla="val 0"/>
            </a:avLst>
          </a:prstGeom>
          <a:gradFill>
            <a:gsLst>
              <a:gs pos="0">
                <a:srgbClr val="2EE6C4">
                  <a:alpha val="53725"/>
                  <a:alpha val="45090"/>
                </a:srgbClr>
              </a:gs>
              <a:gs pos="100000">
                <a:srgbClr val="FFFFFF">
                  <a:alpha val="0"/>
                  <a:alpha val="45090"/>
                </a:srgbClr>
              </a:gs>
            </a:gsLst>
            <a:lin ang="5400012" scaled="0"/>
          </a:gradFill>
          <a:ln>
            <a:noFill/>
          </a:ln>
        </p:spPr>
        <p:txBody>
          <a:bodyPr spcFirstLastPara="1" wrap="square" lIns="91425" tIns="91425" rIns="91425" bIns="91425" anchor="ctr" anchorCtr="0">
            <a:noAutofit/>
          </a:bodyPr>
          <a:lstStyle/>
          <a:p>
            <a:pPr lvl="0" algn="ctr">
              <a:spcAft>
                <a:spcPts val="1600"/>
              </a:spcAft>
            </a:pPr>
            <a:r>
              <a:rPr lang="en" sz="3600" dirty="0" smtClean="0"/>
              <a:t>PYCHARM</a:t>
            </a:r>
            <a:endParaRPr lang="en-US" sz="3600" i="1" dirty="0"/>
          </a:p>
        </p:txBody>
      </p:sp>
      <p:pic>
        <p:nvPicPr>
          <p:cNvPr id="47" name="Picture 46">
            <a:extLst>
              <a:ext uri="{FF2B5EF4-FFF2-40B4-BE49-F238E27FC236}">
                <a16:creationId xmlns:a16="http://schemas.microsoft.com/office/drawing/2014/main" xmlns="" id="{189DEB76-A050-6C11-1348-C481C03ECC81}"/>
              </a:ext>
            </a:extLst>
          </p:cNvPr>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6172200" y="2419350"/>
            <a:ext cx="685800" cy="685800"/>
          </a:xfrm>
          <a:prstGeom prst="rect">
            <a:avLst/>
          </a:prstGeom>
          <a:noFill/>
          <a:ln>
            <a:noFill/>
          </a:ln>
        </p:spPr>
      </p:pic>
      <p:pic>
        <p:nvPicPr>
          <p:cNvPr id="46" name="Picture 45">
            <a:extLst>
              <a:ext uri="{FF2B5EF4-FFF2-40B4-BE49-F238E27FC236}">
                <a16:creationId xmlns:a16="http://schemas.microsoft.com/office/drawing/2014/main" xmlns="" id="{01E9C091-5432-8E21-3CFE-E7752D5AE483}"/>
              </a:ext>
            </a:extLst>
          </p:cNvPr>
          <p:cNvPicPr>
            <a:picLocks noChangeAspect="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514600" y="2343150"/>
            <a:ext cx="756397" cy="685800"/>
          </a:xfrm>
          <a:prstGeom prst="rect">
            <a:avLst/>
          </a:prstGeom>
          <a:noFill/>
          <a:ln>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6"/>
        <p:cNvGrpSpPr/>
        <p:nvPr/>
      </p:nvGrpSpPr>
      <p:grpSpPr>
        <a:xfrm>
          <a:off x="0" y="0"/>
          <a:ext cx="0" cy="0"/>
          <a:chOff x="0" y="0"/>
          <a:chExt cx="0" cy="0"/>
        </a:xfrm>
      </p:grpSpPr>
      <p:sp>
        <p:nvSpPr>
          <p:cNvPr id="1517" name="Google Shape;1517;p60"/>
          <p:cNvSpPr txBox="1">
            <a:spLocks noGrp="1"/>
          </p:cNvSpPr>
          <p:nvPr>
            <p:ph type="title"/>
          </p:nvPr>
        </p:nvSpPr>
        <p:spPr>
          <a:xfrm>
            <a:off x="685800" y="361950"/>
            <a:ext cx="4114800" cy="1346700"/>
          </a:xfrm>
          <a:prstGeom prst="rect">
            <a:avLst/>
          </a:prstGeom>
        </p:spPr>
        <p:txBody>
          <a:bodyPr spcFirstLastPara="1" wrap="square" lIns="91425" tIns="91425" rIns="91425" bIns="91425" anchor="ctr" anchorCtr="0">
            <a:noAutofit/>
          </a:bodyPr>
          <a:lstStyle/>
          <a:p>
            <a:r>
              <a:rPr lang="en" sz="2000" dirty="0" smtClean="0"/>
              <a:t>TECHNOLOGY AND SOFTWARE </a:t>
            </a:r>
            <a:r>
              <a:rPr lang="en" sz="2000" dirty="0" smtClean="0"/>
              <a:t>USED</a:t>
            </a:r>
            <a:br>
              <a:rPr lang="en" sz="2000" dirty="0" smtClean="0"/>
            </a:br>
            <a:r>
              <a:rPr lang="en-US" sz="2000" dirty="0" smtClean="0">
                <a:solidFill>
                  <a:schemeClr val="accent2"/>
                </a:solidFill>
              </a:rPr>
              <a:t>LIBRARY USED IN PYCHARM</a:t>
            </a:r>
            <a:r>
              <a:rPr lang="en-IN" sz="2000" dirty="0" smtClean="0">
                <a:solidFill>
                  <a:schemeClr val="accent2"/>
                </a:solidFill>
              </a:rPr>
              <a:t/>
            </a:r>
            <a:br>
              <a:rPr lang="en-IN" sz="2000" dirty="0" smtClean="0">
                <a:solidFill>
                  <a:schemeClr val="accent2"/>
                </a:solidFill>
              </a:rPr>
            </a:br>
            <a:endParaRPr sz="2000"/>
          </a:p>
        </p:txBody>
      </p:sp>
      <p:sp>
        <p:nvSpPr>
          <p:cNvPr id="45" name="Google Shape;621;p38"/>
          <p:cNvSpPr/>
          <p:nvPr/>
        </p:nvSpPr>
        <p:spPr>
          <a:xfrm>
            <a:off x="1524000" y="2419350"/>
            <a:ext cx="2819400" cy="2057400"/>
          </a:xfrm>
          <a:prstGeom prst="roundRect">
            <a:avLst>
              <a:gd name="adj" fmla="val 0"/>
            </a:avLst>
          </a:prstGeom>
          <a:gradFill>
            <a:gsLst>
              <a:gs pos="0">
                <a:srgbClr val="2EE6C4">
                  <a:alpha val="53725"/>
                  <a:alpha val="45090"/>
                </a:srgbClr>
              </a:gs>
              <a:gs pos="100000">
                <a:srgbClr val="FFFFFF">
                  <a:alpha val="0"/>
                  <a:alpha val="45090"/>
                </a:srgbClr>
              </a:gs>
            </a:gsLst>
            <a:lin ang="5400012" scaled="0"/>
          </a:gradFill>
          <a:ln>
            <a:noFill/>
          </a:ln>
        </p:spPr>
        <p:txBody>
          <a:bodyPr spcFirstLastPara="1" wrap="square" lIns="91425" tIns="91425" rIns="91425" bIns="91425" anchor="ctr" anchorCtr="0">
            <a:noAutofit/>
          </a:bodyPr>
          <a:lstStyle/>
          <a:p>
            <a:pPr lvl="0" algn="ctr">
              <a:spcAft>
                <a:spcPts val="1600"/>
              </a:spcAft>
            </a:pPr>
            <a:r>
              <a:rPr lang="en-US" sz="3600" b="1" dirty="0" smtClean="0">
                <a:solidFill>
                  <a:schemeClr val="accent6"/>
                </a:solidFill>
              </a:rPr>
              <a:t>PYGAME</a:t>
            </a:r>
            <a:endParaRPr lang="en-US" sz="3600" b="1" dirty="0">
              <a:solidFill>
                <a:schemeClr val="accent6"/>
              </a:solidFill>
            </a:endParaRPr>
          </a:p>
        </p:txBody>
      </p:sp>
      <p:sp>
        <p:nvSpPr>
          <p:cNvPr id="48" name="Google Shape;621;p38"/>
          <p:cNvSpPr/>
          <p:nvPr/>
        </p:nvSpPr>
        <p:spPr>
          <a:xfrm>
            <a:off x="5105400" y="2419350"/>
            <a:ext cx="2819400" cy="2057400"/>
          </a:xfrm>
          <a:prstGeom prst="roundRect">
            <a:avLst>
              <a:gd name="adj" fmla="val 0"/>
            </a:avLst>
          </a:prstGeom>
          <a:gradFill>
            <a:gsLst>
              <a:gs pos="0">
                <a:srgbClr val="2EE6C4">
                  <a:alpha val="53725"/>
                  <a:alpha val="45090"/>
                </a:srgbClr>
              </a:gs>
              <a:gs pos="100000">
                <a:srgbClr val="FFFFFF">
                  <a:alpha val="0"/>
                  <a:alpha val="45090"/>
                </a:srgbClr>
              </a:gs>
            </a:gsLst>
            <a:lin ang="5400012" scaled="0"/>
          </a:gradFill>
          <a:ln>
            <a:noFill/>
          </a:ln>
        </p:spPr>
        <p:txBody>
          <a:bodyPr spcFirstLastPara="1" wrap="square" lIns="91425" tIns="91425" rIns="91425" bIns="91425" anchor="ctr" anchorCtr="0">
            <a:noAutofit/>
          </a:bodyPr>
          <a:lstStyle/>
          <a:p>
            <a:pPr marL="0" indent="0">
              <a:spcAft>
                <a:spcPts val="1600"/>
              </a:spcAft>
            </a:pPr>
            <a:r>
              <a:rPr lang="en-IN" sz="3600" b="1" kern="1800" dirty="0" smtClean="0">
                <a:solidFill>
                  <a:schemeClr val="accent6"/>
                </a:solidFill>
                <a:ea typeface="Times New Roman" panose="02020603050405020304" pitchFamily="18" charset="0"/>
                <a:cs typeface="Sylfaen" panose="010A0502050306030303" pitchFamily="18" charset="0"/>
              </a:rPr>
              <a:t> </a:t>
            </a:r>
            <a:r>
              <a:rPr lang="en-IN" sz="3600" b="1" kern="1800" dirty="0" smtClean="0">
                <a:solidFill>
                  <a:schemeClr val="accent6"/>
                </a:solidFill>
                <a:ea typeface="Times New Roman" panose="02020603050405020304" pitchFamily="18" charset="0"/>
                <a:cs typeface="Sylfaen" panose="010A0502050306030303" pitchFamily="18" charset="0"/>
              </a:rPr>
              <a:t>     Auto        PY </a:t>
            </a:r>
            <a:r>
              <a:rPr lang="en-IN" sz="3600" b="1" kern="1800" dirty="0" smtClean="0">
                <a:solidFill>
                  <a:schemeClr val="accent6"/>
                </a:solidFill>
                <a:ea typeface="Times New Roman" panose="02020603050405020304" pitchFamily="18" charset="0"/>
                <a:cs typeface="Sylfaen" panose="010A0502050306030303" pitchFamily="18" charset="0"/>
              </a:rPr>
              <a:t>to EXE</a:t>
            </a:r>
            <a:endParaRPr lang="en-IN" sz="3600" dirty="0">
              <a:solidFill>
                <a:schemeClr val="accent6"/>
              </a:solidFill>
              <a:ea typeface="Sylfaen" panose="010A0502050306030303" pitchFamily="18" charset="0"/>
              <a:cs typeface="Sylfaen" panose="010A0502050306030303"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9"/>
        <p:cNvGrpSpPr/>
        <p:nvPr/>
      </p:nvGrpSpPr>
      <p:grpSpPr>
        <a:xfrm>
          <a:off x="0" y="0"/>
          <a:ext cx="0" cy="0"/>
          <a:chOff x="0" y="0"/>
          <a:chExt cx="0" cy="0"/>
        </a:xfrm>
      </p:grpSpPr>
      <p:pic>
        <p:nvPicPr>
          <p:cNvPr id="1470" name="Google Shape;1470;p59"/>
          <p:cNvPicPr preferRelativeResize="0"/>
          <p:nvPr/>
        </p:nvPicPr>
        <p:blipFill rotWithShape="1">
          <a:blip r:embed="rId3">
            <a:alphaModFix/>
          </a:blip>
          <a:srcRect l="3671" r="7439"/>
          <a:stretch/>
        </p:blipFill>
        <p:spPr>
          <a:xfrm>
            <a:off x="4572000" y="0"/>
            <a:ext cx="4572001" cy="5143501"/>
          </a:xfrm>
          <a:prstGeom prst="rect">
            <a:avLst/>
          </a:prstGeom>
          <a:noFill/>
          <a:ln>
            <a:noFill/>
          </a:ln>
        </p:spPr>
      </p:pic>
      <p:sp>
        <p:nvSpPr>
          <p:cNvPr id="1471" name="Google Shape;1471;p59"/>
          <p:cNvSpPr txBox="1">
            <a:spLocks noGrp="1"/>
          </p:cNvSpPr>
          <p:nvPr>
            <p:ph type="title"/>
          </p:nvPr>
        </p:nvSpPr>
        <p:spPr>
          <a:xfrm>
            <a:off x="914400" y="1581150"/>
            <a:ext cx="3048000" cy="266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6000" dirty="0" smtClean="0"/>
              <a:t>GAME </a:t>
            </a:r>
            <a:br>
              <a:rPr lang="en" sz="6000" dirty="0" smtClean="0"/>
            </a:br>
            <a:r>
              <a:rPr lang="en" sz="6000" dirty="0" smtClean="0"/>
              <a:t>LOGIC</a:t>
            </a:r>
            <a:endParaRPr sz="6000"/>
          </a:p>
        </p:txBody>
      </p:sp>
      <p:sp>
        <p:nvSpPr>
          <p:cNvPr id="1473" name="Google Shape;1473;p59"/>
          <p:cNvSpPr/>
          <p:nvPr/>
        </p:nvSpPr>
        <p:spPr>
          <a:xfrm>
            <a:off x="4567625" y="-75"/>
            <a:ext cx="177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59"/>
          <p:cNvSpPr/>
          <p:nvPr/>
        </p:nvSpPr>
        <p:spPr>
          <a:xfrm rot="3600003" flipH="1">
            <a:off x="5900483" y="3312922"/>
            <a:ext cx="3287417" cy="3287491"/>
          </a:xfrm>
          <a:prstGeom prst="lightningBol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5" name="Google Shape;1475;p59"/>
          <p:cNvGrpSpPr/>
          <p:nvPr/>
        </p:nvGrpSpPr>
        <p:grpSpPr>
          <a:xfrm>
            <a:off x="319225" y="480363"/>
            <a:ext cx="7961200" cy="4185188"/>
            <a:chOff x="319225" y="480363"/>
            <a:chExt cx="7961200" cy="4185188"/>
          </a:xfrm>
        </p:grpSpPr>
        <p:sp>
          <p:nvSpPr>
            <p:cNvPr id="1476" name="Google Shape;1476;p59"/>
            <p:cNvSpPr/>
            <p:nvPr/>
          </p:nvSpPr>
          <p:spPr>
            <a:xfrm rot="10800000" flipH="1">
              <a:off x="4979450" y="30194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59"/>
            <p:cNvSpPr/>
            <p:nvPr/>
          </p:nvSpPr>
          <p:spPr>
            <a:xfrm>
              <a:off x="319225" y="36939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59"/>
            <p:cNvSpPr/>
            <p:nvPr/>
          </p:nvSpPr>
          <p:spPr>
            <a:xfrm>
              <a:off x="1945525" y="480363"/>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59"/>
            <p:cNvSpPr/>
            <p:nvPr/>
          </p:nvSpPr>
          <p:spPr>
            <a:xfrm>
              <a:off x="3979325" y="44759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59"/>
            <p:cNvSpPr/>
            <p:nvPr/>
          </p:nvSpPr>
          <p:spPr>
            <a:xfrm>
              <a:off x="8090825" y="9223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1" name="Google Shape;1481;p59"/>
            <p:cNvGrpSpPr/>
            <p:nvPr/>
          </p:nvGrpSpPr>
          <p:grpSpPr>
            <a:xfrm>
              <a:off x="717432" y="538026"/>
              <a:ext cx="545147" cy="506901"/>
              <a:chOff x="4818730" y="3307263"/>
              <a:chExt cx="1827512" cy="1699300"/>
            </a:xfrm>
          </p:grpSpPr>
          <p:sp>
            <p:nvSpPr>
              <p:cNvPr id="1482" name="Google Shape;1482;p59"/>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59"/>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59"/>
              <p:cNvSpPr/>
              <p:nvPr/>
            </p:nvSpPr>
            <p:spPr>
              <a:xfrm rot="-2700000">
                <a:off x="5618569" y="3354448"/>
                <a:ext cx="227830" cy="227830"/>
              </a:xfrm>
              <a:prstGeom prst="plus">
                <a:avLst>
                  <a:gd name="adj" fmla="val 39015"/>
                </a:avLst>
              </a:prstGeom>
              <a:solidFill>
                <a:srgbClr val="FFFFFF">
                  <a:alpha val="36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59"/>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59"/>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59"/>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59"/>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59"/>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59"/>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59"/>
              <p:cNvSpPr/>
              <p:nvPr/>
            </p:nvSpPr>
            <p:spPr>
              <a:xfrm rot="-2700000">
                <a:off x="6371227" y="3698723"/>
                <a:ext cx="227830" cy="227830"/>
              </a:xfrm>
              <a:prstGeom prst="plus">
                <a:avLst>
                  <a:gd name="adj" fmla="val 39015"/>
                </a:avLst>
              </a:prstGeom>
              <a:solidFill>
                <a:srgbClr val="FFFFFF">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59"/>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59"/>
              <p:cNvSpPr/>
              <p:nvPr/>
            </p:nvSpPr>
            <p:spPr>
              <a:xfrm rot="-2700000">
                <a:off x="5242240" y="4042998"/>
                <a:ext cx="227830" cy="227830"/>
              </a:xfrm>
              <a:prstGeom prst="plus">
                <a:avLst>
                  <a:gd name="adj" fmla="val 39015"/>
                </a:avLst>
              </a:prstGeom>
              <a:solidFill>
                <a:srgbClr val="FFFFFF">
                  <a:alpha val="33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59"/>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59"/>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59"/>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59"/>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59"/>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59"/>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59"/>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59"/>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59"/>
              <p:cNvSpPr/>
              <p:nvPr/>
            </p:nvSpPr>
            <p:spPr>
              <a:xfrm rot="-2700000">
                <a:off x="4865915" y="4731548"/>
                <a:ext cx="227830" cy="227830"/>
              </a:xfrm>
              <a:prstGeom prst="plus">
                <a:avLst>
                  <a:gd name="adj" fmla="val 39015"/>
                </a:avLst>
              </a:prstGeom>
              <a:solidFill>
                <a:srgbClr val="FFFFFF">
                  <a:alpha val="48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59"/>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59"/>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59"/>
              <p:cNvSpPr/>
              <p:nvPr/>
            </p:nvSpPr>
            <p:spPr>
              <a:xfrm rot="-2700000">
                <a:off x="5994898" y="4731548"/>
                <a:ext cx="227830" cy="227830"/>
              </a:xfrm>
              <a:prstGeom prst="plus">
                <a:avLst>
                  <a:gd name="adj" fmla="val 39015"/>
                </a:avLst>
              </a:pr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59"/>
              <p:cNvSpPr/>
              <p:nvPr/>
            </p:nvSpPr>
            <p:spPr>
              <a:xfrm rot="-2700000">
                <a:off x="6371227" y="4731548"/>
                <a:ext cx="227830" cy="227830"/>
              </a:xfrm>
              <a:prstGeom prst="plus">
                <a:avLst>
                  <a:gd name="adj" fmla="val 39015"/>
                </a:avLst>
              </a:prstGeom>
              <a:solidFill>
                <a:srgbClr val="FFFFFF">
                  <a:alpha val="330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59"/>
            <p:cNvGrpSpPr/>
            <p:nvPr/>
          </p:nvGrpSpPr>
          <p:grpSpPr>
            <a:xfrm rot="-7546048">
              <a:off x="3367497" y="1502093"/>
              <a:ext cx="161701" cy="641985"/>
              <a:chOff x="7004550" y="3676293"/>
              <a:chExt cx="161700" cy="641982"/>
            </a:xfrm>
          </p:grpSpPr>
          <p:sp>
            <p:nvSpPr>
              <p:cNvPr id="1508" name="Google Shape;1508;p59"/>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59"/>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59"/>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59"/>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2" name="Google Shape;1512;p59"/>
            <p:cNvSpPr/>
            <p:nvPr/>
          </p:nvSpPr>
          <p:spPr>
            <a:xfrm>
              <a:off x="3140650" y="3160713"/>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62"/>
        <p:cNvGrpSpPr/>
        <p:nvPr/>
      </p:nvGrpSpPr>
      <p:grpSpPr>
        <a:xfrm>
          <a:off x="0" y="0"/>
          <a:ext cx="0" cy="0"/>
          <a:chOff x="0" y="0"/>
          <a:chExt cx="0" cy="0"/>
        </a:xfrm>
      </p:grpSpPr>
      <p:sp>
        <p:nvSpPr>
          <p:cNvPr id="46" name="Rectangle 45"/>
          <p:cNvSpPr/>
          <p:nvPr/>
        </p:nvSpPr>
        <p:spPr>
          <a:xfrm>
            <a:off x="1066800" y="514350"/>
            <a:ext cx="2590800" cy="584775"/>
          </a:xfrm>
          <a:prstGeom prst="rect">
            <a:avLst/>
          </a:prstGeom>
        </p:spPr>
        <p:txBody>
          <a:bodyPr wrap="square">
            <a:spAutoFit/>
          </a:bodyPr>
          <a:lstStyle/>
          <a:p>
            <a:r>
              <a:rPr lang="en" sz="3200" dirty="0" smtClean="0">
                <a:solidFill>
                  <a:schemeClr val="accent6"/>
                </a:solidFill>
                <a:latin typeface="Saira SemiCondensed ExtraBold" charset="0"/>
              </a:rPr>
              <a:t>GAME LOGIC</a:t>
            </a:r>
            <a:endParaRPr lang="en-US" sz="3200" dirty="0">
              <a:solidFill>
                <a:schemeClr val="accent6"/>
              </a:solidFill>
              <a:latin typeface="Saira SemiCondensed ExtraBold" charset="0"/>
            </a:endParaRPr>
          </a:p>
        </p:txBody>
      </p:sp>
      <p:sp>
        <p:nvSpPr>
          <p:cNvPr id="47" name="TextBox 46"/>
          <p:cNvSpPr txBox="1"/>
          <p:nvPr/>
        </p:nvSpPr>
        <p:spPr>
          <a:xfrm>
            <a:off x="838200" y="1352550"/>
            <a:ext cx="4191000" cy="3139321"/>
          </a:xfrm>
          <a:prstGeom prst="rect">
            <a:avLst/>
          </a:prstGeom>
          <a:noFill/>
        </p:spPr>
        <p:txBody>
          <a:bodyPr wrap="square" rtlCol="0">
            <a:spAutoFit/>
          </a:bodyPr>
          <a:lstStyle/>
          <a:p>
            <a:pPr marL="342900" indent="-342900">
              <a:buAutoNum type="arabicPeriod"/>
            </a:pPr>
            <a:r>
              <a:rPr lang="en-US" sz="1600" b="1" dirty="0" smtClean="0">
                <a:solidFill>
                  <a:schemeClr val="accent6"/>
                </a:solidFill>
                <a:latin typeface="Sora" charset="0"/>
                <a:cs typeface="Sora" charset="0"/>
              </a:rPr>
              <a:t>Create </a:t>
            </a:r>
            <a:r>
              <a:rPr lang="en-US" sz="1600" b="1" dirty="0" smtClean="0">
                <a:solidFill>
                  <a:schemeClr val="accent6"/>
                </a:solidFill>
                <a:latin typeface="Sora" charset="0"/>
                <a:cs typeface="Sora" charset="0"/>
              </a:rPr>
              <a:t>the </a:t>
            </a:r>
            <a:r>
              <a:rPr lang="en-US" sz="1600" b="1" dirty="0" smtClean="0">
                <a:solidFill>
                  <a:schemeClr val="accent6"/>
                </a:solidFill>
                <a:latin typeface="Sora" charset="0"/>
                <a:cs typeface="Sora" charset="0"/>
              </a:rPr>
              <a:t>Screen</a:t>
            </a:r>
          </a:p>
          <a:p>
            <a:pPr marL="342900" indent="-342900">
              <a:buAutoNum type="arabicPeriod"/>
            </a:pPr>
            <a:r>
              <a:rPr lang="en-US" sz="1600" b="1" dirty="0" smtClean="0">
                <a:solidFill>
                  <a:schemeClr val="accent6"/>
                </a:solidFill>
                <a:latin typeface="Sora" charset="0"/>
                <a:cs typeface="Sora" charset="0"/>
              </a:rPr>
              <a:t> Create the </a:t>
            </a:r>
            <a:r>
              <a:rPr lang="en-US" sz="1600" b="1" dirty="0" smtClean="0">
                <a:solidFill>
                  <a:schemeClr val="accent6"/>
                </a:solidFill>
                <a:latin typeface="Sora" charset="0"/>
                <a:cs typeface="Sora" charset="0"/>
              </a:rPr>
              <a:t>Snake</a:t>
            </a:r>
          </a:p>
          <a:p>
            <a:pPr marL="342900" indent="-342900">
              <a:buAutoNum type="arabicPeriod"/>
            </a:pPr>
            <a:r>
              <a:rPr lang="en-US" sz="1600" b="1" dirty="0" smtClean="0">
                <a:solidFill>
                  <a:schemeClr val="accent6"/>
                </a:solidFill>
                <a:latin typeface="Sora" charset="0"/>
                <a:cs typeface="Sora" charset="0"/>
              </a:rPr>
              <a:t>Moving the </a:t>
            </a:r>
            <a:r>
              <a:rPr lang="en-US" sz="1600" b="1" dirty="0" smtClean="0">
                <a:solidFill>
                  <a:schemeClr val="accent6"/>
                </a:solidFill>
                <a:latin typeface="Sora" charset="0"/>
                <a:cs typeface="Sora" charset="0"/>
              </a:rPr>
              <a:t>Snake</a:t>
            </a:r>
          </a:p>
          <a:p>
            <a:pPr marL="342900" indent="-342900">
              <a:buAutoNum type="arabicPeriod"/>
            </a:pPr>
            <a:r>
              <a:rPr lang="en-US" sz="1600" b="1" dirty="0" smtClean="0">
                <a:solidFill>
                  <a:schemeClr val="accent6"/>
                </a:solidFill>
                <a:latin typeface="Sora" charset="0"/>
                <a:cs typeface="Sora" charset="0"/>
              </a:rPr>
              <a:t>Game Over when Snake hits the </a:t>
            </a:r>
            <a:r>
              <a:rPr lang="en-US" sz="1600" b="1" dirty="0" smtClean="0">
                <a:solidFill>
                  <a:schemeClr val="accent6"/>
                </a:solidFill>
                <a:latin typeface="Sora" charset="0"/>
                <a:cs typeface="Sora" charset="0"/>
              </a:rPr>
              <a:t>boundaries</a:t>
            </a:r>
          </a:p>
          <a:p>
            <a:pPr marL="342900" indent="-342900">
              <a:buFont typeface="Arial"/>
              <a:buAutoNum type="arabicPeriod"/>
            </a:pPr>
            <a:r>
              <a:rPr lang="en-US" sz="1600" b="1" dirty="0" smtClean="0">
                <a:solidFill>
                  <a:schemeClr val="accent6"/>
                </a:solidFill>
                <a:latin typeface="Sora" charset="0"/>
                <a:cs typeface="Sora" charset="0"/>
              </a:rPr>
              <a:t>Adding the </a:t>
            </a:r>
            <a:r>
              <a:rPr lang="en-US" sz="1600" b="1" dirty="0" smtClean="0">
                <a:solidFill>
                  <a:schemeClr val="accent6"/>
                </a:solidFill>
                <a:latin typeface="Sora" charset="0"/>
                <a:cs typeface="Sora" charset="0"/>
              </a:rPr>
              <a:t>Food</a:t>
            </a:r>
          </a:p>
          <a:p>
            <a:pPr marL="342900" indent="-342900">
              <a:buFont typeface="Arial"/>
              <a:buAutoNum type="arabicPeriod"/>
            </a:pPr>
            <a:r>
              <a:rPr lang="en-US" sz="1600" b="1" dirty="0" smtClean="0">
                <a:solidFill>
                  <a:schemeClr val="accent6"/>
                </a:solidFill>
                <a:latin typeface="Sora" charset="0"/>
                <a:cs typeface="Sora" charset="0"/>
              </a:rPr>
              <a:t>Increasing the Length of the Snake</a:t>
            </a:r>
          </a:p>
          <a:p>
            <a:pPr marL="342900" indent="-342900">
              <a:buFont typeface="Arial"/>
              <a:buAutoNum type="arabicPeriod"/>
            </a:pPr>
            <a:r>
              <a:rPr lang="en-US" sz="1600" b="1" dirty="0" smtClean="0">
                <a:solidFill>
                  <a:schemeClr val="accent6"/>
                </a:solidFill>
                <a:latin typeface="Sora" charset="0"/>
                <a:cs typeface="Sora" charset="0"/>
              </a:rPr>
              <a:t>Displaying the Score: </a:t>
            </a:r>
          </a:p>
          <a:p>
            <a:pPr marL="342900" indent="-342900">
              <a:buFont typeface="Arial"/>
              <a:buAutoNum type="arabicPeriod"/>
            </a:pPr>
            <a:endParaRPr lang="en-US" b="1" dirty="0" smtClean="0">
              <a:latin typeface="Sora" charset="0"/>
              <a:cs typeface="Sora" charset="0"/>
            </a:endParaRPr>
          </a:p>
          <a:p>
            <a:pPr marL="342900" indent="-342900">
              <a:buFont typeface="Arial"/>
              <a:buAutoNum type="arabicPeriod"/>
            </a:pPr>
            <a:endParaRPr lang="en-US" b="1" dirty="0" smtClean="0">
              <a:latin typeface="Sora" charset="0"/>
              <a:cs typeface="Sora" charset="0"/>
            </a:endParaRPr>
          </a:p>
          <a:p>
            <a:r>
              <a:rPr lang="en-US" dirty="0" smtClean="0">
                <a:latin typeface="Sora" charset="0"/>
                <a:cs typeface="Sora" charset="0"/>
              </a:rPr>
              <a:t> </a:t>
            </a:r>
          </a:p>
          <a:p>
            <a:pPr marL="342900" indent="-342900">
              <a:buAutoNum type="arabicPeriod"/>
            </a:pPr>
            <a:endParaRPr lang="en-US" b="1" dirty="0" smtClean="0">
              <a:latin typeface="Sora" charset="0"/>
              <a:cs typeface="Sora" charset="0"/>
            </a:endParaRPr>
          </a:p>
          <a:p>
            <a:endParaRPr lang="en-US" dirty="0">
              <a:solidFill>
                <a:schemeClr val="accent6"/>
              </a:solidFill>
              <a:latin typeface="Sora" charset="0"/>
              <a:cs typeface="Sora"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09"/>
        <p:cNvGrpSpPr/>
        <p:nvPr/>
      </p:nvGrpSpPr>
      <p:grpSpPr>
        <a:xfrm>
          <a:off x="0" y="0"/>
          <a:ext cx="0" cy="0"/>
          <a:chOff x="0" y="0"/>
          <a:chExt cx="0" cy="0"/>
        </a:xfrm>
      </p:grpSpPr>
      <p:grpSp>
        <p:nvGrpSpPr>
          <p:cNvPr id="1613" name="Google Shape;1613;p62"/>
          <p:cNvGrpSpPr/>
          <p:nvPr/>
        </p:nvGrpSpPr>
        <p:grpSpPr>
          <a:xfrm>
            <a:off x="369650" y="1783400"/>
            <a:ext cx="3941066" cy="2690998"/>
            <a:chOff x="369650" y="1783400"/>
            <a:chExt cx="3941066" cy="2690998"/>
          </a:xfrm>
        </p:grpSpPr>
        <p:sp>
          <p:nvSpPr>
            <p:cNvPr id="1614" name="Google Shape;1614;p62"/>
            <p:cNvSpPr/>
            <p:nvPr/>
          </p:nvSpPr>
          <p:spPr>
            <a:xfrm>
              <a:off x="369650" y="4194302"/>
              <a:ext cx="3941066" cy="280096"/>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62"/>
            <p:cNvSpPr/>
            <p:nvPr/>
          </p:nvSpPr>
          <p:spPr>
            <a:xfrm>
              <a:off x="1919150" y="2415625"/>
              <a:ext cx="456725" cy="518250"/>
            </a:xfrm>
            <a:custGeom>
              <a:avLst/>
              <a:gdLst/>
              <a:ahLst/>
              <a:cxnLst/>
              <a:rect l="l" t="t" r="r" b="b"/>
              <a:pathLst>
                <a:path w="18269" h="20730" extrusionOk="0">
                  <a:moveTo>
                    <a:pt x="1" y="0"/>
                  </a:moveTo>
                  <a:lnTo>
                    <a:pt x="1" y="760"/>
                  </a:lnTo>
                  <a:lnTo>
                    <a:pt x="11156" y="760"/>
                  </a:lnTo>
                  <a:cubicBezTo>
                    <a:pt x="14652" y="760"/>
                    <a:pt x="17509" y="3617"/>
                    <a:pt x="17509" y="7143"/>
                  </a:cubicBezTo>
                  <a:lnTo>
                    <a:pt x="17509" y="13587"/>
                  </a:lnTo>
                  <a:cubicBezTo>
                    <a:pt x="17509" y="17113"/>
                    <a:pt x="14652" y="19970"/>
                    <a:pt x="11156" y="19970"/>
                  </a:cubicBezTo>
                  <a:lnTo>
                    <a:pt x="1" y="19970"/>
                  </a:lnTo>
                  <a:lnTo>
                    <a:pt x="1" y="20730"/>
                  </a:lnTo>
                  <a:lnTo>
                    <a:pt x="11156" y="20730"/>
                  </a:lnTo>
                  <a:cubicBezTo>
                    <a:pt x="15077" y="20730"/>
                    <a:pt x="18269" y="17538"/>
                    <a:pt x="18269" y="13587"/>
                  </a:cubicBezTo>
                  <a:lnTo>
                    <a:pt x="18269" y="7143"/>
                  </a:lnTo>
                  <a:cubicBezTo>
                    <a:pt x="18269" y="3192"/>
                    <a:pt x="15077" y="0"/>
                    <a:pt x="111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62"/>
            <p:cNvSpPr/>
            <p:nvPr/>
          </p:nvSpPr>
          <p:spPr>
            <a:xfrm>
              <a:off x="1274000" y="1783400"/>
              <a:ext cx="1342775" cy="817650"/>
            </a:xfrm>
            <a:custGeom>
              <a:avLst/>
              <a:gdLst/>
              <a:ahLst/>
              <a:cxnLst/>
              <a:rect l="l" t="t" r="r" b="b"/>
              <a:pathLst>
                <a:path w="53711" h="32706" extrusionOk="0">
                  <a:moveTo>
                    <a:pt x="1" y="0"/>
                  </a:moveTo>
                  <a:lnTo>
                    <a:pt x="1" y="32706"/>
                  </a:lnTo>
                  <a:lnTo>
                    <a:pt x="53710" y="32706"/>
                  </a:lnTo>
                  <a:lnTo>
                    <a:pt x="537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62"/>
            <p:cNvSpPr/>
            <p:nvPr/>
          </p:nvSpPr>
          <p:spPr>
            <a:xfrm>
              <a:off x="1247425" y="1783400"/>
              <a:ext cx="1342750" cy="818425"/>
            </a:xfrm>
            <a:custGeom>
              <a:avLst/>
              <a:gdLst/>
              <a:ahLst/>
              <a:cxnLst/>
              <a:rect l="l" t="t" r="r" b="b"/>
              <a:pathLst>
                <a:path w="53710" h="32737" extrusionOk="0">
                  <a:moveTo>
                    <a:pt x="0" y="0"/>
                  </a:moveTo>
                  <a:lnTo>
                    <a:pt x="0" y="32736"/>
                  </a:lnTo>
                  <a:lnTo>
                    <a:pt x="53709" y="32736"/>
                  </a:lnTo>
                  <a:lnTo>
                    <a:pt x="537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62"/>
            <p:cNvSpPr/>
            <p:nvPr/>
          </p:nvSpPr>
          <p:spPr>
            <a:xfrm>
              <a:off x="1324925" y="1860900"/>
              <a:ext cx="1187725" cy="663400"/>
            </a:xfrm>
            <a:custGeom>
              <a:avLst/>
              <a:gdLst/>
              <a:ahLst/>
              <a:cxnLst/>
              <a:rect l="l" t="t" r="r" b="b"/>
              <a:pathLst>
                <a:path w="47509" h="26536" extrusionOk="0">
                  <a:moveTo>
                    <a:pt x="0" y="0"/>
                  </a:moveTo>
                  <a:lnTo>
                    <a:pt x="0" y="26536"/>
                  </a:lnTo>
                  <a:lnTo>
                    <a:pt x="47509" y="26536"/>
                  </a:lnTo>
                  <a:lnTo>
                    <a:pt x="4750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62"/>
            <p:cNvSpPr/>
            <p:nvPr/>
          </p:nvSpPr>
          <p:spPr>
            <a:xfrm>
              <a:off x="1324925" y="1860900"/>
              <a:ext cx="1187725" cy="663400"/>
            </a:xfrm>
            <a:custGeom>
              <a:avLst/>
              <a:gdLst/>
              <a:ahLst/>
              <a:cxnLst/>
              <a:rect l="l" t="t" r="r" b="b"/>
              <a:pathLst>
                <a:path w="47509" h="26536" extrusionOk="0">
                  <a:moveTo>
                    <a:pt x="0" y="0"/>
                  </a:moveTo>
                  <a:lnTo>
                    <a:pt x="0" y="26536"/>
                  </a:lnTo>
                  <a:lnTo>
                    <a:pt x="4750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62"/>
            <p:cNvSpPr/>
            <p:nvPr/>
          </p:nvSpPr>
          <p:spPr>
            <a:xfrm>
              <a:off x="3419175" y="1783400"/>
              <a:ext cx="262200" cy="162625"/>
            </a:xfrm>
            <a:custGeom>
              <a:avLst/>
              <a:gdLst/>
              <a:ahLst/>
              <a:cxnLst/>
              <a:rect l="l" t="t" r="r" b="b"/>
              <a:pathLst>
                <a:path w="10488" h="6505" extrusionOk="0">
                  <a:moveTo>
                    <a:pt x="1885" y="0"/>
                  </a:moveTo>
                  <a:cubicBezTo>
                    <a:pt x="852" y="0"/>
                    <a:pt x="1" y="851"/>
                    <a:pt x="1" y="1915"/>
                  </a:cubicBezTo>
                  <a:lnTo>
                    <a:pt x="1" y="4620"/>
                  </a:lnTo>
                  <a:cubicBezTo>
                    <a:pt x="1" y="5654"/>
                    <a:pt x="852" y="6505"/>
                    <a:pt x="1885" y="6505"/>
                  </a:cubicBezTo>
                  <a:lnTo>
                    <a:pt x="8603" y="6505"/>
                  </a:lnTo>
                  <a:cubicBezTo>
                    <a:pt x="9667" y="6505"/>
                    <a:pt x="10487" y="5654"/>
                    <a:pt x="10487" y="4620"/>
                  </a:cubicBezTo>
                  <a:lnTo>
                    <a:pt x="10487" y="1915"/>
                  </a:lnTo>
                  <a:cubicBezTo>
                    <a:pt x="10487" y="851"/>
                    <a:pt x="9667" y="0"/>
                    <a:pt x="86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62"/>
            <p:cNvSpPr/>
            <p:nvPr/>
          </p:nvSpPr>
          <p:spPr>
            <a:xfrm>
              <a:off x="3381200" y="1783400"/>
              <a:ext cx="262950" cy="162625"/>
            </a:xfrm>
            <a:custGeom>
              <a:avLst/>
              <a:gdLst/>
              <a:ahLst/>
              <a:cxnLst/>
              <a:rect l="l" t="t" r="r" b="b"/>
              <a:pathLst>
                <a:path w="10518" h="6505" extrusionOk="0">
                  <a:moveTo>
                    <a:pt x="1915" y="0"/>
                  </a:moveTo>
                  <a:cubicBezTo>
                    <a:pt x="851" y="0"/>
                    <a:pt x="0" y="851"/>
                    <a:pt x="0" y="1885"/>
                  </a:cubicBezTo>
                  <a:lnTo>
                    <a:pt x="0" y="4620"/>
                  </a:lnTo>
                  <a:cubicBezTo>
                    <a:pt x="0" y="5654"/>
                    <a:pt x="851" y="6505"/>
                    <a:pt x="1915" y="6505"/>
                  </a:cubicBezTo>
                  <a:lnTo>
                    <a:pt x="8602" y="6505"/>
                  </a:lnTo>
                  <a:cubicBezTo>
                    <a:pt x="9666" y="6505"/>
                    <a:pt x="10517" y="5654"/>
                    <a:pt x="10517" y="4620"/>
                  </a:cubicBezTo>
                  <a:lnTo>
                    <a:pt x="10517" y="1885"/>
                  </a:lnTo>
                  <a:cubicBezTo>
                    <a:pt x="10517" y="851"/>
                    <a:pt x="9666" y="0"/>
                    <a:pt x="86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62"/>
            <p:cNvSpPr/>
            <p:nvPr/>
          </p:nvSpPr>
          <p:spPr>
            <a:xfrm>
              <a:off x="3468575" y="1832025"/>
              <a:ext cx="77550" cy="65850"/>
            </a:xfrm>
            <a:custGeom>
              <a:avLst/>
              <a:gdLst/>
              <a:ahLst/>
              <a:cxnLst/>
              <a:rect l="l" t="t" r="r" b="b"/>
              <a:pathLst>
                <a:path w="3102" h="2634" extrusionOk="0">
                  <a:moveTo>
                    <a:pt x="1794" y="0"/>
                  </a:moveTo>
                  <a:cubicBezTo>
                    <a:pt x="609" y="0"/>
                    <a:pt x="1" y="1399"/>
                    <a:pt x="852" y="2250"/>
                  </a:cubicBezTo>
                  <a:cubicBezTo>
                    <a:pt x="1117" y="2515"/>
                    <a:pt x="1445" y="2634"/>
                    <a:pt x="1768" y="2634"/>
                  </a:cubicBezTo>
                  <a:cubicBezTo>
                    <a:pt x="2446" y="2634"/>
                    <a:pt x="3101" y="2110"/>
                    <a:pt x="3101" y="1307"/>
                  </a:cubicBezTo>
                  <a:cubicBezTo>
                    <a:pt x="3101" y="578"/>
                    <a:pt x="2524" y="0"/>
                    <a:pt x="17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62"/>
            <p:cNvSpPr/>
            <p:nvPr/>
          </p:nvSpPr>
          <p:spPr>
            <a:xfrm>
              <a:off x="3490625" y="1847975"/>
              <a:ext cx="38775" cy="33525"/>
            </a:xfrm>
            <a:custGeom>
              <a:avLst/>
              <a:gdLst/>
              <a:ahLst/>
              <a:cxnLst/>
              <a:rect l="l" t="t" r="r" b="b"/>
              <a:pathLst>
                <a:path w="1551" h="1341" extrusionOk="0">
                  <a:moveTo>
                    <a:pt x="882" y="1"/>
                  </a:moveTo>
                  <a:cubicBezTo>
                    <a:pt x="304" y="1"/>
                    <a:pt x="0" y="730"/>
                    <a:pt x="426" y="1156"/>
                  </a:cubicBezTo>
                  <a:cubicBezTo>
                    <a:pt x="553" y="1283"/>
                    <a:pt x="714" y="1341"/>
                    <a:pt x="875" y="1341"/>
                  </a:cubicBezTo>
                  <a:cubicBezTo>
                    <a:pt x="1214" y="1341"/>
                    <a:pt x="1550" y="1082"/>
                    <a:pt x="1550" y="669"/>
                  </a:cubicBezTo>
                  <a:cubicBezTo>
                    <a:pt x="1550" y="305"/>
                    <a:pt x="1246" y="1"/>
                    <a:pt x="8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62"/>
            <p:cNvSpPr/>
            <p:nvPr/>
          </p:nvSpPr>
          <p:spPr>
            <a:xfrm>
              <a:off x="3253500" y="2404988"/>
              <a:ext cx="457475" cy="518250"/>
            </a:xfrm>
            <a:custGeom>
              <a:avLst/>
              <a:gdLst/>
              <a:ahLst/>
              <a:cxnLst/>
              <a:rect l="l" t="t" r="r" b="b"/>
              <a:pathLst>
                <a:path w="18299" h="20730" extrusionOk="0">
                  <a:moveTo>
                    <a:pt x="0" y="0"/>
                  </a:moveTo>
                  <a:lnTo>
                    <a:pt x="0" y="760"/>
                  </a:lnTo>
                  <a:lnTo>
                    <a:pt x="11155" y="760"/>
                  </a:lnTo>
                  <a:cubicBezTo>
                    <a:pt x="14681" y="760"/>
                    <a:pt x="17508" y="3617"/>
                    <a:pt x="17538" y="7143"/>
                  </a:cubicBezTo>
                  <a:lnTo>
                    <a:pt x="17538" y="13587"/>
                  </a:lnTo>
                  <a:cubicBezTo>
                    <a:pt x="17508" y="17113"/>
                    <a:pt x="14681" y="19970"/>
                    <a:pt x="11155" y="19970"/>
                  </a:cubicBezTo>
                  <a:lnTo>
                    <a:pt x="0" y="19970"/>
                  </a:lnTo>
                  <a:lnTo>
                    <a:pt x="0" y="20730"/>
                  </a:lnTo>
                  <a:lnTo>
                    <a:pt x="11155" y="20730"/>
                  </a:lnTo>
                  <a:cubicBezTo>
                    <a:pt x="15076" y="20730"/>
                    <a:pt x="18268" y="17538"/>
                    <a:pt x="18298" y="13587"/>
                  </a:cubicBezTo>
                  <a:lnTo>
                    <a:pt x="18298" y="7143"/>
                  </a:lnTo>
                  <a:cubicBezTo>
                    <a:pt x="18268" y="3192"/>
                    <a:pt x="15076" y="0"/>
                    <a:pt x="1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62"/>
            <p:cNvSpPr/>
            <p:nvPr/>
          </p:nvSpPr>
          <p:spPr>
            <a:xfrm>
              <a:off x="2274025" y="2928550"/>
              <a:ext cx="738650" cy="1414925"/>
            </a:xfrm>
            <a:custGeom>
              <a:avLst/>
              <a:gdLst/>
              <a:ahLst/>
              <a:cxnLst/>
              <a:rect l="l" t="t" r="r" b="b"/>
              <a:pathLst>
                <a:path w="29546" h="56597" extrusionOk="0">
                  <a:moveTo>
                    <a:pt x="1" y="0"/>
                  </a:moveTo>
                  <a:lnTo>
                    <a:pt x="1" y="34621"/>
                  </a:lnTo>
                  <a:cubicBezTo>
                    <a:pt x="31" y="46749"/>
                    <a:pt x="9849" y="56566"/>
                    <a:pt x="21977" y="56597"/>
                  </a:cubicBezTo>
                  <a:lnTo>
                    <a:pt x="29545" y="56597"/>
                  </a:lnTo>
                  <a:lnTo>
                    <a:pt x="29545" y="55837"/>
                  </a:lnTo>
                  <a:lnTo>
                    <a:pt x="21977" y="55837"/>
                  </a:lnTo>
                  <a:cubicBezTo>
                    <a:pt x="10274" y="55806"/>
                    <a:pt x="791" y="46323"/>
                    <a:pt x="761" y="34621"/>
                  </a:cubicBezTo>
                  <a:lnTo>
                    <a:pt x="7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62"/>
            <p:cNvSpPr/>
            <p:nvPr/>
          </p:nvSpPr>
          <p:spPr>
            <a:xfrm>
              <a:off x="2192725" y="2928550"/>
              <a:ext cx="738625" cy="1414925"/>
            </a:xfrm>
            <a:custGeom>
              <a:avLst/>
              <a:gdLst/>
              <a:ahLst/>
              <a:cxnLst/>
              <a:rect l="l" t="t" r="r" b="b"/>
              <a:pathLst>
                <a:path w="29545" h="56597" extrusionOk="0">
                  <a:moveTo>
                    <a:pt x="0" y="0"/>
                  </a:moveTo>
                  <a:lnTo>
                    <a:pt x="0" y="34621"/>
                  </a:lnTo>
                  <a:cubicBezTo>
                    <a:pt x="31" y="46749"/>
                    <a:pt x="9848" y="56566"/>
                    <a:pt x="21976" y="56597"/>
                  </a:cubicBezTo>
                  <a:lnTo>
                    <a:pt x="29545" y="56597"/>
                  </a:lnTo>
                  <a:lnTo>
                    <a:pt x="29545" y="55837"/>
                  </a:lnTo>
                  <a:lnTo>
                    <a:pt x="21976" y="55837"/>
                  </a:lnTo>
                  <a:cubicBezTo>
                    <a:pt x="10274" y="55806"/>
                    <a:pt x="791" y="46323"/>
                    <a:pt x="760" y="34621"/>
                  </a:cubicBezTo>
                  <a:lnTo>
                    <a:pt x="7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62"/>
            <p:cNvSpPr/>
            <p:nvPr/>
          </p:nvSpPr>
          <p:spPr>
            <a:xfrm>
              <a:off x="2310500" y="2928550"/>
              <a:ext cx="738650" cy="1414925"/>
            </a:xfrm>
            <a:custGeom>
              <a:avLst/>
              <a:gdLst/>
              <a:ahLst/>
              <a:cxnLst/>
              <a:rect l="l" t="t" r="r" b="b"/>
              <a:pathLst>
                <a:path w="29546" h="56597" extrusionOk="0">
                  <a:moveTo>
                    <a:pt x="1" y="0"/>
                  </a:moveTo>
                  <a:lnTo>
                    <a:pt x="1" y="34621"/>
                  </a:lnTo>
                  <a:cubicBezTo>
                    <a:pt x="1" y="46749"/>
                    <a:pt x="9849" y="56566"/>
                    <a:pt x="21977" y="56597"/>
                  </a:cubicBezTo>
                  <a:lnTo>
                    <a:pt x="29545" y="56597"/>
                  </a:lnTo>
                  <a:lnTo>
                    <a:pt x="29545" y="55837"/>
                  </a:lnTo>
                  <a:lnTo>
                    <a:pt x="21977" y="55837"/>
                  </a:lnTo>
                  <a:cubicBezTo>
                    <a:pt x="10244" y="55806"/>
                    <a:pt x="761" y="46323"/>
                    <a:pt x="761" y="34621"/>
                  </a:cubicBezTo>
                  <a:lnTo>
                    <a:pt x="7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62"/>
            <p:cNvSpPr/>
            <p:nvPr/>
          </p:nvSpPr>
          <p:spPr>
            <a:xfrm>
              <a:off x="2039975" y="2928550"/>
              <a:ext cx="738650" cy="1414925"/>
            </a:xfrm>
            <a:custGeom>
              <a:avLst/>
              <a:gdLst/>
              <a:ahLst/>
              <a:cxnLst/>
              <a:rect l="l" t="t" r="r" b="b"/>
              <a:pathLst>
                <a:path w="29546" h="56597" extrusionOk="0">
                  <a:moveTo>
                    <a:pt x="1" y="0"/>
                  </a:moveTo>
                  <a:lnTo>
                    <a:pt x="1" y="34621"/>
                  </a:lnTo>
                  <a:cubicBezTo>
                    <a:pt x="31" y="46749"/>
                    <a:pt x="9849" y="56566"/>
                    <a:pt x="21977" y="56597"/>
                  </a:cubicBezTo>
                  <a:lnTo>
                    <a:pt x="29545" y="56597"/>
                  </a:lnTo>
                  <a:lnTo>
                    <a:pt x="29545" y="55837"/>
                  </a:lnTo>
                  <a:lnTo>
                    <a:pt x="21977" y="55837"/>
                  </a:lnTo>
                  <a:cubicBezTo>
                    <a:pt x="10274" y="55806"/>
                    <a:pt x="791" y="46323"/>
                    <a:pt x="761" y="34621"/>
                  </a:cubicBezTo>
                  <a:lnTo>
                    <a:pt x="7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62"/>
            <p:cNvSpPr/>
            <p:nvPr/>
          </p:nvSpPr>
          <p:spPr>
            <a:xfrm>
              <a:off x="1775550" y="2601025"/>
              <a:ext cx="357175" cy="203675"/>
            </a:xfrm>
            <a:custGeom>
              <a:avLst/>
              <a:gdLst/>
              <a:ahLst/>
              <a:cxnLst/>
              <a:rect l="l" t="t" r="r" b="b"/>
              <a:pathLst>
                <a:path w="14287" h="8147" extrusionOk="0">
                  <a:moveTo>
                    <a:pt x="0" y="1"/>
                  </a:moveTo>
                  <a:lnTo>
                    <a:pt x="0" y="8147"/>
                  </a:lnTo>
                  <a:lnTo>
                    <a:pt x="14286" y="8147"/>
                  </a:lnTo>
                  <a:lnTo>
                    <a:pt x="142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62"/>
            <p:cNvSpPr/>
            <p:nvPr/>
          </p:nvSpPr>
          <p:spPr>
            <a:xfrm>
              <a:off x="1671425" y="2804675"/>
              <a:ext cx="565400" cy="31175"/>
            </a:xfrm>
            <a:custGeom>
              <a:avLst/>
              <a:gdLst/>
              <a:ahLst/>
              <a:cxnLst/>
              <a:rect l="l" t="t" r="r" b="b"/>
              <a:pathLst>
                <a:path w="22616" h="1247" extrusionOk="0">
                  <a:moveTo>
                    <a:pt x="1" y="1"/>
                  </a:moveTo>
                  <a:lnTo>
                    <a:pt x="1" y="1247"/>
                  </a:lnTo>
                  <a:lnTo>
                    <a:pt x="22615" y="1247"/>
                  </a:lnTo>
                  <a:lnTo>
                    <a:pt x="226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62"/>
            <p:cNvSpPr/>
            <p:nvPr/>
          </p:nvSpPr>
          <p:spPr>
            <a:xfrm>
              <a:off x="2728450" y="1962725"/>
              <a:ext cx="1124650" cy="715075"/>
            </a:xfrm>
            <a:custGeom>
              <a:avLst/>
              <a:gdLst/>
              <a:ahLst/>
              <a:cxnLst/>
              <a:rect l="l" t="t" r="r" b="b"/>
              <a:pathLst>
                <a:path w="44986" h="28603" extrusionOk="0">
                  <a:moveTo>
                    <a:pt x="0" y="0"/>
                  </a:moveTo>
                  <a:lnTo>
                    <a:pt x="0" y="28603"/>
                  </a:lnTo>
                  <a:lnTo>
                    <a:pt x="44986" y="28603"/>
                  </a:lnTo>
                  <a:lnTo>
                    <a:pt x="449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62"/>
            <p:cNvSpPr/>
            <p:nvPr/>
          </p:nvSpPr>
          <p:spPr>
            <a:xfrm>
              <a:off x="2704875" y="1962725"/>
              <a:ext cx="1125450" cy="715075"/>
            </a:xfrm>
            <a:custGeom>
              <a:avLst/>
              <a:gdLst/>
              <a:ahLst/>
              <a:cxnLst/>
              <a:rect l="l" t="t" r="r" b="b"/>
              <a:pathLst>
                <a:path w="45018" h="28603" extrusionOk="0">
                  <a:moveTo>
                    <a:pt x="1" y="0"/>
                  </a:moveTo>
                  <a:lnTo>
                    <a:pt x="1" y="28603"/>
                  </a:lnTo>
                  <a:lnTo>
                    <a:pt x="45017" y="28603"/>
                  </a:lnTo>
                  <a:lnTo>
                    <a:pt x="4501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62"/>
            <p:cNvSpPr/>
            <p:nvPr/>
          </p:nvSpPr>
          <p:spPr>
            <a:xfrm>
              <a:off x="2772525" y="2030350"/>
              <a:ext cx="989400" cy="579825"/>
            </a:xfrm>
            <a:custGeom>
              <a:avLst/>
              <a:gdLst/>
              <a:ahLst/>
              <a:cxnLst/>
              <a:rect l="l" t="t" r="r" b="b"/>
              <a:pathLst>
                <a:path w="39576" h="23193" extrusionOk="0">
                  <a:moveTo>
                    <a:pt x="0" y="1"/>
                  </a:moveTo>
                  <a:lnTo>
                    <a:pt x="0" y="23192"/>
                  </a:lnTo>
                  <a:lnTo>
                    <a:pt x="39575" y="23192"/>
                  </a:lnTo>
                  <a:lnTo>
                    <a:pt x="3957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62"/>
            <p:cNvSpPr/>
            <p:nvPr/>
          </p:nvSpPr>
          <p:spPr>
            <a:xfrm>
              <a:off x="2772525" y="2030350"/>
              <a:ext cx="990150" cy="579825"/>
            </a:xfrm>
            <a:custGeom>
              <a:avLst/>
              <a:gdLst/>
              <a:ahLst/>
              <a:cxnLst/>
              <a:rect l="l" t="t" r="r" b="b"/>
              <a:pathLst>
                <a:path w="39606" h="23193" extrusionOk="0">
                  <a:moveTo>
                    <a:pt x="0" y="1"/>
                  </a:moveTo>
                  <a:lnTo>
                    <a:pt x="0" y="23192"/>
                  </a:lnTo>
                  <a:lnTo>
                    <a:pt x="39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62"/>
            <p:cNvSpPr/>
            <p:nvPr/>
          </p:nvSpPr>
          <p:spPr>
            <a:xfrm>
              <a:off x="3141825" y="2677775"/>
              <a:ext cx="312350" cy="130725"/>
            </a:xfrm>
            <a:custGeom>
              <a:avLst/>
              <a:gdLst/>
              <a:ahLst/>
              <a:cxnLst/>
              <a:rect l="l" t="t" r="r" b="b"/>
              <a:pathLst>
                <a:path w="12494" h="5229" extrusionOk="0">
                  <a:moveTo>
                    <a:pt x="1" y="1"/>
                  </a:moveTo>
                  <a:lnTo>
                    <a:pt x="1" y="5229"/>
                  </a:lnTo>
                  <a:lnTo>
                    <a:pt x="12493" y="5229"/>
                  </a:lnTo>
                  <a:lnTo>
                    <a:pt x="1249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62"/>
            <p:cNvSpPr/>
            <p:nvPr/>
          </p:nvSpPr>
          <p:spPr>
            <a:xfrm>
              <a:off x="3051400" y="2808475"/>
              <a:ext cx="493950" cy="27375"/>
            </a:xfrm>
            <a:custGeom>
              <a:avLst/>
              <a:gdLst/>
              <a:ahLst/>
              <a:cxnLst/>
              <a:rect l="l" t="t" r="r" b="b"/>
              <a:pathLst>
                <a:path w="19758" h="1095" extrusionOk="0">
                  <a:moveTo>
                    <a:pt x="0" y="1"/>
                  </a:moveTo>
                  <a:lnTo>
                    <a:pt x="0" y="1095"/>
                  </a:lnTo>
                  <a:lnTo>
                    <a:pt x="19758" y="1095"/>
                  </a:lnTo>
                  <a:lnTo>
                    <a:pt x="197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62"/>
            <p:cNvSpPr/>
            <p:nvPr/>
          </p:nvSpPr>
          <p:spPr>
            <a:xfrm>
              <a:off x="2807475" y="3151950"/>
              <a:ext cx="788025" cy="1191525"/>
            </a:xfrm>
            <a:custGeom>
              <a:avLst/>
              <a:gdLst/>
              <a:ahLst/>
              <a:cxnLst/>
              <a:rect l="l" t="t" r="r" b="b"/>
              <a:pathLst>
                <a:path w="31521" h="47661" extrusionOk="0">
                  <a:moveTo>
                    <a:pt x="0" y="1"/>
                  </a:moveTo>
                  <a:lnTo>
                    <a:pt x="0" y="47661"/>
                  </a:lnTo>
                  <a:lnTo>
                    <a:pt x="31521" y="47661"/>
                  </a:lnTo>
                  <a:lnTo>
                    <a:pt x="3152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62"/>
            <p:cNvSpPr/>
            <p:nvPr/>
          </p:nvSpPr>
          <p:spPr>
            <a:xfrm>
              <a:off x="2467050" y="3151950"/>
              <a:ext cx="544100" cy="1191525"/>
            </a:xfrm>
            <a:custGeom>
              <a:avLst/>
              <a:gdLst/>
              <a:ahLst/>
              <a:cxnLst/>
              <a:rect l="l" t="t" r="r" b="b"/>
              <a:pathLst>
                <a:path w="21764" h="47661" extrusionOk="0">
                  <a:moveTo>
                    <a:pt x="0" y="1"/>
                  </a:moveTo>
                  <a:lnTo>
                    <a:pt x="0" y="47661"/>
                  </a:lnTo>
                  <a:lnTo>
                    <a:pt x="21763" y="47661"/>
                  </a:lnTo>
                  <a:lnTo>
                    <a:pt x="217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62"/>
            <p:cNvSpPr/>
            <p:nvPr/>
          </p:nvSpPr>
          <p:spPr>
            <a:xfrm>
              <a:off x="2917650" y="3082050"/>
              <a:ext cx="718900" cy="69925"/>
            </a:xfrm>
            <a:custGeom>
              <a:avLst/>
              <a:gdLst/>
              <a:ahLst/>
              <a:cxnLst/>
              <a:rect l="l" t="t" r="r" b="b"/>
              <a:pathLst>
                <a:path w="28756" h="2797" extrusionOk="0">
                  <a:moveTo>
                    <a:pt x="1429" y="0"/>
                  </a:moveTo>
                  <a:cubicBezTo>
                    <a:pt x="639" y="0"/>
                    <a:pt x="1" y="608"/>
                    <a:pt x="1" y="1398"/>
                  </a:cubicBezTo>
                  <a:cubicBezTo>
                    <a:pt x="1" y="2158"/>
                    <a:pt x="639" y="2797"/>
                    <a:pt x="1429" y="2797"/>
                  </a:cubicBezTo>
                  <a:lnTo>
                    <a:pt x="27327" y="2797"/>
                  </a:lnTo>
                  <a:cubicBezTo>
                    <a:pt x="28117" y="2797"/>
                    <a:pt x="28755" y="2158"/>
                    <a:pt x="28755" y="1398"/>
                  </a:cubicBezTo>
                  <a:cubicBezTo>
                    <a:pt x="28755" y="608"/>
                    <a:pt x="28117" y="0"/>
                    <a:pt x="27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62"/>
            <p:cNvSpPr/>
            <p:nvPr/>
          </p:nvSpPr>
          <p:spPr>
            <a:xfrm>
              <a:off x="2428275" y="3082050"/>
              <a:ext cx="614025" cy="69925"/>
            </a:xfrm>
            <a:custGeom>
              <a:avLst/>
              <a:gdLst/>
              <a:ahLst/>
              <a:cxnLst/>
              <a:rect l="l" t="t" r="r" b="b"/>
              <a:pathLst>
                <a:path w="24561" h="2797" extrusionOk="0">
                  <a:moveTo>
                    <a:pt x="1399" y="0"/>
                  </a:moveTo>
                  <a:cubicBezTo>
                    <a:pt x="639" y="0"/>
                    <a:pt x="1" y="608"/>
                    <a:pt x="1" y="1398"/>
                  </a:cubicBezTo>
                  <a:cubicBezTo>
                    <a:pt x="1" y="2158"/>
                    <a:pt x="639" y="2797"/>
                    <a:pt x="1399" y="2797"/>
                  </a:cubicBezTo>
                  <a:lnTo>
                    <a:pt x="23162" y="2797"/>
                  </a:lnTo>
                  <a:cubicBezTo>
                    <a:pt x="23922" y="2797"/>
                    <a:pt x="24561" y="2158"/>
                    <a:pt x="24561" y="1398"/>
                  </a:cubicBezTo>
                  <a:cubicBezTo>
                    <a:pt x="24561" y="608"/>
                    <a:pt x="23953" y="0"/>
                    <a:pt x="231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62"/>
            <p:cNvSpPr/>
            <p:nvPr/>
          </p:nvSpPr>
          <p:spPr>
            <a:xfrm>
              <a:off x="2467050" y="3151950"/>
              <a:ext cx="544100" cy="9900"/>
            </a:xfrm>
            <a:custGeom>
              <a:avLst/>
              <a:gdLst/>
              <a:ahLst/>
              <a:cxnLst/>
              <a:rect l="l" t="t" r="r" b="b"/>
              <a:pathLst>
                <a:path w="21764" h="396" extrusionOk="0">
                  <a:moveTo>
                    <a:pt x="0" y="1"/>
                  </a:moveTo>
                  <a:lnTo>
                    <a:pt x="0" y="396"/>
                  </a:lnTo>
                  <a:lnTo>
                    <a:pt x="21763" y="396"/>
                  </a:lnTo>
                  <a:lnTo>
                    <a:pt x="217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62"/>
            <p:cNvSpPr/>
            <p:nvPr/>
          </p:nvSpPr>
          <p:spPr>
            <a:xfrm>
              <a:off x="2634975" y="3161825"/>
              <a:ext cx="208225" cy="31950"/>
            </a:xfrm>
            <a:custGeom>
              <a:avLst/>
              <a:gdLst/>
              <a:ahLst/>
              <a:cxnLst/>
              <a:rect l="l" t="t" r="r" b="b"/>
              <a:pathLst>
                <a:path w="8329" h="1278" extrusionOk="0">
                  <a:moveTo>
                    <a:pt x="1" y="1"/>
                  </a:moveTo>
                  <a:lnTo>
                    <a:pt x="973" y="1277"/>
                  </a:lnTo>
                  <a:lnTo>
                    <a:pt x="7356" y="1277"/>
                  </a:lnTo>
                  <a:lnTo>
                    <a:pt x="83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62"/>
            <p:cNvSpPr/>
            <p:nvPr/>
          </p:nvSpPr>
          <p:spPr>
            <a:xfrm>
              <a:off x="2467050" y="3393600"/>
              <a:ext cx="544100" cy="9900"/>
            </a:xfrm>
            <a:custGeom>
              <a:avLst/>
              <a:gdLst/>
              <a:ahLst/>
              <a:cxnLst/>
              <a:rect l="l" t="t" r="r" b="b"/>
              <a:pathLst>
                <a:path w="21764" h="396" extrusionOk="0">
                  <a:moveTo>
                    <a:pt x="0" y="0"/>
                  </a:moveTo>
                  <a:lnTo>
                    <a:pt x="0" y="395"/>
                  </a:lnTo>
                  <a:lnTo>
                    <a:pt x="21763" y="395"/>
                  </a:lnTo>
                  <a:lnTo>
                    <a:pt x="217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62"/>
            <p:cNvSpPr/>
            <p:nvPr/>
          </p:nvSpPr>
          <p:spPr>
            <a:xfrm>
              <a:off x="2634975" y="3403475"/>
              <a:ext cx="208225" cy="32700"/>
            </a:xfrm>
            <a:custGeom>
              <a:avLst/>
              <a:gdLst/>
              <a:ahLst/>
              <a:cxnLst/>
              <a:rect l="l" t="t" r="r" b="b"/>
              <a:pathLst>
                <a:path w="8329" h="1308" extrusionOk="0">
                  <a:moveTo>
                    <a:pt x="1" y="0"/>
                  </a:moveTo>
                  <a:lnTo>
                    <a:pt x="973" y="1307"/>
                  </a:lnTo>
                  <a:lnTo>
                    <a:pt x="7356" y="1307"/>
                  </a:lnTo>
                  <a:lnTo>
                    <a:pt x="83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62"/>
            <p:cNvSpPr/>
            <p:nvPr/>
          </p:nvSpPr>
          <p:spPr>
            <a:xfrm>
              <a:off x="2467050" y="3635250"/>
              <a:ext cx="544100" cy="9900"/>
            </a:xfrm>
            <a:custGeom>
              <a:avLst/>
              <a:gdLst/>
              <a:ahLst/>
              <a:cxnLst/>
              <a:rect l="l" t="t" r="r" b="b"/>
              <a:pathLst>
                <a:path w="21764" h="396" extrusionOk="0">
                  <a:moveTo>
                    <a:pt x="0" y="0"/>
                  </a:moveTo>
                  <a:lnTo>
                    <a:pt x="0" y="395"/>
                  </a:lnTo>
                  <a:lnTo>
                    <a:pt x="21763" y="395"/>
                  </a:lnTo>
                  <a:lnTo>
                    <a:pt x="217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62"/>
            <p:cNvSpPr/>
            <p:nvPr/>
          </p:nvSpPr>
          <p:spPr>
            <a:xfrm>
              <a:off x="2634975" y="3645125"/>
              <a:ext cx="208225" cy="32700"/>
            </a:xfrm>
            <a:custGeom>
              <a:avLst/>
              <a:gdLst/>
              <a:ahLst/>
              <a:cxnLst/>
              <a:rect l="l" t="t" r="r" b="b"/>
              <a:pathLst>
                <a:path w="8329" h="1308" extrusionOk="0">
                  <a:moveTo>
                    <a:pt x="1" y="0"/>
                  </a:moveTo>
                  <a:lnTo>
                    <a:pt x="973" y="1307"/>
                  </a:lnTo>
                  <a:lnTo>
                    <a:pt x="7356" y="1307"/>
                  </a:lnTo>
                  <a:lnTo>
                    <a:pt x="83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62"/>
            <p:cNvSpPr/>
            <p:nvPr/>
          </p:nvSpPr>
          <p:spPr>
            <a:xfrm>
              <a:off x="2467050" y="3877650"/>
              <a:ext cx="544100" cy="9150"/>
            </a:xfrm>
            <a:custGeom>
              <a:avLst/>
              <a:gdLst/>
              <a:ahLst/>
              <a:cxnLst/>
              <a:rect l="l" t="t" r="r" b="b"/>
              <a:pathLst>
                <a:path w="21764" h="366" extrusionOk="0">
                  <a:moveTo>
                    <a:pt x="0" y="0"/>
                  </a:moveTo>
                  <a:lnTo>
                    <a:pt x="0" y="365"/>
                  </a:lnTo>
                  <a:lnTo>
                    <a:pt x="21763" y="365"/>
                  </a:lnTo>
                  <a:lnTo>
                    <a:pt x="217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62"/>
            <p:cNvSpPr/>
            <p:nvPr/>
          </p:nvSpPr>
          <p:spPr>
            <a:xfrm>
              <a:off x="2634975" y="3886775"/>
              <a:ext cx="208225" cy="32700"/>
            </a:xfrm>
            <a:custGeom>
              <a:avLst/>
              <a:gdLst/>
              <a:ahLst/>
              <a:cxnLst/>
              <a:rect l="l" t="t" r="r" b="b"/>
              <a:pathLst>
                <a:path w="8329" h="1308" extrusionOk="0">
                  <a:moveTo>
                    <a:pt x="1" y="0"/>
                  </a:moveTo>
                  <a:lnTo>
                    <a:pt x="973" y="1307"/>
                  </a:lnTo>
                  <a:lnTo>
                    <a:pt x="7356" y="1307"/>
                  </a:lnTo>
                  <a:lnTo>
                    <a:pt x="83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62"/>
            <p:cNvSpPr/>
            <p:nvPr/>
          </p:nvSpPr>
          <p:spPr>
            <a:xfrm>
              <a:off x="2467050" y="4119300"/>
              <a:ext cx="544100" cy="9125"/>
            </a:xfrm>
            <a:custGeom>
              <a:avLst/>
              <a:gdLst/>
              <a:ahLst/>
              <a:cxnLst/>
              <a:rect l="l" t="t" r="r" b="b"/>
              <a:pathLst>
                <a:path w="21764" h="365" extrusionOk="0">
                  <a:moveTo>
                    <a:pt x="0" y="0"/>
                  </a:moveTo>
                  <a:lnTo>
                    <a:pt x="0" y="365"/>
                  </a:lnTo>
                  <a:lnTo>
                    <a:pt x="21763" y="365"/>
                  </a:lnTo>
                  <a:lnTo>
                    <a:pt x="217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62"/>
            <p:cNvSpPr/>
            <p:nvPr/>
          </p:nvSpPr>
          <p:spPr>
            <a:xfrm>
              <a:off x="2634975" y="4129175"/>
              <a:ext cx="208225" cy="31925"/>
            </a:xfrm>
            <a:custGeom>
              <a:avLst/>
              <a:gdLst/>
              <a:ahLst/>
              <a:cxnLst/>
              <a:rect l="l" t="t" r="r" b="b"/>
              <a:pathLst>
                <a:path w="8329" h="1277" extrusionOk="0">
                  <a:moveTo>
                    <a:pt x="1" y="0"/>
                  </a:moveTo>
                  <a:lnTo>
                    <a:pt x="973" y="1277"/>
                  </a:lnTo>
                  <a:lnTo>
                    <a:pt x="7356" y="1277"/>
                  </a:lnTo>
                  <a:lnTo>
                    <a:pt x="83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62"/>
            <p:cNvSpPr/>
            <p:nvPr/>
          </p:nvSpPr>
          <p:spPr>
            <a:xfrm>
              <a:off x="1144075" y="2836600"/>
              <a:ext cx="2823025" cy="100325"/>
            </a:xfrm>
            <a:custGeom>
              <a:avLst/>
              <a:gdLst/>
              <a:ahLst/>
              <a:cxnLst/>
              <a:rect l="l" t="t" r="r" b="b"/>
              <a:pathLst>
                <a:path w="112921" h="4013" extrusionOk="0">
                  <a:moveTo>
                    <a:pt x="2006" y="0"/>
                  </a:moveTo>
                  <a:cubicBezTo>
                    <a:pt x="912" y="0"/>
                    <a:pt x="0" y="882"/>
                    <a:pt x="31" y="2006"/>
                  </a:cubicBezTo>
                  <a:cubicBezTo>
                    <a:pt x="31" y="3101"/>
                    <a:pt x="912" y="4013"/>
                    <a:pt x="2006" y="4013"/>
                  </a:cubicBezTo>
                  <a:lnTo>
                    <a:pt x="110945" y="4013"/>
                  </a:lnTo>
                  <a:cubicBezTo>
                    <a:pt x="112039" y="3982"/>
                    <a:pt x="112920" y="3101"/>
                    <a:pt x="112920" y="2006"/>
                  </a:cubicBezTo>
                  <a:cubicBezTo>
                    <a:pt x="112920" y="882"/>
                    <a:pt x="112039" y="0"/>
                    <a:pt x="1109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62"/>
            <p:cNvSpPr/>
            <p:nvPr/>
          </p:nvSpPr>
          <p:spPr>
            <a:xfrm>
              <a:off x="634975" y="2836600"/>
              <a:ext cx="3013000" cy="100325"/>
            </a:xfrm>
            <a:custGeom>
              <a:avLst/>
              <a:gdLst/>
              <a:ahLst/>
              <a:cxnLst/>
              <a:rect l="l" t="t" r="r" b="b"/>
              <a:pathLst>
                <a:path w="120520" h="4013" extrusionOk="0">
                  <a:moveTo>
                    <a:pt x="2007" y="0"/>
                  </a:moveTo>
                  <a:cubicBezTo>
                    <a:pt x="882" y="0"/>
                    <a:pt x="1" y="882"/>
                    <a:pt x="1" y="2006"/>
                  </a:cubicBezTo>
                  <a:cubicBezTo>
                    <a:pt x="1" y="3101"/>
                    <a:pt x="882" y="3982"/>
                    <a:pt x="2007" y="4013"/>
                  </a:cubicBezTo>
                  <a:lnTo>
                    <a:pt x="118513" y="4013"/>
                  </a:lnTo>
                  <a:cubicBezTo>
                    <a:pt x="119608" y="4013"/>
                    <a:pt x="120520" y="3101"/>
                    <a:pt x="120520" y="2006"/>
                  </a:cubicBezTo>
                  <a:cubicBezTo>
                    <a:pt x="120520" y="882"/>
                    <a:pt x="119608" y="0"/>
                    <a:pt x="1185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62"/>
            <p:cNvSpPr/>
            <p:nvPr/>
          </p:nvSpPr>
          <p:spPr>
            <a:xfrm>
              <a:off x="2691200" y="2936150"/>
              <a:ext cx="1224225" cy="1407325"/>
            </a:xfrm>
            <a:custGeom>
              <a:avLst/>
              <a:gdLst/>
              <a:ahLst/>
              <a:cxnLst/>
              <a:rect l="l" t="t" r="r" b="b"/>
              <a:pathLst>
                <a:path w="48969" h="56293" extrusionOk="0">
                  <a:moveTo>
                    <a:pt x="6506" y="0"/>
                  </a:moveTo>
                  <a:cubicBezTo>
                    <a:pt x="5928" y="0"/>
                    <a:pt x="5442" y="456"/>
                    <a:pt x="5381" y="1034"/>
                  </a:cubicBezTo>
                  <a:lnTo>
                    <a:pt x="62" y="55047"/>
                  </a:lnTo>
                  <a:cubicBezTo>
                    <a:pt x="1" y="55654"/>
                    <a:pt x="457" y="56232"/>
                    <a:pt x="1095" y="56293"/>
                  </a:cubicBezTo>
                  <a:lnTo>
                    <a:pt x="1186" y="56293"/>
                  </a:lnTo>
                  <a:cubicBezTo>
                    <a:pt x="1764" y="56293"/>
                    <a:pt x="2281" y="55837"/>
                    <a:pt x="2341" y="55259"/>
                  </a:cubicBezTo>
                  <a:lnTo>
                    <a:pt x="7539" y="2310"/>
                  </a:lnTo>
                  <a:lnTo>
                    <a:pt x="46689" y="2310"/>
                  </a:lnTo>
                  <a:lnTo>
                    <a:pt x="46689" y="55138"/>
                  </a:lnTo>
                  <a:cubicBezTo>
                    <a:pt x="46689" y="55898"/>
                    <a:pt x="47259" y="56278"/>
                    <a:pt x="47829" y="56278"/>
                  </a:cubicBezTo>
                  <a:cubicBezTo>
                    <a:pt x="48398" y="56278"/>
                    <a:pt x="48968" y="55898"/>
                    <a:pt x="48968" y="55138"/>
                  </a:cubicBezTo>
                  <a:lnTo>
                    <a:pt x="48968" y="1155"/>
                  </a:lnTo>
                  <a:cubicBezTo>
                    <a:pt x="48968" y="517"/>
                    <a:pt x="48452" y="0"/>
                    <a:pt x="478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62"/>
            <p:cNvSpPr/>
            <p:nvPr/>
          </p:nvSpPr>
          <p:spPr>
            <a:xfrm>
              <a:off x="580275" y="2936150"/>
              <a:ext cx="1224200" cy="1407325"/>
            </a:xfrm>
            <a:custGeom>
              <a:avLst/>
              <a:gdLst/>
              <a:ahLst/>
              <a:cxnLst/>
              <a:rect l="l" t="t" r="r" b="b"/>
              <a:pathLst>
                <a:path w="48968" h="56293" extrusionOk="0">
                  <a:moveTo>
                    <a:pt x="6505" y="0"/>
                  </a:moveTo>
                  <a:cubicBezTo>
                    <a:pt x="5927" y="0"/>
                    <a:pt x="5441" y="456"/>
                    <a:pt x="5380" y="1034"/>
                  </a:cubicBezTo>
                  <a:lnTo>
                    <a:pt x="61" y="55047"/>
                  </a:lnTo>
                  <a:cubicBezTo>
                    <a:pt x="0" y="55654"/>
                    <a:pt x="456" y="56232"/>
                    <a:pt x="1064" y="56293"/>
                  </a:cubicBezTo>
                  <a:lnTo>
                    <a:pt x="1186" y="56293"/>
                  </a:lnTo>
                  <a:cubicBezTo>
                    <a:pt x="1763" y="56293"/>
                    <a:pt x="2280" y="55837"/>
                    <a:pt x="2310" y="55259"/>
                  </a:cubicBezTo>
                  <a:lnTo>
                    <a:pt x="7538" y="2310"/>
                  </a:lnTo>
                  <a:lnTo>
                    <a:pt x="46688" y="2310"/>
                  </a:lnTo>
                  <a:lnTo>
                    <a:pt x="46688" y="55138"/>
                  </a:lnTo>
                  <a:cubicBezTo>
                    <a:pt x="46688" y="55898"/>
                    <a:pt x="47258" y="56278"/>
                    <a:pt x="47828" y="56278"/>
                  </a:cubicBezTo>
                  <a:cubicBezTo>
                    <a:pt x="48398" y="56278"/>
                    <a:pt x="48968" y="55898"/>
                    <a:pt x="48968" y="55138"/>
                  </a:cubicBezTo>
                  <a:lnTo>
                    <a:pt x="48968" y="1155"/>
                  </a:lnTo>
                  <a:cubicBezTo>
                    <a:pt x="48968" y="517"/>
                    <a:pt x="48451" y="0"/>
                    <a:pt x="478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62"/>
            <p:cNvSpPr/>
            <p:nvPr/>
          </p:nvSpPr>
          <p:spPr>
            <a:xfrm>
              <a:off x="3473900" y="3382200"/>
              <a:ext cx="636050" cy="961275"/>
            </a:xfrm>
            <a:custGeom>
              <a:avLst/>
              <a:gdLst/>
              <a:ahLst/>
              <a:cxnLst/>
              <a:rect l="l" t="t" r="r" b="b"/>
              <a:pathLst>
                <a:path w="25442" h="38451" extrusionOk="0">
                  <a:moveTo>
                    <a:pt x="0" y="0"/>
                  </a:moveTo>
                  <a:lnTo>
                    <a:pt x="0" y="38451"/>
                  </a:lnTo>
                  <a:lnTo>
                    <a:pt x="25442" y="38451"/>
                  </a:lnTo>
                  <a:lnTo>
                    <a:pt x="254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62"/>
            <p:cNvSpPr/>
            <p:nvPr/>
          </p:nvSpPr>
          <p:spPr>
            <a:xfrm>
              <a:off x="3692000" y="3429300"/>
              <a:ext cx="370075" cy="866300"/>
            </a:xfrm>
            <a:custGeom>
              <a:avLst/>
              <a:gdLst/>
              <a:ahLst/>
              <a:cxnLst/>
              <a:rect l="l" t="t" r="r" b="b"/>
              <a:pathLst>
                <a:path w="14803" h="34652" extrusionOk="0">
                  <a:moveTo>
                    <a:pt x="0" y="1"/>
                  </a:moveTo>
                  <a:lnTo>
                    <a:pt x="0" y="34652"/>
                  </a:lnTo>
                  <a:lnTo>
                    <a:pt x="14803" y="34652"/>
                  </a:lnTo>
                  <a:lnTo>
                    <a:pt x="148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62"/>
            <p:cNvSpPr/>
            <p:nvPr/>
          </p:nvSpPr>
          <p:spPr>
            <a:xfrm>
              <a:off x="3710975" y="3448300"/>
              <a:ext cx="332100" cy="828300"/>
            </a:xfrm>
            <a:custGeom>
              <a:avLst/>
              <a:gdLst/>
              <a:ahLst/>
              <a:cxnLst/>
              <a:rect l="l" t="t" r="r" b="b"/>
              <a:pathLst>
                <a:path w="13284" h="33132" extrusionOk="0">
                  <a:moveTo>
                    <a:pt x="1" y="1"/>
                  </a:moveTo>
                  <a:lnTo>
                    <a:pt x="1" y="33132"/>
                  </a:lnTo>
                  <a:lnTo>
                    <a:pt x="13284" y="33132"/>
                  </a:lnTo>
                  <a:lnTo>
                    <a:pt x="132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62"/>
            <p:cNvSpPr/>
            <p:nvPr/>
          </p:nvSpPr>
          <p:spPr>
            <a:xfrm>
              <a:off x="3198825" y="3382200"/>
              <a:ext cx="439225" cy="961275"/>
            </a:xfrm>
            <a:custGeom>
              <a:avLst/>
              <a:gdLst/>
              <a:ahLst/>
              <a:cxnLst/>
              <a:rect l="l" t="t" r="r" b="b"/>
              <a:pathLst>
                <a:path w="17569" h="38451" extrusionOk="0">
                  <a:moveTo>
                    <a:pt x="0" y="0"/>
                  </a:moveTo>
                  <a:lnTo>
                    <a:pt x="0" y="38451"/>
                  </a:lnTo>
                  <a:lnTo>
                    <a:pt x="17569" y="38451"/>
                  </a:lnTo>
                  <a:lnTo>
                    <a:pt x="175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62"/>
            <p:cNvSpPr/>
            <p:nvPr/>
          </p:nvSpPr>
          <p:spPr>
            <a:xfrm>
              <a:off x="3246700" y="3429300"/>
              <a:ext cx="343475" cy="866300"/>
            </a:xfrm>
            <a:custGeom>
              <a:avLst/>
              <a:gdLst/>
              <a:ahLst/>
              <a:cxnLst/>
              <a:rect l="l" t="t" r="r" b="b"/>
              <a:pathLst>
                <a:path w="13739" h="34652" extrusionOk="0">
                  <a:moveTo>
                    <a:pt x="0" y="1"/>
                  </a:moveTo>
                  <a:lnTo>
                    <a:pt x="0" y="34652"/>
                  </a:lnTo>
                  <a:lnTo>
                    <a:pt x="13739" y="34652"/>
                  </a:lnTo>
                  <a:lnTo>
                    <a:pt x="1373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62"/>
            <p:cNvSpPr/>
            <p:nvPr/>
          </p:nvSpPr>
          <p:spPr>
            <a:xfrm>
              <a:off x="3280125" y="3512900"/>
              <a:ext cx="276625" cy="16750"/>
            </a:xfrm>
            <a:custGeom>
              <a:avLst/>
              <a:gdLst/>
              <a:ahLst/>
              <a:cxnLst/>
              <a:rect l="l" t="t" r="r" b="b"/>
              <a:pathLst>
                <a:path w="11065" h="670" extrusionOk="0">
                  <a:moveTo>
                    <a:pt x="1" y="0"/>
                  </a:moveTo>
                  <a:lnTo>
                    <a:pt x="1" y="669"/>
                  </a:lnTo>
                  <a:lnTo>
                    <a:pt x="11065" y="669"/>
                  </a:lnTo>
                  <a:lnTo>
                    <a:pt x="110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62"/>
            <p:cNvSpPr/>
            <p:nvPr/>
          </p:nvSpPr>
          <p:spPr>
            <a:xfrm>
              <a:off x="3280125" y="3575200"/>
              <a:ext cx="276625" cy="16750"/>
            </a:xfrm>
            <a:custGeom>
              <a:avLst/>
              <a:gdLst/>
              <a:ahLst/>
              <a:cxnLst/>
              <a:rect l="l" t="t" r="r" b="b"/>
              <a:pathLst>
                <a:path w="11065" h="670" extrusionOk="0">
                  <a:moveTo>
                    <a:pt x="1" y="1"/>
                  </a:moveTo>
                  <a:lnTo>
                    <a:pt x="1" y="670"/>
                  </a:lnTo>
                  <a:lnTo>
                    <a:pt x="11065" y="670"/>
                  </a:lnTo>
                  <a:lnTo>
                    <a:pt x="110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62"/>
            <p:cNvSpPr/>
            <p:nvPr/>
          </p:nvSpPr>
          <p:spPr>
            <a:xfrm>
              <a:off x="3362200" y="3686900"/>
              <a:ext cx="98800" cy="84800"/>
            </a:xfrm>
            <a:custGeom>
              <a:avLst/>
              <a:gdLst/>
              <a:ahLst/>
              <a:cxnLst/>
              <a:rect l="l" t="t" r="r" b="b"/>
              <a:pathLst>
                <a:path w="3952" h="3392" extrusionOk="0">
                  <a:moveTo>
                    <a:pt x="2250" y="1"/>
                  </a:moveTo>
                  <a:cubicBezTo>
                    <a:pt x="730" y="1"/>
                    <a:pt x="0" y="1825"/>
                    <a:pt x="1064" y="2889"/>
                  </a:cubicBezTo>
                  <a:cubicBezTo>
                    <a:pt x="1401" y="3236"/>
                    <a:pt x="1823" y="3392"/>
                    <a:pt x="2239" y="3392"/>
                  </a:cubicBezTo>
                  <a:cubicBezTo>
                    <a:pt x="3097" y="3392"/>
                    <a:pt x="3931" y="2727"/>
                    <a:pt x="3952" y="1703"/>
                  </a:cubicBezTo>
                  <a:cubicBezTo>
                    <a:pt x="3952" y="761"/>
                    <a:pt x="3192" y="1"/>
                    <a:pt x="22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62"/>
            <p:cNvSpPr/>
            <p:nvPr/>
          </p:nvSpPr>
          <p:spPr>
            <a:xfrm>
              <a:off x="3397150" y="3708200"/>
              <a:ext cx="42575" cy="42575"/>
            </a:xfrm>
            <a:custGeom>
              <a:avLst/>
              <a:gdLst/>
              <a:ahLst/>
              <a:cxnLst/>
              <a:rect l="l" t="t" r="r" b="b"/>
              <a:pathLst>
                <a:path w="1703" h="1703" extrusionOk="0">
                  <a:moveTo>
                    <a:pt x="852" y="0"/>
                  </a:moveTo>
                  <a:cubicBezTo>
                    <a:pt x="365" y="0"/>
                    <a:pt x="0" y="395"/>
                    <a:pt x="0" y="851"/>
                  </a:cubicBezTo>
                  <a:cubicBezTo>
                    <a:pt x="0" y="1337"/>
                    <a:pt x="365" y="1702"/>
                    <a:pt x="852" y="1702"/>
                  </a:cubicBezTo>
                  <a:cubicBezTo>
                    <a:pt x="1338" y="1702"/>
                    <a:pt x="1703" y="1337"/>
                    <a:pt x="1703" y="851"/>
                  </a:cubicBezTo>
                  <a:cubicBezTo>
                    <a:pt x="1703" y="395"/>
                    <a:pt x="1338" y="0"/>
                    <a:pt x="8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62"/>
            <p:cNvSpPr/>
            <p:nvPr/>
          </p:nvSpPr>
          <p:spPr>
            <a:xfrm>
              <a:off x="867500" y="3384475"/>
              <a:ext cx="508400" cy="959000"/>
            </a:xfrm>
            <a:custGeom>
              <a:avLst/>
              <a:gdLst/>
              <a:ahLst/>
              <a:cxnLst/>
              <a:rect l="l" t="t" r="r" b="b"/>
              <a:pathLst>
                <a:path w="20336" h="38360" extrusionOk="0">
                  <a:moveTo>
                    <a:pt x="1" y="1"/>
                  </a:moveTo>
                  <a:lnTo>
                    <a:pt x="1" y="38360"/>
                  </a:lnTo>
                  <a:lnTo>
                    <a:pt x="20335" y="38360"/>
                  </a:lnTo>
                  <a:lnTo>
                    <a:pt x="203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62"/>
            <p:cNvSpPr/>
            <p:nvPr/>
          </p:nvSpPr>
          <p:spPr>
            <a:xfrm>
              <a:off x="1057475" y="3437675"/>
              <a:ext cx="265225" cy="852625"/>
            </a:xfrm>
            <a:custGeom>
              <a:avLst/>
              <a:gdLst/>
              <a:ahLst/>
              <a:cxnLst/>
              <a:rect l="l" t="t" r="r" b="b"/>
              <a:pathLst>
                <a:path w="10609" h="34105" extrusionOk="0">
                  <a:moveTo>
                    <a:pt x="1" y="0"/>
                  </a:moveTo>
                  <a:lnTo>
                    <a:pt x="1" y="34104"/>
                  </a:lnTo>
                  <a:lnTo>
                    <a:pt x="10609" y="34104"/>
                  </a:lnTo>
                  <a:lnTo>
                    <a:pt x="106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62"/>
            <p:cNvSpPr/>
            <p:nvPr/>
          </p:nvSpPr>
          <p:spPr>
            <a:xfrm>
              <a:off x="647900" y="3384475"/>
              <a:ext cx="350325" cy="959000"/>
            </a:xfrm>
            <a:custGeom>
              <a:avLst/>
              <a:gdLst/>
              <a:ahLst/>
              <a:cxnLst/>
              <a:rect l="l" t="t" r="r" b="b"/>
              <a:pathLst>
                <a:path w="14013" h="38360" extrusionOk="0">
                  <a:moveTo>
                    <a:pt x="0" y="1"/>
                  </a:moveTo>
                  <a:lnTo>
                    <a:pt x="0" y="38360"/>
                  </a:lnTo>
                  <a:lnTo>
                    <a:pt x="14013" y="38360"/>
                  </a:lnTo>
                  <a:lnTo>
                    <a:pt x="140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62"/>
            <p:cNvSpPr/>
            <p:nvPr/>
          </p:nvSpPr>
          <p:spPr>
            <a:xfrm>
              <a:off x="685125" y="3422475"/>
              <a:ext cx="275100" cy="883000"/>
            </a:xfrm>
            <a:custGeom>
              <a:avLst/>
              <a:gdLst/>
              <a:ahLst/>
              <a:cxnLst/>
              <a:rect l="l" t="t" r="r" b="b"/>
              <a:pathLst>
                <a:path w="11004" h="35320" extrusionOk="0">
                  <a:moveTo>
                    <a:pt x="1" y="0"/>
                  </a:moveTo>
                  <a:lnTo>
                    <a:pt x="1" y="35320"/>
                  </a:lnTo>
                  <a:lnTo>
                    <a:pt x="11004" y="35320"/>
                  </a:lnTo>
                  <a:lnTo>
                    <a:pt x="11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62"/>
            <p:cNvSpPr/>
            <p:nvPr/>
          </p:nvSpPr>
          <p:spPr>
            <a:xfrm>
              <a:off x="712475" y="3422475"/>
              <a:ext cx="221175" cy="41825"/>
            </a:xfrm>
            <a:custGeom>
              <a:avLst/>
              <a:gdLst/>
              <a:ahLst/>
              <a:cxnLst/>
              <a:rect l="l" t="t" r="r" b="b"/>
              <a:pathLst>
                <a:path w="8847" h="1673" extrusionOk="0">
                  <a:moveTo>
                    <a:pt x="1" y="0"/>
                  </a:moveTo>
                  <a:cubicBezTo>
                    <a:pt x="1" y="912"/>
                    <a:pt x="730" y="1672"/>
                    <a:pt x="1673" y="1672"/>
                  </a:cubicBezTo>
                  <a:lnTo>
                    <a:pt x="7174" y="1672"/>
                  </a:lnTo>
                  <a:cubicBezTo>
                    <a:pt x="8117" y="1672"/>
                    <a:pt x="8846" y="912"/>
                    <a:pt x="88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62"/>
            <p:cNvSpPr/>
            <p:nvPr/>
          </p:nvSpPr>
          <p:spPr>
            <a:xfrm>
              <a:off x="2065050" y="2803925"/>
              <a:ext cx="245475" cy="31925"/>
            </a:xfrm>
            <a:custGeom>
              <a:avLst/>
              <a:gdLst/>
              <a:ahLst/>
              <a:cxnLst/>
              <a:rect l="l" t="t" r="r" b="b"/>
              <a:pathLst>
                <a:path w="9819" h="1125" extrusionOk="0">
                  <a:moveTo>
                    <a:pt x="1" y="0"/>
                  </a:moveTo>
                  <a:lnTo>
                    <a:pt x="1" y="1125"/>
                  </a:lnTo>
                  <a:lnTo>
                    <a:pt x="9819" y="1125"/>
                  </a:lnTo>
                  <a:lnTo>
                    <a:pt x="98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1" name="Google Shape;1671;p62"/>
          <p:cNvSpPr/>
          <p:nvPr/>
        </p:nvSpPr>
        <p:spPr>
          <a:xfrm rot="10800000">
            <a:off x="4499813" y="31956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Rectangle 100"/>
          <p:cNvSpPr/>
          <p:nvPr/>
        </p:nvSpPr>
        <p:spPr>
          <a:xfrm>
            <a:off x="5029200" y="1352550"/>
            <a:ext cx="3352800" cy="1938992"/>
          </a:xfrm>
          <a:prstGeom prst="rect">
            <a:avLst/>
          </a:prstGeom>
        </p:spPr>
        <p:txBody>
          <a:bodyPr wrap="square">
            <a:spAutoFit/>
          </a:bodyPr>
          <a:lstStyle/>
          <a:p>
            <a:r>
              <a:rPr lang="en-US" sz="4000" dirty="0" smtClean="0">
                <a:solidFill>
                  <a:schemeClr val="accent6"/>
                </a:solidFill>
                <a:latin typeface="Saira SemiCondensed ExtraBold" charset="0"/>
              </a:rPr>
              <a:t>     SOURCE</a:t>
            </a:r>
          </a:p>
          <a:p>
            <a:r>
              <a:rPr lang="en" sz="4000" dirty="0" smtClean="0">
                <a:solidFill>
                  <a:schemeClr val="accent6"/>
                </a:solidFill>
                <a:latin typeface="Saira SemiCondensed ExtraBold" charset="0"/>
              </a:rPr>
              <a:t>    CODE AND</a:t>
            </a:r>
          </a:p>
          <a:p>
            <a:r>
              <a:rPr lang="en" sz="4000" dirty="0" smtClean="0">
                <a:latin typeface="Saira SemiCondensed ExtraBold" charset="0"/>
              </a:rPr>
              <a:t>   </a:t>
            </a:r>
            <a:r>
              <a:rPr lang="en" sz="4000" dirty="0" smtClean="0">
                <a:solidFill>
                  <a:schemeClr val="accent4">
                    <a:lumMod val="60000"/>
                    <a:lumOff val="40000"/>
                  </a:schemeClr>
                </a:solidFill>
                <a:latin typeface="Saira SemiCondensed ExtraBold" charset="0"/>
              </a:rPr>
              <a:t>GAMEPLAY</a:t>
            </a:r>
            <a:endParaRPr lang="en-IN" sz="4000" dirty="0">
              <a:solidFill>
                <a:schemeClr val="accent4">
                  <a:lumMod val="60000"/>
                  <a:lumOff val="40000"/>
                </a:schemeClr>
              </a:solidFill>
              <a:latin typeface="Saira SemiCondensed ExtraBold" charset="0"/>
            </a:endParaRPr>
          </a:p>
        </p:txBody>
      </p:sp>
      <p:sp>
        <p:nvSpPr>
          <p:cNvPr id="102" name="Rectangle 101"/>
          <p:cNvSpPr/>
          <p:nvPr/>
        </p:nvSpPr>
        <p:spPr>
          <a:xfrm>
            <a:off x="5029200" y="3409950"/>
            <a:ext cx="3645550" cy="307777"/>
          </a:xfrm>
          <a:prstGeom prst="rect">
            <a:avLst/>
          </a:prstGeom>
        </p:spPr>
        <p:txBody>
          <a:bodyPr wrap="none">
            <a:spAutoFit/>
          </a:bodyPr>
          <a:lstStyle/>
          <a:p>
            <a:r>
              <a:rPr lang="en" dirty="0" smtClean="0">
                <a:solidFill>
                  <a:schemeClr val="accent6"/>
                </a:solidFill>
                <a:latin typeface="Sora" charset="0"/>
                <a:cs typeface="Sora" charset="0"/>
              </a:rPr>
              <a:t>Please refer to our program and game </a:t>
            </a:r>
            <a:endParaRPr lang="en-US" dirty="0">
              <a:solidFill>
                <a:schemeClr val="accent6"/>
              </a:solidFill>
              <a:latin typeface="Sora" charset="0"/>
              <a:cs typeface="Sora"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885950"/>
            <a:ext cx="5770800" cy="1608300"/>
          </a:xfrm>
        </p:spPr>
        <p:txBody>
          <a:bodyPr/>
          <a:lstStyle/>
          <a:p>
            <a:pPr algn="ctr"/>
            <a:r>
              <a:rPr lang="en" sz="6600" dirty="0" smtClean="0"/>
              <a:t>	CONCLUSION</a:t>
            </a:r>
            <a:endParaRPr lang="en-US" sz="6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62"/>
        <p:cNvGrpSpPr/>
        <p:nvPr/>
      </p:nvGrpSpPr>
      <p:grpSpPr>
        <a:xfrm>
          <a:off x="0" y="0"/>
          <a:ext cx="0" cy="0"/>
          <a:chOff x="0" y="0"/>
          <a:chExt cx="0" cy="0"/>
        </a:xfrm>
      </p:grpSpPr>
      <p:sp>
        <p:nvSpPr>
          <p:cNvPr id="6" name="Rectangle 5"/>
          <p:cNvSpPr/>
          <p:nvPr/>
        </p:nvSpPr>
        <p:spPr>
          <a:xfrm>
            <a:off x="838200" y="742950"/>
            <a:ext cx="1633781" cy="461665"/>
          </a:xfrm>
          <a:prstGeom prst="rect">
            <a:avLst/>
          </a:prstGeom>
        </p:spPr>
        <p:txBody>
          <a:bodyPr wrap="none">
            <a:spAutoFit/>
          </a:bodyPr>
          <a:lstStyle/>
          <a:p>
            <a:r>
              <a:rPr lang="en" sz="2400" dirty="0" smtClean="0">
                <a:solidFill>
                  <a:schemeClr val="accent6"/>
                </a:solidFill>
                <a:latin typeface="Saira SemiCondensed ExtraBold" charset="0"/>
              </a:rPr>
              <a:t>COCLUSION</a:t>
            </a:r>
            <a:endParaRPr lang="en-US" sz="2400" dirty="0">
              <a:solidFill>
                <a:schemeClr val="accent6"/>
              </a:solidFill>
              <a:latin typeface="Saira SemiCondensed ExtraBold" charset="0"/>
            </a:endParaRPr>
          </a:p>
        </p:txBody>
      </p:sp>
      <p:sp>
        <p:nvSpPr>
          <p:cNvPr id="7" name="Rectangle 6"/>
          <p:cNvSpPr/>
          <p:nvPr/>
        </p:nvSpPr>
        <p:spPr>
          <a:xfrm>
            <a:off x="914400" y="1504950"/>
            <a:ext cx="4330032" cy="2831544"/>
          </a:xfrm>
          <a:prstGeom prst="rect">
            <a:avLst/>
          </a:prstGeom>
        </p:spPr>
        <p:txBody>
          <a:bodyPr wrap="none">
            <a:spAutoFit/>
          </a:bodyPr>
          <a:lstStyle/>
          <a:p>
            <a:pPr marL="342900" lvl="0" indent="-342900">
              <a:spcAft>
                <a:spcPts val="1600"/>
              </a:spcAft>
              <a:buAutoNum type="arabicPeriod"/>
            </a:pPr>
            <a:r>
              <a:rPr lang="en-US" dirty="0" smtClean="0">
                <a:solidFill>
                  <a:schemeClr val="accent6"/>
                </a:solidFill>
              </a:rPr>
              <a:t>Accessible </a:t>
            </a:r>
            <a:r>
              <a:rPr lang="en-US" dirty="0" smtClean="0">
                <a:solidFill>
                  <a:schemeClr val="accent6"/>
                </a:solidFill>
              </a:rPr>
              <a:t>to every age </a:t>
            </a:r>
            <a:r>
              <a:rPr lang="en-US" dirty="0" smtClean="0">
                <a:solidFill>
                  <a:schemeClr val="accent6"/>
                </a:solidFill>
              </a:rPr>
              <a:t>group</a:t>
            </a:r>
          </a:p>
          <a:p>
            <a:pPr marL="342900" indent="-342900">
              <a:spcAft>
                <a:spcPts val="1600"/>
              </a:spcAft>
              <a:buFont typeface="Arial"/>
              <a:buAutoNum type="arabicPeriod"/>
            </a:pPr>
            <a:r>
              <a:rPr lang="en-US" dirty="0" smtClean="0">
                <a:solidFill>
                  <a:schemeClr val="accent6"/>
                </a:solidFill>
              </a:rPr>
              <a:t>Addictive and Interesting</a:t>
            </a:r>
          </a:p>
          <a:p>
            <a:pPr marL="342900" indent="-342900" algn="ctr">
              <a:spcAft>
                <a:spcPts val="1600"/>
              </a:spcAft>
              <a:buFont typeface="Arial"/>
              <a:buAutoNum type="arabicPeriod"/>
            </a:pPr>
            <a:r>
              <a:rPr lang="en-US" dirty="0" smtClean="0">
                <a:solidFill>
                  <a:schemeClr val="accent6"/>
                </a:solidFill>
              </a:rPr>
              <a:t>Gives basic Idea about gaming from young age.</a:t>
            </a:r>
          </a:p>
          <a:p>
            <a:pPr marL="342900" indent="-342900">
              <a:spcAft>
                <a:spcPts val="1600"/>
              </a:spcAft>
              <a:buFont typeface="Arial"/>
              <a:buAutoNum type="arabicPeriod"/>
            </a:pPr>
            <a:r>
              <a:rPr lang="en-US" dirty="0" smtClean="0">
                <a:solidFill>
                  <a:schemeClr val="accent6"/>
                </a:solidFill>
              </a:rPr>
              <a:t>No specific software and hardware is required.</a:t>
            </a:r>
          </a:p>
          <a:p>
            <a:pPr marL="342900" indent="-342900">
              <a:spcAft>
                <a:spcPts val="1600"/>
              </a:spcAft>
              <a:buFont typeface="Arial"/>
              <a:buAutoNum type="arabicPeriod"/>
            </a:pPr>
            <a:r>
              <a:rPr lang="en-US" dirty="0" smtClean="0">
                <a:solidFill>
                  <a:schemeClr val="accent6"/>
                </a:solidFill>
              </a:rPr>
              <a:t>Easy to play with simple controls.</a:t>
            </a:r>
          </a:p>
          <a:p>
            <a:pPr marL="342900" indent="-342900">
              <a:spcAft>
                <a:spcPts val="1600"/>
              </a:spcAft>
              <a:buFont typeface="Arial"/>
              <a:buAutoNum type="arabicPeriod"/>
            </a:pPr>
            <a:r>
              <a:rPr lang="en-US" dirty="0" smtClean="0">
                <a:solidFill>
                  <a:schemeClr val="accent6"/>
                </a:solidFill>
              </a:rPr>
              <a:t>Gaming helps improving IQ.</a:t>
            </a:r>
          </a:p>
          <a:p>
            <a:pPr marL="342900" lvl="0" indent="-342900" algn="ctr">
              <a:spcAft>
                <a:spcPts val="1600"/>
              </a:spcAft>
              <a:buAutoNum type="arabicPeriod"/>
            </a:pPr>
            <a:endParaRPr lang="en-US" dirty="0">
              <a:solidFill>
                <a:schemeClr val="accent6"/>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 sz="4000" dirty="0" smtClean="0"/>
              <a:t>References</a:t>
            </a:r>
            <a:endParaRPr lang="en-US" sz="4000" dirty="0"/>
          </a:p>
        </p:txBody>
      </p:sp>
      <p:sp>
        <p:nvSpPr>
          <p:cNvPr id="3" name="Subtitle 2"/>
          <p:cNvSpPr>
            <a:spLocks noGrp="1"/>
          </p:cNvSpPr>
          <p:nvPr>
            <p:ph type="subTitle" idx="1"/>
          </p:nvPr>
        </p:nvSpPr>
        <p:spPr>
          <a:xfrm>
            <a:off x="1039324" y="2109200"/>
            <a:ext cx="6275876" cy="1376950"/>
          </a:xfrm>
        </p:spPr>
        <p:txBody>
          <a:bodyPr/>
          <a:lstStyle/>
          <a:p>
            <a:r>
              <a:rPr lang="en-US" dirty="0" smtClean="0">
                <a:hlinkClick r:id="rId2"/>
              </a:rPr>
              <a:t>https://www.edureka.co/blog/snake-game-with-pygame</a:t>
            </a:r>
            <a:r>
              <a:rPr lang="en-US" dirty="0" smtClean="0">
                <a:hlinkClick r:id="rId2"/>
              </a:rPr>
              <a:t>/</a:t>
            </a:r>
            <a:endParaRPr lang="en-US" dirty="0" smtClean="0"/>
          </a:p>
          <a:p>
            <a:endParaRPr lang="en-US" dirty="0" smtClean="0"/>
          </a:p>
          <a:p>
            <a:pPr lvl="0"/>
            <a:r>
              <a:rPr lang="en-IN" dirty="0" smtClean="0">
                <a:hlinkClick r:id="rId3"/>
              </a:rPr>
              <a:t>https://www.youtube.com/@CodeWithHarry</a:t>
            </a:r>
            <a:endParaRPr lang="en-IN" dirty="0" smtClean="0"/>
          </a:p>
          <a:p>
            <a:endParaRPr lang="en-US"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 dirty="0" smtClean="0">
                <a:solidFill>
                  <a:schemeClr val="accent4"/>
                </a:solidFill>
              </a:rPr>
              <a:t>Thanks!</a:t>
            </a:r>
            <a:endParaRPr lang="en-US" dirty="0">
              <a:solidFill>
                <a:schemeClr val="accent4"/>
              </a:solidFill>
            </a:endParaRPr>
          </a:p>
        </p:txBody>
      </p:sp>
      <p:sp>
        <p:nvSpPr>
          <p:cNvPr id="3" name="Subtitle 2"/>
          <p:cNvSpPr>
            <a:spLocks noGrp="1"/>
          </p:cNvSpPr>
          <p:nvPr>
            <p:ph type="subTitle" idx="1"/>
          </p:nvPr>
        </p:nvSpPr>
        <p:spPr>
          <a:xfrm>
            <a:off x="914400" y="1885950"/>
            <a:ext cx="3882000" cy="279600"/>
          </a:xfrm>
        </p:spPr>
        <p:txBody>
          <a:bodyPr/>
          <a:lstStyle/>
          <a:p>
            <a:pPr marL="0" lvl="0" indent="0">
              <a:buSzPts val="1100"/>
            </a:pPr>
            <a:r>
              <a:rPr lang="en-US" dirty="0" smtClean="0"/>
              <a:t>Do you have any questions?</a:t>
            </a:r>
          </a:p>
          <a:p>
            <a:pPr marL="0" lvl="0" indent="0">
              <a:buSzPts val="1100"/>
            </a:pPr>
            <a:endParaRPr lang="en-US" sz="1200" dirty="0" smtClean="0"/>
          </a:p>
          <a:p>
            <a:endParaRPr lang="en-US" dirty="0"/>
          </a:p>
        </p:txBody>
      </p:sp>
      <p:grpSp>
        <p:nvGrpSpPr>
          <p:cNvPr id="4" name="Google Shape;4939;p84"/>
          <p:cNvGrpSpPr/>
          <p:nvPr/>
        </p:nvGrpSpPr>
        <p:grpSpPr>
          <a:xfrm>
            <a:off x="5105666" y="521709"/>
            <a:ext cx="4551732" cy="5143454"/>
            <a:chOff x="5029600" y="439924"/>
            <a:chExt cx="4690089" cy="5299798"/>
          </a:xfrm>
        </p:grpSpPr>
        <p:grpSp>
          <p:nvGrpSpPr>
            <p:cNvPr id="5" name="Google Shape;4940;p84"/>
            <p:cNvGrpSpPr/>
            <p:nvPr/>
          </p:nvGrpSpPr>
          <p:grpSpPr>
            <a:xfrm>
              <a:off x="5029600" y="439924"/>
              <a:ext cx="4091940" cy="4869539"/>
              <a:chOff x="5029600" y="439924"/>
              <a:chExt cx="4091940" cy="4869539"/>
            </a:xfrm>
          </p:grpSpPr>
          <p:sp>
            <p:nvSpPr>
              <p:cNvPr id="7" name="Google Shape;4941;p84"/>
              <p:cNvSpPr/>
              <p:nvPr/>
            </p:nvSpPr>
            <p:spPr>
              <a:xfrm>
                <a:off x="6211466" y="2908532"/>
                <a:ext cx="649116" cy="781048"/>
              </a:xfrm>
              <a:custGeom>
                <a:avLst/>
                <a:gdLst/>
                <a:ahLst/>
                <a:cxnLst/>
                <a:rect l="l" t="t" r="r" b="b"/>
                <a:pathLst>
                  <a:path w="10342" h="12444" extrusionOk="0">
                    <a:moveTo>
                      <a:pt x="4871" y="1"/>
                    </a:moveTo>
                    <a:cubicBezTo>
                      <a:pt x="4871" y="1"/>
                      <a:pt x="5838" y="868"/>
                      <a:pt x="5071" y="3437"/>
                    </a:cubicBezTo>
                    <a:cubicBezTo>
                      <a:pt x="4337" y="6005"/>
                      <a:pt x="0" y="9174"/>
                      <a:pt x="0" y="9174"/>
                    </a:cubicBezTo>
                    <a:cubicBezTo>
                      <a:pt x="3703" y="9841"/>
                      <a:pt x="3670" y="10542"/>
                      <a:pt x="4337" y="12443"/>
                    </a:cubicBezTo>
                    <a:lnTo>
                      <a:pt x="10341" y="10075"/>
                    </a:lnTo>
                    <a:cubicBezTo>
                      <a:pt x="9407" y="8540"/>
                      <a:pt x="8807" y="6872"/>
                      <a:pt x="8540" y="5104"/>
                    </a:cubicBezTo>
                    <a:cubicBezTo>
                      <a:pt x="8173" y="2403"/>
                      <a:pt x="4871" y="1"/>
                      <a:pt x="4871" y="1"/>
                    </a:cubicBezTo>
                    <a:close/>
                  </a:path>
                </a:pathLst>
              </a:custGeom>
              <a:solidFill>
                <a:srgbClr val="F1C9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942;p84"/>
              <p:cNvSpPr/>
              <p:nvPr/>
            </p:nvSpPr>
            <p:spPr>
              <a:xfrm>
                <a:off x="5834625" y="2812188"/>
                <a:ext cx="833331" cy="683762"/>
              </a:xfrm>
              <a:custGeom>
                <a:avLst/>
                <a:gdLst/>
                <a:ahLst/>
                <a:cxnLst/>
                <a:rect l="l" t="t" r="r" b="b"/>
                <a:pathLst>
                  <a:path w="13277" h="10894" extrusionOk="0">
                    <a:moveTo>
                      <a:pt x="6233" y="1"/>
                    </a:moveTo>
                    <a:cubicBezTo>
                      <a:pt x="3574" y="1"/>
                      <a:pt x="1428" y="1539"/>
                      <a:pt x="801" y="4104"/>
                    </a:cubicBezTo>
                    <a:cubicBezTo>
                      <a:pt x="0" y="7240"/>
                      <a:pt x="1268" y="9775"/>
                      <a:pt x="4770" y="10676"/>
                    </a:cubicBezTo>
                    <a:cubicBezTo>
                      <a:pt x="5359" y="10823"/>
                      <a:pt x="5948" y="10893"/>
                      <a:pt x="6523" y="10893"/>
                    </a:cubicBezTo>
                    <a:cubicBezTo>
                      <a:pt x="9340" y="10893"/>
                      <a:pt x="11844" y="9210"/>
                      <a:pt x="12509" y="6606"/>
                    </a:cubicBezTo>
                    <a:cubicBezTo>
                      <a:pt x="13276" y="3470"/>
                      <a:pt x="11542" y="1135"/>
                      <a:pt x="8073" y="235"/>
                    </a:cubicBezTo>
                    <a:cubicBezTo>
                      <a:pt x="7441" y="77"/>
                      <a:pt x="6825" y="1"/>
                      <a:pt x="6233" y="1"/>
                    </a:cubicBezTo>
                    <a:close/>
                  </a:path>
                </a:pathLst>
              </a:custGeom>
              <a:solidFill>
                <a:srgbClr val="E0B2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943;p84"/>
              <p:cNvSpPr/>
              <p:nvPr/>
            </p:nvSpPr>
            <p:spPr>
              <a:xfrm>
                <a:off x="5943459" y="2368377"/>
                <a:ext cx="584217" cy="1381897"/>
              </a:xfrm>
              <a:custGeom>
                <a:avLst/>
                <a:gdLst/>
                <a:ahLst/>
                <a:cxnLst/>
                <a:rect l="l" t="t" r="r" b="b"/>
                <a:pathLst>
                  <a:path w="9308" h="22017" extrusionOk="0">
                    <a:moveTo>
                      <a:pt x="4504" y="1"/>
                    </a:moveTo>
                    <a:lnTo>
                      <a:pt x="1" y="20982"/>
                    </a:lnTo>
                    <a:lnTo>
                      <a:pt x="4804" y="22016"/>
                    </a:lnTo>
                    <a:lnTo>
                      <a:pt x="9307" y="1035"/>
                    </a:lnTo>
                    <a:lnTo>
                      <a:pt x="45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944;p84"/>
              <p:cNvSpPr/>
              <p:nvPr/>
            </p:nvSpPr>
            <p:spPr>
              <a:xfrm>
                <a:off x="5943459" y="2368377"/>
                <a:ext cx="584217" cy="1381897"/>
              </a:xfrm>
              <a:custGeom>
                <a:avLst/>
                <a:gdLst/>
                <a:ahLst/>
                <a:cxnLst/>
                <a:rect l="l" t="t" r="r" b="b"/>
                <a:pathLst>
                  <a:path w="9308" h="22017" extrusionOk="0">
                    <a:moveTo>
                      <a:pt x="1" y="20982"/>
                    </a:moveTo>
                    <a:lnTo>
                      <a:pt x="3070" y="21649"/>
                    </a:lnTo>
                    <a:lnTo>
                      <a:pt x="3071" y="21643"/>
                    </a:lnTo>
                    <a:lnTo>
                      <a:pt x="3071" y="21643"/>
                    </a:lnTo>
                    <a:lnTo>
                      <a:pt x="1" y="20982"/>
                    </a:lnTo>
                    <a:close/>
                    <a:moveTo>
                      <a:pt x="4504" y="1"/>
                    </a:moveTo>
                    <a:lnTo>
                      <a:pt x="3103" y="6572"/>
                    </a:lnTo>
                    <a:lnTo>
                      <a:pt x="6172" y="7272"/>
                    </a:lnTo>
                    <a:lnTo>
                      <a:pt x="3071" y="21643"/>
                    </a:lnTo>
                    <a:lnTo>
                      <a:pt x="3071" y="21643"/>
                    </a:lnTo>
                    <a:lnTo>
                      <a:pt x="4804" y="22016"/>
                    </a:lnTo>
                    <a:lnTo>
                      <a:pt x="9307" y="1035"/>
                    </a:lnTo>
                    <a:lnTo>
                      <a:pt x="45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945;p84"/>
              <p:cNvSpPr/>
              <p:nvPr/>
            </p:nvSpPr>
            <p:spPr>
              <a:xfrm>
                <a:off x="5891113" y="3224679"/>
                <a:ext cx="376967" cy="253445"/>
              </a:xfrm>
              <a:custGeom>
                <a:avLst/>
                <a:gdLst/>
                <a:ahLst/>
                <a:cxnLst/>
                <a:rect l="l" t="t" r="r" b="b"/>
                <a:pathLst>
                  <a:path w="6006" h="4038" extrusionOk="0">
                    <a:moveTo>
                      <a:pt x="1902" y="1"/>
                    </a:moveTo>
                    <a:cubicBezTo>
                      <a:pt x="1168" y="1"/>
                      <a:pt x="1" y="1969"/>
                      <a:pt x="101" y="2603"/>
                    </a:cubicBezTo>
                    <a:cubicBezTo>
                      <a:pt x="232" y="3256"/>
                      <a:pt x="1067" y="4038"/>
                      <a:pt x="3077" y="4038"/>
                    </a:cubicBezTo>
                    <a:cubicBezTo>
                      <a:pt x="3118" y="4038"/>
                      <a:pt x="3160" y="4038"/>
                      <a:pt x="3203" y="4037"/>
                    </a:cubicBezTo>
                    <a:cubicBezTo>
                      <a:pt x="5338" y="3970"/>
                      <a:pt x="6005" y="3937"/>
                      <a:pt x="5972" y="3303"/>
                    </a:cubicBezTo>
                    <a:cubicBezTo>
                      <a:pt x="5905" y="2669"/>
                      <a:pt x="5338" y="2269"/>
                      <a:pt x="3737" y="1969"/>
                    </a:cubicBezTo>
                    <a:cubicBezTo>
                      <a:pt x="2136" y="1635"/>
                      <a:pt x="2202" y="1602"/>
                      <a:pt x="2369" y="968"/>
                    </a:cubicBezTo>
                    <a:cubicBezTo>
                      <a:pt x="2536" y="301"/>
                      <a:pt x="2636" y="34"/>
                      <a:pt x="1902" y="1"/>
                    </a:cubicBezTo>
                    <a:close/>
                  </a:path>
                </a:pathLst>
              </a:custGeom>
              <a:solidFill>
                <a:srgbClr val="DCAC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946;p84"/>
              <p:cNvSpPr/>
              <p:nvPr/>
            </p:nvSpPr>
            <p:spPr>
              <a:xfrm>
                <a:off x="5815795" y="3080194"/>
                <a:ext cx="435526" cy="285330"/>
              </a:xfrm>
              <a:custGeom>
                <a:avLst/>
                <a:gdLst/>
                <a:ahLst/>
                <a:cxnLst/>
                <a:rect l="l" t="t" r="r" b="b"/>
                <a:pathLst>
                  <a:path w="6939" h="4546" extrusionOk="0">
                    <a:moveTo>
                      <a:pt x="2083" y="1"/>
                    </a:moveTo>
                    <a:cubicBezTo>
                      <a:pt x="1249" y="1"/>
                      <a:pt x="1" y="2275"/>
                      <a:pt x="133" y="3003"/>
                    </a:cubicBezTo>
                    <a:cubicBezTo>
                      <a:pt x="291" y="3730"/>
                      <a:pt x="1226" y="4546"/>
                      <a:pt x="3363" y="4546"/>
                    </a:cubicBezTo>
                    <a:cubicBezTo>
                      <a:pt x="3484" y="4546"/>
                      <a:pt x="3608" y="4543"/>
                      <a:pt x="3736" y="4538"/>
                    </a:cubicBezTo>
                    <a:cubicBezTo>
                      <a:pt x="6138" y="4404"/>
                      <a:pt x="6938" y="4338"/>
                      <a:pt x="6838" y="3637"/>
                    </a:cubicBezTo>
                    <a:cubicBezTo>
                      <a:pt x="6771" y="2903"/>
                      <a:pt x="6104" y="2470"/>
                      <a:pt x="4270" y="2136"/>
                    </a:cubicBezTo>
                    <a:cubicBezTo>
                      <a:pt x="2435" y="1836"/>
                      <a:pt x="2502" y="1802"/>
                      <a:pt x="2668" y="1035"/>
                    </a:cubicBezTo>
                    <a:cubicBezTo>
                      <a:pt x="2835" y="301"/>
                      <a:pt x="2935" y="1"/>
                      <a:pt x="2101" y="1"/>
                    </a:cubicBezTo>
                    <a:cubicBezTo>
                      <a:pt x="2095" y="1"/>
                      <a:pt x="2089" y="1"/>
                      <a:pt x="2083" y="1"/>
                    </a:cubicBezTo>
                    <a:close/>
                  </a:path>
                </a:pathLst>
              </a:custGeom>
              <a:solidFill>
                <a:srgbClr val="F1C9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947;p84"/>
              <p:cNvSpPr/>
              <p:nvPr/>
            </p:nvSpPr>
            <p:spPr>
              <a:xfrm>
                <a:off x="5845232" y="2948137"/>
                <a:ext cx="420714" cy="296690"/>
              </a:xfrm>
              <a:custGeom>
                <a:avLst/>
                <a:gdLst/>
                <a:ahLst/>
                <a:cxnLst/>
                <a:rect l="l" t="t" r="r" b="b"/>
                <a:pathLst>
                  <a:path w="6703" h="4727" extrusionOk="0">
                    <a:moveTo>
                      <a:pt x="2308" y="0"/>
                    </a:moveTo>
                    <a:cubicBezTo>
                      <a:pt x="1463" y="0"/>
                      <a:pt x="0" y="2056"/>
                      <a:pt x="98" y="2806"/>
                    </a:cubicBezTo>
                    <a:cubicBezTo>
                      <a:pt x="198" y="3573"/>
                      <a:pt x="1132" y="4540"/>
                      <a:pt x="3500" y="4674"/>
                    </a:cubicBezTo>
                    <a:cubicBezTo>
                      <a:pt x="4208" y="4703"/>
                      <a:pt x="4776" y="4727"/>
                      <a:pt x="5226" y="4727"/>
                    </a:cubicBezTo>
                    <a:cubicBezTo>
                      <a:pt x="6304" y="4727"/>
                      <a:pt x="6703" y="4591"/>
                      <a:pt x="6703" y="4073"/>
                    </a:cubicBezTo>
                    <a:cubicBezTo>
                      <a:pt x="6703" y="3373"/>
                      <a:pt x="6069" y="2872"/>
                      <a:pt x="4301" y="2372"/>
                    </a:cubicBezTo>
                    <a:cubicBezTo>
                      <a:pt x="2500" y="1872"/>
                      <a:pt x="2566" y="1838"/>
                      <a:pt x="2800" y="1104"/>
                    </a:cubicBezTo>
                    <a:cubicBezTo>
                      <a:pt x="3033" y="370"/>
                      <a:pt x="3167" y="104"/>
                      <a:pt x="2366" y="4"/>
                    </a:cubicBezTo>
                    <a:cubicBezTo>
                      <a:pt x="2347" y="1"/>
                      <a:pt x="2328" y="0"/>
                      <a:pt x="2308" y="0"/>
                    </a:cubicBezTo>
                    <a:close/>
                  </a:path>
                </a:pathLst>
              </a:custGeom>
              <a:solidFill>
                <a:srgbClr val="DCAC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948;p84"/>
              <p:cNvSpPr/>
              <p:nvPr/>
            </p:nvSpPr>
            <p:spPr>
              <a:xfrm>
                <a:off x="6159120" y="2864534"/>
                <a:ext cx="573735" cy="578819"/>
              </a:xfrm>
              <a:custGeom>
                <a:avLst/>
                <a:gdLst/>
                <a:ahLst/>
                <a:cxnLst/>
                <a:rect l="l" t="t" r="r" b="b"/>
                <a:pathLst>
                  <a:path w="9141" h="9222" extrusionOk="0">
                    <a:moveTo>
                      <a:pt x="4180" y="0"/>
                    </a:moveTo>
                    <a:cubicBezTo>
                      <a:pt x="3173" y="0"/>
                      <a:pt x="2426" y="580"/>
                      <a:pt x="1368" y="668"/>
                    </a:cubicBezTo>
                    <a:cubicBezTo>
                      <a:pt x="167" y="768"/>
                      <a:pt x="0" y="1769"/>
                      <a:pt x="1235" y="2270"/>
                    </a:cubicBezTo>
                    <a:cubicBezTo>
                      <a:pt x="1492" y="2383"/>
                      <a:pt x="1784" y="2420"/>
                      <a:pt x="2088" y="2420"/>
                    </a:cubicBezTo>
                    <a:cubicBezTo>
                      <a:pt x="2661" y="2420"/>
                      <a:pt x="3276" y="2287"/>
                      <a:pt x="3773" y="2287"/>
                    </a:cubicBezTo>
                    <a:cubicBezTo>
                      <a:pt x="3865" y="2287"/>
                      <a:pt x="3953" y="2292"/>
                      <a:pt x="4037" y="2303"/>
                    </a:cubicBezTo>
                    <a:cubicBezTo>
                      <a:pt x="4437" y="2370"/>
                      <a:pt x="4670" y="2803"/>
                      <a:pt x="4804" y="2970"/>
                    </a:cubicBezTo>
                    <a:cubicBezTo>
                      <a:pt x="5171" y="3504"/>
                      <a:pt x="4137" y="3537"/>
                      <a:pt x="3770" y="4905"/>
                    </a:cubicBezTo>
                    <a:cubicBezTo>
                      <a:pt x="3436" y="6106"/>
                      <a:pt x="3603" y="7340"/>
                      <a:pt x="4203" y="8407"/>
                    </a:cubicBezTo>
                    <a:cubicBezTo>
                      <a:pt x="4502" y="8945"/>
                      <a:pt x="5420" y="9221"/>
                      <a:pt x="6225" y="9221"/>
                    </a:cubicBezTo>
                    <a:cubicBezTo>
                      <a:pt x="6767" y="9221"/>
                      <a:pt x="7258" y="9096"/>
                      <a:pt x="7472" y="8841"/>
                    </a:cubicBezTo>
                    <a:cubicBezTo>
                      <a:pt x="8040" y="8174"/>
                      <a:pt x="8840" y="5438"/>
                      <a:pt x="8840" y="5438"/>
                    </a:cubicBezTo>
                    <a:cubicBezTo>
                      <a:pt x="8873" y="4304"/>
                      <a:pt x="9140" y="2937"/>
                      <a:pt x="7573" y="1469"/>
                    </a:cubicBezTo>
                    <a:cubicBezTo>
                      <a:pt x="6005" y="35"/>
                      <a:pt x="5871" y="235"/>
                      <a:pt x="4604" y="35"/>
                    </a:cubicBezTo>
                    <a:cubicBezTo>
                      <a:pt x="4457" y="11"/>
                      <a:pt x="4316" y="0"/>
                      <a:pt x="4180" y="0"/>
                    </a:cubicBezTo>
                    <a:close/>
                  </a:path>
                </a:pathLst>
              </a:custGeom>
              <a:solidFill>
                <a:srgbClr val="F1C9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949;p84"/>
              <p:cNvSpPr/>
              <p:nvPr/>
            </p:nvSpPr>
            <p:spPr>
              <a:xfrm>
                <a:off x="5895318" y="2798003"/>
                <a:ext cx="404144" cy="336169"/>
              </a:xfrm>
              <a:custGeom>
                <a:avLst/>
                <a:gdLst/>
                <a:ahLst/>
                <a:cxnLst/>
                <a:rect l="l" t="t" r="r" b="b"/>
                <a:pathLst>
                  <a:path w="6439" h="5356" extrusionOk="0">
                    <a:moveTo>
                      <a:pt x="2658" y="0"/>
                    </a:moveTo>
                    <a:cubicBezTo>
                      <a:pt x="1785" y="0"/>
                      <a:pt x="129" y="1614"/>
                      <a:pt x="67" y="2329"/>
                    </a:cubicBezTo>
                    <a:cubicBezTo>
                      <a:pt x="0" y="3096"/>
                      <a:pt x="701" y="4230"/>
                      <a:pt x="3036" y="4831"/>
                    </a:cubicBezTo>
                    <a:cubicBezTo>
                      <a:pt x="4307" y="5157"/>
                      <a:pt x="5113" y="5356"/>
                      <a:pt x="5606" y="5356"/>
                    </a:cubicBezTo>
                    <a:cubicBezTo>
                      <a:pt x="6018" y="5356"/>
                      <a:pt x="6211" y="5217"/>
                      <a:pt x="6272" y="4897"/>
                    </a:cubicBezTo>
                    <a:cubicBezTo>
                      <a:pt x="6438" y="4197"/>
                      <a:pt x="5938" y="3563"/>
                      <a:pt x="4237" y="2729"/>
                    </a:cubicBezTo>
                    <a:cubicBezTo>
                      <a:pt x="2569" y="1895"/>
                      <a:pt x="2669" y="1895"/>
                      <a:pt x="3036" y="1195"/>
                    </a:cubicBezTo>
                    <a:cubicBezTo>
                      <a:pt x="3436" y="494"/>
                      <a:pt x="3636" y="261"/>
                      <a:pt x="2836" y="27"/>
                    </a:cubicBezTo>
                    <a:cubicBezTo>
                      <a:pt x="2781" y="9"/>
                      <a:pt x="2722" y="0"/>
                      <a:pt x="2658" y="0"/>
                    </a:cubicBezTo>
                    <a:close/>
                  </a:path>
                </a:pathLst>
              </a:custGeom>
              <a:solidFill>
                <a:srgbClr val="F1C9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950;p84"/>
              <p:cNvSpPr/>
              <p:nvPr/>
            </p:nvSpPr>
            <p:spPr>
              <a:xfrm>
                <a:off x="5029600" y="651065"/>
                <a:ext cx="788328" cy="1311224"/>
              </a:xfrm>
              <a:custGeom>
                <a:avLst/>
                <a:gdLst/>
                <a:ahLst/>
                <a:cxnLst/>
                <a:rect l="l" t="t" r="r" b="b"/>
                <a:pathLst>
                  <a:path w="12560" h="20891" extrusionOk="0">
                    <a:moveTo>
                      <a:pt x="6509" y="2923"/>
                    </a:moveTo>
                    <a:cubicBezTo>
                      <a:pt x="8259" y="2923"/>
                      <a:pt x="10098" y="4479"/>
                      <a:pt x="10458" y="6313"/>
                    </a:cubicBezTo>
                    <a:lnTo>
                      <a:pt x="9090" y="15887"/>
                    </a:lnTo>
                    <a:cubicBezTo>
                      <a:pt x="7322" y="11750"/>
                      <a:pt x="2519" y="10917"/>
                      <a:pt x="3353" y="6213"/>
                    </a:cubicBezTo>
                    <a:cubicBezTo>
                      <a:pt x="3887" y="3830"/>
                      <a:pt x="5172" y="2923"/>
                      <a:pt x="6509" y="2923"/>
                    </a:cubicBezTo>
                    <a:close/>
                    <a:moveTo>
                      <a:pt x="6211" y="1"/>
                    </a:moveTo>
                    <a:cubicBezTo>
                      <a:pt x="4058" y="1"/>
                      <a:pt x="1986" y="1465"/>
                      <a:pt x="1118" y="5312"/>
                    </a:cubicBezTo>
                    <a:cubicBezTo>
                      <a:pt x="0" y="11599"/>
                      <a:pt x="5248" y="13603"/>
                      <a:pt x="8648" y="18008"/>
                    </a:cubicBezTo>
                    <a:lnTo>
                      <a:pt x="8648" y="18008"/>
                    </a:lnTo>
                    <a:lnTo>
                      <a:pt x="10358" y="20890"/>
                    </a:lnTo>
                    <a:lnTo>
                      <a:pt x="12559" y="5446"/>
                    </a:lnTo>
                    <a:cubicBezTo>
                      <a:pt x="11974" y="2499"/>
                      <a:pt x="9023" y="1"/>
                      <a:pt x="621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951;p84"/>
              <p:cNvSpPr/>
              <p:nvPr/>
            </p:nvSpPr>
            <p:spPr>
              <a:xfrm>
                <a:off x="5518477" y="666254"/>
                <a:ext cx="301523" cy="1296034"/>
              </a:xfrm>
              <a:custGeom>
                <a:avLst/>
                <a:gdLst/>
                <a:ahLst/>
                <a:cxnLst/>
                <a:rect l="l" t="t" r="r" b="b"/>
                <a:pathLst>
                  <a:path w="4804" h="20649" extrusionOk="0">
                    <a:moveTo>
                      <a:pt x="0" y="0"/>
                    </a:moveTo>
                    <a:lnTo>
                      <a:pt x="0" y="0"/>
                    </a:lnTo>
                    <a:cubicBezTo>
                      <a:pt x="1701" y="1001"/>
                      <a:pt x="2902" y="2635"/>
                      <a:pt x="3336" y="4537"/>
                    </a:cubicBezTo>
                    <a:lnTo>
                      <a:pt x="1334" y="18580"/>
                    </a:lnTo>
                    <a:lnTo>
                      <a:pt x="2602" y="20648"/>
                    </a:lnTo>
                    <a:lnTo>
                      <a:pt x="4804" y="5204"/>
                    </a:lnTo>
                    <a:cubicBezTo>
                      <a:pt x="4203" y="2735"/>
                      <a:pt x="2402" y="767"/>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952;p84"/>
              <p:cNvSpPr/>
              <p:nvPr/>
            </p:nvSpPr>
            <p:spPr>
              <a:xfrm>
                <a:off x="5097637" y="793667"/>
                <a:ext cx="425045" cy="814752"/>
              </a:xfrm>
              <a:custGeom>
                <a:avLst/>
                <a:gdLst/>
                <a:ahLst/>
                <a:cxnLst/>
                <a:rect l="l" t="t" r="r" b="b"/>
                <a:pathLst>
                  <a:path w="6772" h="12981" extrusionOk="0">
                    <a:moveTo>
                      <a:pt x="4000" y="1"/>
                    </a:moveTo>
                    <a:cubicBezTo>
                      <a:pt x="2661" y="1"/>
                      <a:pt x="1373" y="918"/>
                      <a:pt x="834" y="3307"/>
                    </a:cubicBezTo>
                    <a:cubicBezTo>
                      <a:pt x="0" y="7977"/>
                      <a:pt x="4804" y="8845"/>
                      <a:pt x="6572" y="12981"/>
                    </a:cubicBezTo>
                    <a:lnTo>
                      <a:pt x="6772" y="11613"/>
                    </a:lnTo>
                    <a:cubicBezTo>
                      <a:pt x="4670" y="9045"/>
                      <a:pt x="1602" y="7744"/>
                      <a:pt x="2269" y="3941"/>
                    </a:cubicBezTo>
                    <a:cubicBezTo>
                      <a:pt x="2810" y="1549"/>
                      <a:pt x="4105" y="664"/>
                      <a:pt x="5447" y="664"/>
                    </a:cubicBezTo>
                    <a:cubicBezTo>
                      <a:pt x="5677" y="664"/>
                      <a:pt x="5909" y="690"/>
                      <a:pt x="6138" y="739"/>
                    </a:cubicBezTo>
                    <a:cubicBezTo>
                      <a:pt x="5488" y="278"/>
                      <a:pt x="4736" y="1"/>
                      <a:pt x="40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953;p84"/>
              <p:cNvSpPr/>
              <p:nvPr/>
            </p:nvSpPr>
            <p:spPr>
              <a:xfrm>
                <a:off x="7205978" y="1172077"/>
                <a:ext cx="996206" cy="1118912"/>
              </a:xfrm>
              <a:custGeom>
                <a:avLst/>
                <a:gdLst/>
                <a:ahLst/>
                <a:cxnLst/>
                <a:rect l="l" t="t" r="r" b="b"/>
                <a:pathLst>
                  <a:path w="15872" h="17827" extrusionOk="0">
                    <a:moveTo>
                      <a:pt x="9458" y="2732"/>
                    </a:moveTo>
                    <a:cubicBezTo>
                      <a:pt x="11366" y="2732"/>
                      <a:pt x="13076" y="4062"/>
                      <a:pt x="12409" y="7319"/>
                    </a:cubicBezTo>
                    <a:cubicBezTo>
                      <a:pt x="11241" y="11922"/>
                      <a:pt x="6505" y="10755"/>
                      <a:pt x="3202" y="13790"/>
                    </a:cubicBezTo>
                    <a:lnTo>
                      <a:pt x="5904" y="4484"/>
                    </a:lnTo>
                    <a:cubicBezTo>
                      <a:pt x="6687" y="3384"/>
                      <a:pt x="8121" y="2732"/>
                      <a:pt x="9458" y="2732"/>
                    </a:cubicBezTo>
                    <a:close/>
                    <a:moveTo>
                      <a:pt x="10018" y="0"/>
                    </a:moveTo>
                    <a:cubicBezTo>
                      <a:pt x="7867" y="0"/>
                      <a:pt x="5564" y="1047"/>
                      <a:pt x="4303" y="2816"/>
                    </a:cubicBezTo>
                    <a:lnTo>
                      <a:pt x="0" y="17826"/>
                    </a:lnTo>
                    <a:cubicBezTo>
                      <a:pt x="5304" y="12923"/>
                      <a:pt x="12909" y="14824"/>
                      <a:pt x="14811" y="7419"/>
                    </a:cubicBezTo>
                    <a:cubicBezTo>
                      <a:pt x="15872" y="2153"/>
                      <a:pt x="13101" y="0"/>
                      <a:pt x="100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954;p84"/>
              <p:cNvSpPr/>
              <p:nvPr/>
            </p:nvSpPr>
            <p:spPr>
              <a:xfrm>
                <a:off x="7205978" y="1175027"/>
                <a:ext cx="992440" cy="1115962"/>
              </a:xfrm>
              <a:custGeom>
                <a:avLst/>
                <a:gdLst/>
                <a:ahLst/>
                <a:cxnLst/>
                <a:rect l="l" t="t" r="r" b="b"/>
                <a:pathLst>
                  <a:path w="15812" h="17780" extrusionOk="0">
                    <a:moveTo>
                      <a:pt x="10608" y="0"/>
                    </a:moveTo>
                    <a:cubicBezTo>
                      <a:pt x="12542" y="901"/>
                      <a:pt x="13777" y="3069"/>
                      <a:pt x="13009" y="6905"/>
                    </a:cubicBezTo>
                    <a:cubicBezTo>
                      <a:pt x="11408" y="13243"/>
                      <a:pt x="5604" y="12776"/>
                      <a:pt x="634" y="15544"/>
                    </a:cubicBezTo>
                    <a:lnTo>
                      <a:pt x="0" y="17779"/>
                    </a:lnTo>
                    <a:cubicBezTo>
                      <a:pt x="5304" y="12876"/>
                      <a:pt x="12909" y="14777"/>
                      <a:pt x="14811" y="7372"/>
                    </a:cubicBezTo>
                    <a:cubicBezTo>
                      <a:pt x="15811" y="2435"/>
                      <a:pt x="13443" y="234"/>
                      <a:pt x="106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955;p84"/>
              <p:cNvSpPr/>
              <p:nvPr/>
            </p:nvSpPr>
            <p:spPr>
              <a:xfrm>
                <a:off x="7293912" y="1313863"/>
                <a:ext cx="502497" cy="694495"/>
              </a:xfrm>
              <a:custGeom>
                <a:avLst/>
                <a:gdLst/>
                <a:ahLst/>
                <a:cxnLst/>
                <a:rect l="l" t="t" r="r" b="b"/>
                <a:pathLst>
                  <a:path w="8006" h="11065" extrusionOk="0">
                    <a:moveTo>
                      <a:pt x="6256" y="0"/>
                    </a:moveTo>
                    <a:cubicBezTo>
                      <a:pt x="4917" y="0"/>
                      <a:pt x="3472" y="648"/>
                      <a:pt x="2702" y="1758"/>
                    </a:cubicBezTo>
                    <a:lnTo>
                      <a:pt x="0" y="11064"/>
                    </a:lnTo>
                    <a:cubicBezTo>
                      <a:pt x="701" y="10430"/>
                      <a:pt x="1501" y="9930"/>
                      <a:pt x="2368" y="9563"/>
                    </a:cubicBezTo>
                    <a:lnTo>
                      <a:pt x="4503" y="2225"/>
                    </a:lnTo>
                    <a:cubicBezTo>
                      <a:pt x="5337" y="1124"/>
                      <a:pt x="6638" y="490"/>
                      <a:pt x="8006" y="457"/>
                    </a:cubicBezTo>
                    <a:cubicBezTo>
                      <a:pt x="7502" y="146"/>
                      <a:pt x="6891" y="0"/>
                      <a:pt x="62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956;p84"/>
              <p:cNvSpPr/>
              <p:nvPr/>
            </p:nvSpPr>
            <p:spPr>
              <a:xfrm>
                <a:off x="5482889" y="530117"/>
                <a:ext cx="2342829" cy="1976784"/>
              </a:xfrm>
              <a:custGeom>
                <a:avLst/>
                <a:gdLst/>
                <a:ahLst/>
                <a:cxnLst/>
                <a:rect l="l" t="t" r="r" b="b"/>
                <a:pathLst>
                  <a:path w="37327" h="31495" extrusionOk="0">
                    <a:moveTo>
                      <a:pt x="2368" y="1"/>
                    </a:moveTo>
                    <a:lnTo>
                      <a:pt x="2368" y="1"/>
                    </a:lnTo>
                    <a:cubicBezTo>
                      <a:pt x="2835" y="3937"/>
                      <a:pt x="2635" y="7907"/>
                      <a:pt x="1835" y="11743"/>
                    </a:cubicBezTo>
                    <a:cubicBezTo>
                      <a:pt x="0" y="20349"/>
                      <a:pt x="4337" y="28988"/>
                      <a:pt x="14010" y="31090"/>
                    </a:cubicBezTo>
                    <a:cubicBezTo>
                      <a:pt x="15289" y="31364"/>
                      <a:pt x="16530" y="31495"/>
                      <a:pt x="17725" y="31495"/>
                    </a:cubicBezTo>
                    <a:cubicBezTo>
                      <a:pt x="25541" y="31495"/>
                      <a:pt x="31399" y="25912"/>
                      <a:pt x="32990" y="18448"/>
                    </a:cubicBezTo>
                    <a:cubicBezTo>
                      <a:pt x="33758" y="14545"/>
                      <a:pt x="35225" y="10842"/>
                      <a:pt x="37327" y="7506"/>
                    </a:cubicBezTo>
                    <a:lnTo>
                      <a:pt x="23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957;p84"/>
              <p:cNvSpPr/>
              <p:nvPr/>
            </p:nvSpPr>
            <p:spPr>
              <a:xfrm>
                <a:off x="5623169" y="942608"/>
                <a:ext cx="2202549" cy="1564292"/>
              </a:xfrm>
              <a:custGeom>
                <a:avLst/>
                <a:gdLst/>
                <a:ahLst/>
                <a:cxnLst/>
                <a:rect l="l" t="t" r="r" b="b"/>
                <a:pathLst>
                  <a:path w="35092" h="24923" extrusionOk="0">
                    <a:moveTo>
                      <a:pt x="30789" y="0"/>
                    </a:moveTo>
                    <a:cubicBezTo>
                      <a:pt x="29721" y="2335"/>
                      <a:pt x="28921" y="4804"/>
                      <a:pt x="28387" y="7339"/>
                    </a:cubicBezTo>
                    <a:cubicBezTo>
                      <a:pt x="26796" y="14804"/>
                      <a:pt x="20938" y="20386"/>
                      <a:pt x="13122" y="20386"/>
                    </a:cubicBezTo>
                    <a:cubicBezTo>
                      <a:pt x="11926" y="20386"/>
                      <a:pt x="10685" y="20256"/>
                      <a:pt x="9407" y="19981"/>
                    </a:cubicBezTo>
                    <a:cubicBezTo>
                      <a:pt x="5270" y="19114"/>
                      <a:pt x="2135" y="17013"/>
                      <a:pt x="0" y="14277"/>
                    </a:cubicBezTo>
                    <a:lnTo>
                      <a:pt x="0" y="14277"/>
                    </a:lnTo>
                    <a:cubicBezTo>
                      <a:pt x="1635" y="19214"/>
                      <a:pt x="5604" y="23184"/>
                      <a:pt x="11775" y="24518"/>
                    </a:cubicBezTo>
                    <a:cubicBezTo>
                      <a:pt x="13054" y="24792"/>
                      <a:pt x="14295" y="24923"/>
                      <a:pt x="15490" y="24923"/>
                    </a:cubicBezTo>
                    <a:cubicBezTo>
                      <a:pt x="23306" y="24923"/>
                      <a:pt x="29164" y="19340"/>
                      <a:pt x="30755" y="11876"/>
                    </a:cubicBezTo>
                    <a:cubicBezTo>
                      <a:pt x="31523" y="7973"/>
                      <a:pt x="32990" y="4270"/>
                      <a:pt x="35092" y="934"/>
                    </a:cubicBezTo>
                    <a:lnTo>
                      <a:pt x="3078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958;p84"/>
              <p:cNvSpPr/>
              <p:nvPr/>
            </p:nvSpPr>
            <p:spPr>
              <a:xfrm>
                <a:off x="5474479" y="439924"/>
                <a:ext cx="2487314" cy="708115"/>
              </a:xfrm>
              <a:custGeom>
                <a:avLst/>
                <a:gdLst/>
                <a:ahLst/>
                <a:cxnLst/>
                <a:rect l="l" t="t" r="r" b="b"/>
                <a:pathLst>
                  <a:path w="39629" h="11282" extrusionOk="0">
                    <a:moveTo>
                      <a:pt x="1998" y="0"/>
                    </a:moveTo>
                    <a:cubicBezTo>
                      <a:pt x="1139" y="0"/>
                      <a:pt x="376" y="591"/>
                      <a:pt x="201" y="1438"/>
                    </a:cubicBezTo>
                    <a:cubicBezTo>
                      <a:pt x="1" y="2405"/>
                      <a:pt x="601" y="3373"/>
                      <a:pt x="1602" y="3573"/>
                    </a:cubicBezTo>
                    <a:lnTo>
                      <a:pt x="37261" y="11245"/>
                    </a:lnTo>
                    <a:cubicBezTo>
                      <a:pt x="37381" y="11270"/>
                      <a:pt x="37502" y="11282"/>
                      <a:pt x="37621" y="11282"/>
                    </a:cubicBezTo>
                    <a:cubicBezTo>
                      <a:pt x="38457" y="11282"/>
                      <a:pt x="39220" y="10691"/>
                      <a:pt x="39395" y="9844"/>
                    </a:cubicBezTo>
                    <a:cubicBezTo>
                      <a:pt x="39629" y="8877"/>
                      <a:pt x="38995" y="7909"/>
                      <a:pt x="38028" y="7709"/>
                    </a:cubicBezTo>
                    <a:lnTo>
                      <a:pt x="2369" y="37"/>
                    </a:lnTo>
                    <a:cubicBezTo>
                      <a:pt x="2244" y="12"/>
                      <a:pt x="2120" y="0"/>
                      <a:pt x="199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959;p84"/>
              <p:cNvSpPr/>
              <p:nvPr/>
            </p:nvSpPr>
            <p:spPr>
              <a:xfrm>
                <a:off x="5484961" y="561563"/>
                <a:ext cx="2474761" cy="586476"/>
              </a:xfrm>
              <a:custGeom>
                <a:avLst/>
                <a:gdLst/>
                <a:ahLst/>
                <a:cxnLst/>
                <a:rect l="l" t="t" r="r" b="b"/>
                <a:pathLst>
                  <a:path w="39429" h="9344" extrusionOk="0">
                    <a:moveTo>
                      <a:pt x="0" y="0"/>
                    </a:moveTo>
                    <a:lnTo>
                      <a:pt x="0" y="0"/>
                    </a:lnTo>
                    <a:cubicBezTo>
                      <a:pt x="34" y="801"/>
                      <a:pt x="634" y="1468"/>
                      <a:pt x="1401" y="1635"/>
                    </a:cubicBezTo>
                    <a:lnTo>
                      <a:pt x="37094" y="9307"/>
                    </a:lnTo>
                    <a:cubicBezTo>
                      <a:pt x="37214" y="9332"/>
                      <a:pt x="37335" y="9344"/>
                      <a:pt x="37454" y="9344"/>
                    </a:cubicBezTo>
                    <a:cubicBezTo>
                      <a:pt x="38290" y="9344"/>
                      <a:pt x="39053" y="8753"/>
                      <a:pt x="39228" y="7906"/>
                    </a:cubicBezTo>
                    <a:cubicBezTo>
                      <a:pt x="39429" y="6939"/>
                      <a:pt x="38828" y="5971"/>
                      <a:pt x="37861" y="5771"/>
                    </a:cubicBezTo>
                    <a:lnTo>
                      <a:pt x="37627" y="5704"/>
                    </a:lnTo>
                    <a:cubicBezTo>
                      <a:pt x="37627" y="5871"/>
                      <a:pt x="37627" y="6038"/>
                      <a:pt x="37594" y="6205"/>
                    </a:cubicBezTo>
                    <a:cubicBezTo>
                      <a:pt x="37390" y="7052"/>
                      <a:pt x="36623" y="7643"/>
                      <a:pt x="35786" y="7643"/>
                    </a:cubicBezTo>
                    <a:cubicBezTo>
                      <a:pt x="35667" y="7643"/>
                      <a:pt x="35546" y="7631"/>
                      <a:pt x="35426" y="7606"/>
                    </a:cubicBez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960;p84"/>
              <p:cNvSpPr/>
              <p:nvPr/>
            </p:nvSpPr>
            <p:spPr>
              <a:xfrm>
                <a:off x="5979047" y="2382436"/>
                <a:ext cx="724496" cy="357196"/>
              </a:xfrm>
              <a:custGeom>
                <a:avLst/>
                <a:gdLst/>
                <a:ahLst/>
                <a:cxnLst/>
                <a:rect l="l" t="t" r="r" b="b"/>
                <a:pathLst>
                  <a:path w="11543" h="5691" extrusionOk="0">
                    <a:moveTo>
                      <a:pt x="2279" y="0"/>
                    </a:moveTo>
                    <a:cubicBezTo>
                      <a:pt x="1306" y="0"/>
                      <a:pt x="438" y="682"/>
                      <a:pt x="234" y="1645"/>
                    </a:cubicBezTo>
                    <a:cubicBezTo>
                      <a:pt x="1" y="2779"/>
                      <a:pt x="701" y="3880"/>
                      <a:pt x="1835" y="4146"/>
                    </a:cubicBezTo>
                    <a:lnTo>
                      <a:pt x="8840" y="5647"/>
                    </a:lnTo>
                    <a:cubicBezTo>
                      <a:pt x="8983" y="5677"/>
                      <a:pt x="9125" y="5691"/>
                      <a:pt x="9264" y="5691"/>
                    </a:cubicBezTo>
                    <a:cubicBezTo>
                      <a:pt x="10237" y="5691"/>
                      <a:pt x="11105" y="5009"/>
                      <a:pt x="11309" y="4046"/>
                    </a:cubicBezTo>
                    <a:cubicBezTo>
                      <a:pt x="11542" y="2912"/>
                      <a:pt x="10842" y="1811"/>
                      <a:pt x="9708" y="1545"/>
                    </a:cubicBezTo>
                    <a:lnTo>
                      <a:pt x="2703" y="43"/>
                    </a:lnTo>
                    <a:cubicBezTo>
                      <a:pt x="2560" y="14"/>
                      <a:pt x="2418" y="0"/>
                      <a:pt x="227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961;p84"/>
              <p:cNvSpPr/>
              <p:nvPr/>
            </p:nvSpPr>
            <p:spPr>
              <a:xfrm>
                <a:off x="5989529" y="2500309"/>
                <a:ext cx="755753" cy="239762"/>
              </a:xfrm>
              <a:custGeom>
                <a:avLst/>
                <a:gdLst/>
                <a:ahLst/>
                <a:cxnLst/>
                <a:rect l="l" t="t" r="r" b="b"/>
                <a:pathLst>
                  <a:path w="12041" h="3820" extrusionOk="0">
                    <a:moveTo>
                      <a:pt x="10308" y="0"/>
                    </a:moveTo>
                    <a:cubicBezTo>
                      <a:pt x="10308" y="167"/>
                      <a:pt x="10275" y="334"/>
                      <a:pt x="10275" y="467"/>
                    </a:cubicBezTo>
                    <a:cubicBezTo>
                      <a:pt x="10045" y="1443"/>
                      <a:pt x="9197" y="2123"/>
                      <a:pt x="8242" y="2123"/>
                    </a:cubicBezTo>
                    <a:cubicBezTo>
                      <a:pt x="8088" y="2123"/>
                      <a:pt x="7931" y="2105"/>
                      <a:pt x="7773" y="2068"/>
                    </a:cubicBezTo>
                    <a:lnTo>
                      <a:pt x="768" y="567"/>
                    </a:lnTo>
                    <a:cubicBezTo>
                      <a:pt x="501" y="500"/>
                      <a:pt x="234" y="400"/>
                      <a:pt x="1" y="234"/>
                    </a:cubicBezTo>
                    <a:lnTo>
                      <a:pt x="1" y="234"/>
                    </a:lnTo>
                    <a:cubicBezTo>
                      <a:pt x="1" y="1201"/>
                      <a:pt x="701" y="2035"/>
                      <a:pt x="1668" y="2268"/>
                    </a:cubicBezTo>
                    <a:lnTo>
                      <a:pt x="8673" y="3769"/>
                    </a:lnTo>
                    <a:cubicBezTo>
                      <a:pt x="8835" y="3803"/>
                      <a:pt x="8992" y="3819"/>
                      <a:pt x="9144" y="3819"/>
                    </a:cubicBezTo>
                    <a:cubicBezTo>
                      <a:pt x="11076" y="3819"/>
                      <a:pt x="12040" y="1207"/>
                      <a:pt x="103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962;p84"/>
              <p:cNvSpPr/>
              <p:nvPr/>
            </p:nvSpPr>
            <p:spPr>
              <a:xfrm>
                <a:off x="5181366" y="3578548"/>
                <a:ext cx="1758738" cy="667380"/>
              </a:xfrm>
              <a:custGeom>
                <a:avLst/>
                <a:gdLst/>
                <a:ahLst/>
                <a:cxnLst/>
                <a:rect l="l" t="t" r="r" b="b"/>
                <a:pathLst>
                  <a:path w="28021" h="10633" extrusionOk="0">
                    <a:moveTo>
                      <a:pt x="5410" y="0"/>
                    </a:moveTo>
                    <a:cubicBezTo>
                      <a:pt x="2886" y="0"/>
                      <a:pt x="616" y="1773"/>
                      <a:pt x="67" y="4370"/>
                    </a:cubicBezTo>
                    <a:cubicBezTo>
                      <a:pt x="1" y="4570"/>
                      <a:pt x="134" y="4737"/>
                      <a:pt x="334" y="4770"/>
                    </a:cubicBezTo>
                    <a:cubicBezTo>
                      <a:pt x="5186" y="7644"/>
                      <a:pt x="18282" y="10632"/>
                      <a:pt x="25647" y="10632"/>
                    </a:cubicBezTo>
                    <a:cubicBezTo>
                      <a:pt x="26232" y="10632"/>
                      <a:pt x="26781" y="10614"/>
                      <a:pt x="27287" y="10574"/>
                    </a:cubicBezTo>
                    <a:lnTo>
                      <a:pt x="27387" y="10241"/>
                    </a:lnTo>
                    <a:cubicBezTo>
                      <a:pt x="28021" y="7239"/>
                      <a:pt x="26119" y="4303"/>
                      <a:pt x="23151" y="3669"/>
                    </a:cubicBezTo>
                    <a:lnTo>
                      <a:pt x="6605" y="134"/>
                    </a:lnTo>
                    <a:cubicBezTo>
                      <a:pt x="6204" y="43"/>
                      <a:pt x="5804" y="0"/>
                      <a:pt x="54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963;p84"/>
              <p:cNvSpPr/>
              <p:nvPr/>
            </p:nvSpPr>
            <p:spPr>
              <a:xfrm>
                <a:off x="5181366" y="3802556"/>
                <a:ext cx="1758738" cy="443811"/>
              </a:xfrm>
              <a:custGeom>
                <a:avLst/>
                <a:gdLst/>
                <a:ahLst/>
                <a:cxnLst/>
                <a:rect l="l" t="t" r="r" b="b"/>
                <a:pathLst>
                  <a:path w="28021" h="7071" extrusionOk="0">
                    <a:moveTo>
                      <a:pt x="22583" y="0"/>
                    </a:moveTo>
                    <a:lnTo>
                      <a:pt x="22583" y="0"/>
                    </a:lnTo>
                    <a:cubicBezTo>
                      <a:pt x="23184" y="1134"/>
                      <a:pt x="23384" y="2469"/>
                      <a:pt x="23084" y="3736"/>
                    </a:cubicBezTo>
                    <a:lnTo>
                      <a:pt x="23017" y="4070"/>
                    </a:lnTo>
                    <a:cubicBezTo>
                      <a:pt x="22474" y="4116"/>
                      <a:pt x="21881" y="4138"/>
                      <a:pt x="21247" y="4138"/>
                    </a:cubicBezTo>
                    <a:cubicBezTo>
                      <a:pt x="15463" y="4138"/>
                      <a:pt x="6277" y="2302"/>
                      <a:pt x="234" y="167"/>
                    </a:cubicBezTo>
                    <a:cubicBezTo>
                      <a:pt x="167" y="367"/>
                      <a:pt x="101" y="601"/>
                      <a:pt x="67" y="801"/>
                    </a:cubicBezTo>
                    <a:cubicBezTo>
                      <a:pt x="1" y="1001"/>
                      <a:pt x="134" y="1168"/>
                      <a:pt x="334" y="1235"/>
                    </a:cubicBezTo>
                    <a:cubicBezTo>
                      <a:pt x="5164" y="4096"/>
                      <a:pt x="18167" y="7070"/>
                      <a:pt x="25549" y="7070"/>
                    </a:cubicBezTo>
                    <a:cubicBezTo>
                      <a:pt x="26171" y="7070"/>
                      <a:pt x="26753" y="7049"/>
                      <a:pt x="27287" y="7005"/>
                    </a:cubicBezTo>
                    <a:lnTo>
                      <a:pt x="27354" y="6672"/>
                    </a:lnTo>
                    <a:cubicBezTo>
                      <a:pt x="28021" y="3670"/>
                      <a:pt x="26119" y="734"/>
                      <a:pt x="23151" y="100"/>
                    </a:cubicBezTo>
                    <a:lnTo>
                      <a:pt x="2258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964;p84"/>
              <p:cNvSpPr/>
              <p:nvPr/>
            </p:nvSpPr>
            <p:spPr>
              <a:xfrm>
                <a:off x="5817866" y="1099646"/>
                <a:ext cx="345521" cy="430317"/>
              </a:xfrm>
              <a:custGeom>
                <a:avLst/>
                <a:gdLst/>
                <a:ahLst/>
                <a:cxnLst/>
                <a:rect l="l" t="t" r="r" b="b"/>
                <a:pathLst>
                  <a:path w="5505" h="6856" extrusionOk="0">
                    <a:moveTo>
                      <a:pt x="1034" y="0"/>
                    </a:moveTo>
                    <a:lnTo>
                      <a:pt x="67" y="4670"/>
                    </a:lnTo>
                    <a:cubicBezTo>
                      <a:pt x="34" y="4770"/>
                      <a:pt x="34" y="4870"/>
                      <a:pt x="34" y="4970"/>
                    </a:cubicBezTo>
                    <a:cubicBezTo>
                      <a:pt x="0" y="5070"/>
                      <a:pt x="0" y="5171"/>
                      <a:pt x="34" y="5304"/>
                    </a:cubicBezTo>
                    <a:cubicBezTo>
                      <a:pt x="34" y="5371"/>
                      <a:pt x="34" y="5471"/>
                      <a:pt x="67" y="5571"/>
                    </a:cubicBezTo>
                    <a:cubicBezTo>
                      <a:pt x="100" y="5671"/>
                      <a:pt x="134" y="5738"/>
                      <a:pt x="167" y="5838"/>
                    </a:cubicBezTo>
                    <a:cubicBezTo>
                      <a:pt x="300" y="5971"/>
                      <a:pt x="434" y="6105"/>
                      <a:pt x="567" y="6205"/>
                    </a:cubicBezTo>
                    <a:cubicBezTo>
                      <a:pt x="806" y="6390"/>
                      <a:pt x="1087" y="6492"/>
                      <a:pt x="1394" y="6492"/>
                    </a:cubicBezTo>
                    <a:cubicBezTo>
                      <a:pt x="1473" y="6492"/>
                      <a:pt x="1553" y="6485"/>
                      <a:pt x="1635" y="6471"/>
                    </a:cubicBezTo>
                    <a:cubicBezTo>
                      <a:pt x="1768" y="6471"/>
                      <a:pt x="1902" y="6438"/>
                      <a:pt x="2035" y="6371"/>
                    </a:cubicBezTo>
                    <a:cubicBezTo>
                      <a:pt x="2135" y="6471"/>
                      <a:pt x="2269" y="6572"/>
                      <a:pt x="2402" y="6638"/>
                    </a:cubicBezTo>
                    <a:cubicBezTo>
                      <a:pt x="2535" y="6738"/>
                      <a:pt x="2669" y="6772"/>
                      <a:pt x="2802" y="6805"/>
                    </a:cubicBezTo>
                    <a:cubicBezTo>
                      <a:pt x="2919" y="6838"/>
                      <a:pt x="3036" y="6855"/>
                      <a:pt x="3152" y="6855"/>
                    </a:cubicBezTo>
                    <a:cubicBezTo>
                      <a:pt x="3269" y="6855"/>
                      <a:pt x="3386" y="6838"/>
                      <a:pt x="3503" y="6805"/>
                    </a:cubicBezTo>
                    <a:cubicBezTo>
                      <a:pt x="3569" y="6805"/>
                      <a:pt x="3670" y="6772"/>
                      <a:pt x="3736" y="6738"/>
                    </a:cubicBezTo>
                    <a:cubicBezTo>
                      <a:pt x="3836" y="6705"/>
                      <a:pt x="3903" y="6672"/>
                      <a:pt x="3970" y="6605"/>
                    </a:cubicBezTo>
                    <a:cubicBezTo>
                      <a:pt x="4036" y="6572"/>
                      <a:pt x="4103" y="6505"/>
                      <a:pt x="4170" y="6438"/>
                    </a:cubicBezTo>
                    <a:cubicBezTo>
                      <a:pt x="4237" y="6371"/>
                      <a:pt x="4270" y="6271"/>
                      <a:pt x="4337" y="6205"/>
                    </a:cubicBezTo>
                    <a:cubicBezTo>
                      <a:pt x="4370" y="6105"/>
                      <a:pt x="4437" y="6004"/>
                      <a:pt x="4470" y="5904"/>
                    </a:cubicBezTo>
                    <a:cubicBezTo>
                      <a:pt x="4503" y="5804"/>
                      <a:pt x="4537" y="5704"/>
                      <a:pt x="4537" y="5604"/>
                    </a:cubicBezTo>
                    <a:lnTo>
                      <a:pt x="5504" y="934"/>
                    </a:lnTo>
                    <a:lnTo>
                      <a:pt x="4403" y="701"/>
                    </a:lnTo>
                    <a:lnTo>
                      <a:pt x="3436" y="5371"/>
                    </a:lnTo>
                    <a:cubicBezTo>
                      <a:pt x="3403" y="5537"/>
                      <a:pt x="3336" y="5704"/>
                      <a:pt x="3269" y="5838"/>
                    </a:cubicBezTo>
                    <a:cubicBezTo>
                      <a:pt x="3203" y="5971"/>
                      <a:pt x="3136" y="6071"/>
                      <a:pt x="3036" y="6138"/>
                    </a:cubicBezTo>
                    <a:lnTo>
                      <a:pt x="2969" y="6171"/>
                    </a:lnTo>
                    <a:lnTo>
                      <a:pt x="2936" y="6105"/>
                    </a:lnTo>
                    <a:cubicBezTo>
                      <a:pt x="2869" y="6004"/>
                      <a:pt x="2836" y="5904"/>
                      <a:pt x="2836" y="5771"/>
                    </a:cubicBezTo>
                    <a:cubicBezTo>
                      <a:pt x="2836" y="5604"/>
                      <a:pt x="2836" y="5404"/>
                      <a:pt x="2869" y="5237"/>
                    </a:cubicBezTo>
                    <a:lnTo>
                      <a:pt x="3836" y="601"/>
                    </a:lnTo>
                    <a:lnTo>
                      <a:pt x="2702" y="367"/>
                    </a:lnTo>
                    <a:lnTo>
                      <a:pt x="1768" y="5004"/>
                    </a:lnTo>
                    <a:cubicBezTo>
                      <a:pt x="1735" y="5171"/>
                      <a:pt x="1668" y="5337"/>
                      <a:pt x="1568" y="5504"/>
                    </a:cubicBezTo>
                    <a:cubicBezTo>
                      <a:pt x="1535" y="5604"/>
                      <a:pt x="1468" y="5704"/>
                      <a:pt x="1368" y="5804"/>
                    </a:cubicBezTo>
                    <a:lnTo>
                      <a:pt x="1301" y="5838"/>
                    </a:lnTo>
                    <a:lnTo>
                      <a:pt x="1234" y="5771"/>
                    </a:lnTo>
                    <a:cubicBezTo>
                      <a:pt x="1201" y="5671"/>
                      <a:pt x="1168" y="5537"/>
                      <a:pt x="1168" y="5404"/>
                    </a:cubicBezTo>
                    <a:cubicBezTo>
                      <a:pt x="1134" y="5237"/>
                      <a:pt x="1134" y="5070"/>
                      <a:pt x="1201" y="4904"/>
                    </a:cubicBezTo>
                    <a:lnTo>
                      <a:pt x="2135" y="234"/>
                    </a:lnTo>
                    <a:lnTo>
                      <a:pt x="10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965;p84"/>
              <p:cNvSpPr/>
              <p:nvPr/>
            </p:nvSpPr>
            <p:spPr>
              <a:xfrm>
                <a:off x="6113050" y="1164545"/>
                <a:ext cx="222000" cy="416697"/>
              </a:xfrm>
              <a:custGeom>
                <a:avLst/>
                <a:gdLst/>
                <a:ahLst/>
                <a:cxnLst/>
                <a:rect l="l" t="t" r="r" b="b"/>
                <a:pathLst>
                  <a:path w="3537" h="6639" extrusionOk="0">
                    <a:moveTo>
                      <a:pt x="1268" y="0"/>
                    </a:moveTo>
                    <a:lnTo>
                      <a:pt x="1168" y="567"/>
                    </a:lnTo>
                    <a:lnTo>
                      <a:pt x="1735" y="701"/>
                    </a:lnTo>
                    <a:lnTo>
                      <a:pt x="701" y="5738"/>
                    </a:lnTo>
                    <a:lnTo>
                      <a:pt x="134" y="5638"/>
                    </a:lnTo>
                    <a:lnTo>
                      <a:pt x="1" y="6171"/>
                    </a:lnTo>
                    <a:lnTo>
                      <a:pt x="2269" y="6638"/>
                    </a:lnTo>
                    <a:lnTo>
                      <a:pt x="2369" y="6105"/>
                    </a:lnTo>
                    <a:lnTo>
                      <a:pt x="1835" y="5971"/>
                    </a:lnTo>
                    <a:lnTo>
                      <a:pt x="2903" y="934"/>
                    </a:lnTo>
                    <a:lnTo>
                      <a:pt x="3436" y="1034"/>
                    </a:lnTo>
                    <a:lnTo>
                      <a:pt x="3536" y="467"/>
                    </a:lnTo>
                    <a:lnTo>
                      <a:pt x="126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966;p84"/>
              <p:cNvSpPr/>
              <p:nvPr/>
            </p:nvSpPr>
            <p:spPr>
              <a:xfrm>
                <a:off x="6284713" y="1221034"/>
                <a:ext cx="278551" cy="410420"/>
              </a:xfrm>
              <a:custGeom>
                <a:avLst/>
                <a:gdLst/>
                <a:ahLst/>
                <a:cxnLst/>
                <a:rect l="l" t="t" r="r" b="b"/>
                <a:pathLst>
                  <a:path w="4438" h="6539" extrusionOk="0">
                    <a:moveTo>
                      <a:pt x="2202" y="1"/>
                    </a:moveTo>
                    <a:cubicBezTo>
                      <a:pt x="2069" y="1"/>
                      <a:pt x="1936" y="34"/>
                      <a:pt x="1836" y="68"/>
                    </a:cubicBezTo>
                    <a:cubicBezTo>
                      <a:pt x="1735" y="101"/>
                      <a:pt x="1635" y="134"/>
                      <a:pt x="1569" y="201"/>
                    </a:cubicBezTo>
                    <a:cubicBezTo>
                      <a:pt x="1469" y="234"/>
                      <a:pt x="1402" y="301"/>
                      <a:pt x="1369" y="368"/>
                    </a:cubicBezTo>
                    <a:cubicBezTo>
                      <a:pt x="1302" y="435"/>
                      <a:pt x="1235" y="535"/>
                      <a:pt x="1202" y="601"/>
                    </a:cubicBezTo>
                    <a:cubicBezTo>
                      <a:pt x="1135" y="701"/>
                      <a:pt x="1102" y="801"/>
                      <a:pt x="1068" y="902"/>
                    </a:cubicBezTo>
                    <a:cubicBezTo>
                      <a:pt x="1035" y="1002"/>
                      <a:pt x="1002" y="1102"/>
                      <a:pt x="1002" y="1202"/>
                    </a:cubicBezTo>
                    <a:lnTo>
                      <a:pt x="1" y="5872"/>
                    </a:lnTo>
                    <a:lnTo>
                      <a:pt x="1135" y="6105"/>
                    </a:lnTo>
                    <a:lnTo>
                      <a:pt x="2102" y="1435"/>
                    </a:lnTo>
                    <a:cubicBezTo>
                      <a:pt x="2136" y="1268"/>
                      <a:pt x="2202" y="1102"/>
                      <a:pt x="2269" y="935"/>
                    </a:cubicBezTo>
                    <a:cubicBezTo>
                      <a:pt x="2336" y="835"/>
                      <a:pt x="2403" y="735"/>
                      <a:pt x="2469" y="668"/>
                    </a:cubicBezTo>
                    <a:cubicBezTo>
                      <a:pt x="2536" y="635"/>
                      <a:pt x="2603" y="601"/>
                      <a:pt x="2669" y="601"/>
                    </a:cubicBezTo>
                    <a:lnTo>
                      <a:pt x="2870" y="601"/>
                    </a:lnTo>
                    <a:cubicBezTo>
                      <a:pt x="2936" y="601"/>
                      <a:pt x="2970" y="635"/>
                      <a:pt x="3036" y="668"/>
                    </a:cubicBezTo>
                    <a:cubicBezTo>
                      <a:pt x="3103" y="701"/>
                      <a:pt x="3136" y="768"/>
                      <a:pt x="3170" y="801"/>
                    </a:cubicBezTo>
                    <a:cubicBezTo>
                      <a:pt x="3237" y="902"/>
                      <a:pt x="3270" y="1035"/>
                      <a:pt x="3270" y="1135"/>
                    </a:cubicBezTo>
                    <a:cubicBezTo>
                      <a:pt x="3270" y="1302"/>
                      <a:pt x="3270" y="1502"/>
                      <a:pt x="3237" y="1669"/>
                    </a:cubicBezTo>
                    <a:lnTo>
                      <a:pt x="2269" y="6305"/>
                    </a:lnTo>
                    <a:lnTo>
                      <a:pt x="3403" y="6539"/>
                    </a:lnTo>
                    <a:lnTo>
                      <a:pt x="4404" y="1902"/>
                    </a:lnTo>
                    <a:cubicBezTo>
                      <a:pt x="4404" y="1802"/>
                      <a:pt x="4437" y="1702"/>
                      <a:pt x="4437" y="1602"/>
                    </a:cubicBezTo>
                    <a:cubicBezTo>
                      <a:pt x="4437" y="1502"/>
                      <a:pt x="4437" y="1402"/>
                      <a:pt x="4437" y="1268"/>
                    </a:cubicBezTo>
                    <a:cubicBezTo>
                      <a:pt x="4437" y="1168"/>
                      <a:pt x="4404" y="1102"/>
                      <a:pt x="4371" y="1002"/>
                    </a:cubicBezTo>
                    <a:cubicBezTo>
                      <a:pt x="4371" y="902"/>
                      <a:pt x="4337" y="835"/>
                      <a:pt x="4271" y="768"/>
                    </a:cubicBezTo>
                    <a:cubicBezTo>
                      <a:pt x="4237" y="668"/>
                      <a:pt x="4171" y="601"/>
                      <a:pt x="4070" y="535"/>
                    </a:cubicBezTo>
                    <a:cubicBezTo>
                      <a:pt x="3970" y="468"/>
                      <a:pt x="3870" y="401"/>
                      <a:pt x="3770" y="334"/>
                    </a:cubicBezTo>
                    <a:cubicBezTo>
                      <a:pt x="3670" y="268"/>
                      <a:pt x="3537" y="201"/>
                      <a:pt x="3403" y="168"/>
                    </a:cubicBezTo>
                    <a:cubicBezTo>
                      <a:pt x="3270" y="101"/>
                      <a:pt x="3170" y="68"/>
                      <a:pt x="3036" y="34"/>
                    </a:cubicBezTo>
                    <a:cubicBezTo>
                      <a:pt x="2903" y="1"/>
                      <a:pt x="2736" y="1"/>
                      <a:pt x="26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967;p84"/>
              <p:cNvSpPr/>
              <p:nvPr/>
            </p:nvSpPr>
            <p:spPr>
              <a:xfrm>
                <a:off x="6527614" y="1271308"/>
                <a:ext cx="278488" cy="410420"/>
              </a:xfrm>
              <a:custGeom>
                <a:avLst/>
                <a:gdLst/>
                <a:ahLst/>
                <a:cxnLst/>
                <a:rect l="l" t="t" r="r" b="b"/>
                <a:pathLst>
                  <a:path w="4437" h="6539" extrusionOk="0">
                    <a:moveTo>
                      <a:pt x="2169" y="0"/>
                    </a:moveTo>
                    <a:cubicBezTo>
                      <a:pt x="2035" y="0"/>
                      <a:pt x="1935" y="34"/>
                      <a:pt x="1802" y="67"/>
                    </a:cubicBezTo>
                    <a:cubicBezTo>
                      <a:pt x="1702" y="101"/>
                      <a:pt x="1635" y="134"/>
                      <a:pt x="1535" y="201"/>
                    </a:cubicBezTo>
                    <a:cubicBezTo>
                      <a:pt x="1468" y="234"/>
                      <a:pt x="1401" y="301"/>
                      <a:pt x="1335" y="367"/>
                    </a:cubicBezTo>
                    <a:cubicBezTo>
                      <a:pt x="1268" y="434"/>
                      <a:pt x="1235" y="534"/>
                      <a:pt x="1168" y="601"/>
                    </a:cubicBezTo>
                    <a:cubicBezTo>
                      <a:pt x="1134" y="701"/>
                      <a:pt x="1101" y="801"/>
                      <a:pt x="1034" y="901"/>
                    </a:cubicBezTo>
                    <a:cubicBezTo>
                      <a:pt x="1001" y="1001"/>
                      <a:pt x="1001" y="1101"/>
                      <a:pt x="968" y="1201"/>
                    </a:cubicBezTo>
                    <a:lnTo>
                      <a:pt x="0" y="5838"/>
                    </a:lnTo>
                    <a:lnTo>
                      <a:pt x="1134" y="6071"/>
                    </a:lnTo>
                    <a:lnTo>
                      <a:pt x="2102" y="1401"/>
                    </a:lnTo>
                    <a:cubicBezTo>
                      <a:pt x="2135" y="1235"/>
                      <a:pt x="2202" y="1068"/>
                      <a:pt x="2269" y="934"/>
                    </a:cubicBezTo>
                    <a:cubicBezTo>
                      <a:pt x="2335" y="834"/>
                      <a:pt x="2402" y="734"/>
                      <a:pt x="2469" y="634"/>
                    </a:cubicBezTo>
                    <a:cubicBezTo>
                      <a:pt x="2535" y="601"/>
                      <a:pt x="2602" y="601"/>
                      <a:pt x="2669" y="568"/>
                    </a:cubicBezTo>
                    <a:lnTo>
                      <a:pt x="2869" y="568"/>
                    </a:lnTo>
                    <a:cubicBezTo>
                      <a:pt x="2936" y="601"/>
                      <a:pt x="2969" y="634"/>
                      <a:pt x="3036" y="668"/>
                    </a:cubicBezTo>
                    <a:cubicBezTo>
                      <a:pt x="3103" y="701"/>
                      <a:pt x="3136" y="734"/>
                      <a:pt x="3169" y="801"/>
                    </a:cubicBezTo>
                    <a:cubicBezTo>
                      <a:pt x="3236" y="901"/>
                      <a:pt x="3236" y="1001"/>
                      <a:pt x="3236" y="1135"/>
                    </a:cubicBezTo>
                    <a:cubicBezTo>
                      <a:pt x="3269" y="1301"/>
                      <a:pt x="3269" y="1468"/>
                      <a:pt x="3236" y="1668"/>
                    </a:cubicBezTo>
                    <a:lnTo>
                      <a:pt x="2269" y="6305"/>
                    </a:lnTo>
                    <a:lnTo>
                      <a:pt x="3403" y="6538"/>
                    </a:lnTo>
                    <a:lnTo>
                      <a:pt x="4370" y="1902"/>
                    </a:lnTo>
                    <a:cubicBezTo>
                      <a:pt x="4403" y="1802"/>
                      <a:pt x="4403" y="1702"/>
                      <a:pt x="4403" y="1602"/>
                    </a:cubicBezTo>
                    <a:cubicBezTo>
                      <a:pt x="4437" y="1502"/>
                      <a:pt x="4437" y="1401"/>
                      <a:pt x="4403" y="1301"/>
                    </a:cubicBezTo>
                    <a:cubicBezTo>
                      <a:pt x="4403" y="1201"/>
                      <a:pt x="4403" y="1101"/>
                      <a:pt x="4370" y="1001"/>
                    </a:cubicBezTo>
                    <a:cubicBezTo>
                      <a:pt x="4337" y="901"/>
                      <a:pt x="4303" y="834"/>
                      <a:pt x="4270" y="768"/>
                    </a:cubicBezTo>
                    <a:cubicBezTo>
                      <a:pt x="4203" y="668"/>
                      <a:pt x="4137" y="601"/>
                      <a:pt x="4070" y="534"/>
                    </a:cubicBezTo>
                    <a:cubicBezTo>
                      <a:pt x="3970" y="467"/>
                      <a:pt x="3870" y="401"/>
                      <a:pt x="3736" y="334"/>
                    </a:cubicBezTo>
                    <a:cubicBezTo>
                      <a:pt x="3636" y="267"/>
                      <a:pt x="3503" y="201"/>
                      <a:pt x="3403" y="167"/>
                    </a:cubicBezTo>
                    <a:cubicBezTo>
                      <a:pt x="3269" y="101"/>
                      <a:pt x="3136" y="67"/>
                      <a:pt x="3002" y="34"/>
                    </a:cubicBezTo>
                    <a:cubicBezTo>
                      <a:pt x="2869" y="34"/>
                      <a:pt x="2736" y="0"/>
                      <a:pt x="256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968;p84"/>
              <p:cNvSpPr/>
              <p:nvPr/>
            </p:nvSpPr>
            <p:spPr>
              <a:xfrm>
                <a:off x="6780933" y="1314428"/>
                <a:ext cx="270141" cy="399499"/>
              </a:xfrm>
              <a:custGeom>
                <a:avLst/>
                <a:gdLst/>
                <a:ahLst/>
                <a:cxnLst/>
                <a:rect l="l" t="t" r="r" b="b"/>
                <a:pathLst>
                  <a:path w="4304" h="6365" extrusionOk="0">
                    <a:moveTo>
                      <a:pt x="1982" y="0"/>
                    </a:moveTo>
                    <a:cubicBezTo>
                      <a:pt x="1933" y="0"/>
                      <a:pt x="1884" y="4"/>
                      <a:pt x="1835" y="14"/>
                    </a:cubicBezTo>
                    <a:cubicBezTo>
                      <a:pt x="1702" y="14"/>
                      <a:pt x="1535" y="47"/>
                      <a:pt x="1402" y="114"/>
                    </a:cubicBezTo>
                    <a:cubicBezTo>
                      <a:pt x="1301" y="181"/>
                      <a:pt x="1168" y="247"/>
                      <a:pt x="1101" y="381"/>
                    </a:cubicBezTo>
                    <a:cubicBezTo>
                      <a:pt x="1001" y="481"/>
                      <a:pt x="935" y="614"/>
                      <a:pt x="935" y="748"/>
                    </a:cubicBezTo>
                    <a:lnTo>
                      <a:pt x="34" y="4984"/>
                    </a:lnTo>
                    <a:cubicBezTo>
                      <a:pt x="1" y="5118"/>
                      <a:pt x="1" y="5284"/>
                      <a:pt x="34" y="5418"/>
                    </a:cubicBezTo>
                    <a:cubicBezTo>
                      <a:pt x="67" y="5551"/>
                      <a:pt x="134" y="5651"/>
                      <a:pt x="234" y="5785"/>
                    </a:cubicBezTo>
                    <a:cubicBezTo>
                      <a:pt x="334" y="5885"/>
                      <a:pt x="468" y="5985"/>
                      <a:pt x="601" y="6052"/>
                    </a:cubicBezTo>
                    <a:cubicBezTo>
                      <a:pt x="734" y="6118"/>
                      <a:pt x="901" y="6185"/>
                      <a:pt x="1068" y="6218"/>
                    </a:cubicBezTo>
                    <a:lnTo>
                      <a:pt x="1402" y="6285"/>
                    </a:lnTo>
                    <a:cubicBezTo>
                      <a:pt x="1621" y="6334"/>
                      <a:pt x="1841" y="6365"/>
                      <a:pt x="2061" y="6365"/>
                    </a:cubicBezTo>
                    <a:cubicBezTo>
                      <a:pt x="2141" y="6365"/>
                      <a:pt x="2222" y="6361"/>
                      <a:pt x="2302" y="6352"/>
                    </a:cubicBezTo>
                    <a:cubicBezTo>
                      <a:pt x="2536" y="6318"/>
                      <a:pt x="2769" y="6285"/>
                      <a:pt x="2969" y="6152"/>
                    </a:cubicBezTo>
                    <a:lnTo>
                      <a:pt x="3303" y="5952"/>
                    </a:lnTo>
                    <a:lnTo>
                      <a:pt x="2336" y="5418"/>
                    </a:lnTo>
                    <a:lnTo>
                      <a:pt x="2002" y="5651"/>
                    </a:lnTo>
                    <a:cubicBezTo>
                      <a:pt x="1969" y="5685"/>
                      <a:pt x="1902" y="5685"/>
                      <a:pt x="1802" y="5685"/>
                    </a:cubicBezTo>
                    <a:cubicBezTo>
                      <a:pt x="1768" y="5701"/>
                      <a:pt x="1727" y="5710"/>
                      <a:pt x="1681" y="5710"/>
                    </a:cubicBezTo>
                    <a:cubicBezTo>
                      <a:pt x="1635" y="5710"/>
                      <a:pt x="1585" y="5701"/>
                      <a:pt x="1535" y="5685"/>
                    </a:cubicBezTo>
                    <a:lnTo>
                      <a:pt x="1268" y="5651"/>
                    </a:lnTo>
                    <a:cubicBezTo>
                      <a:pt x="1235" y="5585"/>
                      <a:pt x="1201" y="5518"/>
                      <a:pt x="1168" y="5451"/>
                    </a:cubicBezTo>
                    <a:cubicBezTo>
                      <a:pt x="1135" y="5384"/>
                      <a:pt x="1135" y="5284"/>
                      <a:pt x="1168" y="5218"/>
                    </a:cubicBezTo>
                    <a:lnTo>
                      <a:pt x="1668" y="2816"/>
                    </a:lnTo>
                    <a:lnTo>
                      <a:pt x="2235" y="2916"/>
                    </a:lnTo>
                    <a:lnTo>
                      <a:pt x="2336" y="2349"/>
                    </a:lnTo>
                    <a:lnTo>
                      <a:pt x="1802" y="2249"/>
                    </a:lnTo>
                    <a:lnTo>
                      <a:pt x="2069" y="948"/>
                    </a:lnTo>
                    <a:cubicBezTo>
                      <a:pt x="2069" y="881"/>
                      <a:pt x="2102" y="815"/>
                      <a:pt x="2135" y="748"/>
                    </a:cubicBezTo>
                    <a:cubicBezTo>
                      <a:pt x="2202" y="681"/>
                      <a:pt x="2235" y="614"/>
                      <a:pt x="2336" y="581"/>
                    </a:cubicBezTo>
                    <a:lnTo>
                      <a:pt x="2602" y="648"/>
                    </a:lnTo>
                    <a:cubicBezTo>
                      <a:pt x="2736" y="681"/>
                      <a:pt x="2903" y="748"/>
                      <a:pt x="3003" y="881"/>
                    </a:cubicBezTo>
                    <a:lnTo>
                      <a:pt x="3236" y="1215"/>
                    </a:lnTo>
                    <a:lnTo>
                      <a:pt x="4304" y="1181"/>
                    </a:lnTo>
                    <a:lnTo>
                      <a:pt x="4070" y="815"/>
                    </a:lnTo>
                    <a:cubicBezTo>
                      <a:pt x="3903" y="648"/>
                      <a:pt x="3737" y="514"/>
                      <a:pt x="3536" y="414"/>
                    </a:cubicBezTo>
                    <a:cubicBezTo>
                      <a:pt x="3270" y="281"/>
                      <a:pt x="2969" y="147"/>
                      <a:pt x="2702" y="114"/>
                    </a:cubicBezTo>
                    <a:lnTo>
                      <a:pt x="2336" y="47"/>
                    </a:lnTo>
                    <a:cubicBezTo>
                      <a:pt x="2218" y="24"/>
                      <a:pt x="2100" y="0"/>
                      <a:pt x="19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969;p84"/>
              <p:cNvSpPr/>
              <p:nvPr/>
            </p:nvSpPr>
            <p:spPr>
              <a:xfrm>
                <a:off x="7009147" y="1364640"/>
                <a:ext cx="276417" cy="417576"/>
              </a:xfrm>
              <a:custGeom>
                <a:avLst/>
                <a:gdLst/>
                <a:ahLst/>
                <a:cxnLst/>
                <a:rect l="l" t="t" r="r" b="b"/>
                <a:pathLst>
                  <a:path w="4404" h="6653" extrusionOk="0">
                    <a:moveTo>
                      <a:pt x="2502" y="615"/>
                    </a:moveTo>
                    <a:lnTo>
                      <a:pt x="2769" y="682"/>
                    </a:lnTo>
                    <a:cubicBezTo>
                      <a:pt x="2903" y="682"/>
                      <a:pt x="3069" y="748"/>
                      <a:pt x="3169" y="882"/>
                    </a:cubicBezTo>
                    <a:cubicBezTo>
                      <a:pt x="3203" y="982"/>
                      <a:pt x="3236" y="1082"/>
                      <a:pt x="3269" y="1215"/>
                    </a:cubicBezTo>
                    <a:cubicBezTo>
                      <a:pt x="3303" y="1416"/>
                      <a:pt x="3269" y="1649"/>
                      <a:pt x="3169" y="1849"/>
                    </a:cubicBezTo>
                    <a:cubicBezTo>
                      <a:pt x="3136" y="1916"/>
                      <a:pt x="3136" y="1983"/>
                      <a:pt x="3103" y="2049"/>
                    </a:cubicBezTo>
                    <a:cubicBezTo>
                      <a:pt x="3069" y="2116"/>
                      <a:pt x="3003" y="2183"/>
                      <a:pt x="2969" y="2216"/>
                    </a:cubicBezTo>
                    <a:cubicBezTo>
                      <a:pt x="2936" y="2249"/>
                      <a:pt x="2936" y="2283"/>
                      <a:pt x="2903" y="2316"/>
                    </a:cubicBezTo>
                    <a:cubicBezTo>
                      <a:pt x="2836" y="2350"/>
                      <a:pt x="2736" y="2350"/>
                      <a:pt x="2669" y="2350"/>
                    </a:cubicBezTo>
                    <a:lnTo>
                      <a:pt x="2669" y="2383"/>
                    </a:lnTo>
                    <a:cubicBezTo>
                      <a:pt x="2569" y="2383"/>
                      <a:pt x="2502" y="2350"/>
                      <a:pt x="2402" y="2350"/>
                    </a:cubicBezTo>
                    <a:lnTo>
                      <a:pt x="1969" y="2249"/>
                    </a:lnTo>
                    <a:lnTo>
                      <a:pt x="2235" y="982"/>
                    </a:lnTo>
                    <a:cubicBezTo>
                      <a:pt x="2235" y="882"/>
                      <a:pt x="2269" y="815"/>
                      <a:pt x="2302" y="782"/>
                    </a:cubicBezTo>
                    <a:cubicBezTo>
                      <a:pt x="2369" y="715"/>
                      <a:pt x="2402" y="648"/>
                      <a:pt x="2502" y="615"/>
                    </a:cubicBezTo>
                    <a:close/>
                    <a:moveTo>
                      <a:pt x="2148" y="1"/>
                    </a:moveTo>
                    <a:cubicBezTo>
                      <a:pt x="2100" y="1"/>
                      <a:pt x="2051" y="5"/>
                      <a:pt x="2002" y="15"/>
                    </a:cubicBezTo>
                    <a:cubicBezTo>
                      <a:pt x="1835" y="15"/>
                      <a:pt x="1702" y="48"/>
                      <a:pt x="1568" y="115"/>
                    </a:cubicBezTo>
                    <a:cubicBezTo>
                      <a:pt x="1435" y="181"/>
                      <a:pt x="1335" y="281"/>
                      <a:pt x="1235" y="381"/>
                    </a:cubicBezTo>
                    <a:cubicBezTo>
                      <a:pt x="1168" y="482"/>
                      <a:pt x="1101" y="615"/>
                      <a:pt x="1068" y="748"/>
                    </a:cubicBezTo>
                    <a:lnTo>
                      <a:pt x="0" y="5952"/>
                    </a:lnTo>
                    <a:lnTo>
                      <a:pt x="1135" y="6186"/>
                    </a:lnTo>
                    <a:lnTo>
                      <a:pt x="1835" y="2817"/>
                    </a:lnTo>
                    <a:lnTo>
                      <a:pt x="2302" y="2917"/>
                    </a:lnTo>
                    <a:cubicBezTo>
                      <a:pt x="2436" y="2950"/>
                      <a:pt x="2602" y="3017"/>
                      <a:pt x="2702" y="3150"/>
                    </a:cubicBezTo>
                    <a:cubicBezTo>
                      <a:pt x="2736" y="3183"/>
                      <a:pt x="2736" y="3217"/>
                      <a:pt x="2769" y="3284"/>
                    </a:cubicBezTo>
                    <a:cubicBezTo>
                      <a:pt x="2769" y="3350"/>
                      <a:pt x="2769" y="3417"/>
                      <a:pt x="2802" y="3484"/>
                    </a:cubicBezTo>
                    <a:cubicBezTo>
                      <a:pt x="2802" y="3650"/>
                      <a:pt x="2802" y="3851"/>
                      <a:pt x="2769" y="4017"/>
                    </a:cubicBezTo>
                    <a:lnTo>
                      <a:pt x="2269" y="6419"/>
                    </a:lnTo>
                    <a:lnTo>
                      <a:pt x="3403" y="6653"/>
                    </a:lnTo>
                    <a:lnTo>
                      <a:pt x="3903" y="4251"/>
                    </a:lnTo>
                    <a:cubicBezTo>
                      <a:pt x="3937" y="4051"/>
                      <a:pt x="3937" y="3817"/>
                      <a:pt x="3937" y="3617"/>
                    </a:cubicBezTo>
                    <a:cubicBezTo>
                      <a:pt x="3903" y="3417"/>
                      <a:pt x="3870" y="3250"/>
                      <a:pt x="3770" y="3083"/>
                    </a:cubicBezTo>
                    <a:cubicBezTo>
                      <a:pt x="3736" y="3017"/>
                      <a:pt x="3670" y="2950"/>
                      <a:pt x="3603" y="2883"/>
                    </a:cubicBezTo>
                    <a:cubicBezTo>
                      <a:pt x="3670" y="2883"/>
                      <a:pt x="3770" y="2817"/>
                      <a:pt x="3837" y="2783"/>
                    </a:cubicBezTo>
                    <a:cubicBezTo>
                      <a:pt x="3903" y="2750"/>
                      <a:pt x="3970" y="2683"/>
                      <a:pt x="4037" y="2616"/>
                    </a:cubicBezTo>
                    <a:cubicBezTo>
                      <a:pt x="4103" y="2550"/>
                      <a:pt x="4137" y="2483"/>
                      <a:pt x="4203" y="2383"/>
                    </a:cubicBezTo>
                    <a:cubicBezTo>
                      <a:pt x="4237" y="2316"/>
                      <a:pt x="4270" y="2216"/>
                      <a:pt x="4304" y="2149"/>
                    </a:cubicBezTo>
                    <a:cubicBezTo>
                      <a:pt x="4337" y="2049"/>
                      <a:pt x="4370" y="1983"/>
                      <a:pt x="4404" y="1883"/>
                    </a:cubicBezTo>
                    <a:cubicBezTo>
                      <a:pt x="4404" y="1716"/>
                      <a:pt x="4404" y="1516"/>
                      <a:pt x="4404" y="1349"/>
                    </a:cubicBezTo>
                    <a:cubicBezTo>
                      <a:pt x="4370" y="1182"/>
                      <a:pt x="4304" y="1015"/>
                      <a:pt x="4237" y="848"/>
                    </a:cubicBezTo>
                    <a:cubicBezTo>
                      <a:pt x="4070" y="682"/>
                      <a:pt x="3903" y="515"/>
                      <a:pt x="3670" y="415"/>
                    </a:cubicBezTo>
                    <a:cubicBezTo>
                      <a:pt x="3436" y="281"/>
                      <a:pt x="3136" y="181"/>
                      <a:pt x="2836" y="115"/>
                    </a:cubicBezTo>
                    <a:lnTo>
                      <a:pt x="2502" y="48"/>
                    </a:lnTo>
                    <a:cubicBezTo>
                      <a:pt x="2384" y="24"/>
                      <a:pt x="2266" y="1"/>
                      <a:pt x="21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970;p84"/>
              <p:cNvSpPr/>
              <p:nvPr/>
            </p:nvSpPr>
            <p:spPr>
              <a:xfrm rot="2850461" flipH="1">
                <a:off x="6630604" y="2818526"/>
                <a:ext cx="2669954" cy="2311919"/>
              </a:xfrm>
              <a:custGeom>
                <a:avLst/>
                <a:gdLst/>
                <a:ahLst/>
                <a:cxnLst/>
                <a:rect l="l" t="t" r="r" b="b"/>
                <a:pathLst>
                  <a:path w="45108" h="39058" extrusionOk="0">
                    <a:moveTo>
                      <a:pt x="8045" y="0"/>
                    </a:moveTo>
                    <a:cubicBezTo>
                      <a:pt x="7986" y="0"/>
                      <a:pt x="7929" y="4"/>
                      <a:pt x="7873" y="12"/>
                    </a:cubicBezTo>
                    <a:cubicBezTo>
                      <a:pt x="5775" y="285"/>
                      <a:pt x="3648" y="893"/>
                      <a:pt x="2219" y="2383"/>
                    </a:cubicBezTo>
                    <a:cubicBezTo>
                      <a:pt x="821" y="3750"/>
                      <a:pt x="31" y="5604"/>
                      <a:pt x="0" y="7550"/>
                    </a:cubicBezTo>
                    <a:cubicBezTo>
                      <a:pt x="61" y="11410"/>
                      <a:pt x="2493" y="14693"/>
                      <a:pt x="4408" y="18067"/>
                    </a:cubicBezTo>
                    <a:cubicBezTo>
                      <a:pt x="5319" y="19678"/>
                      <a:pt x="5927" y="21380"/>
                      <a:pt x="6839" y="22991"/>
                    </a:cubicBezTo>
                    <a:cubicBezTo>
                      <a:pt x="6961" y="22960"/>
                      <a:pt x="7052" y="22930"/>
                      <a:pt x="7174" y="22930"/>
                    </a:cubicBezTo>
                    <a:cubicBezTo>
                      <a:pt x="7204" y="22991"/>
                      <a:pt x="7234" y="23052"/>
                      <a:pt x="7265" y="23112"/>
                    </a:cubicBezTo>
                    <a:cubicBezTo>
                      <a:pt x="8633" y="25818"/>
                      <a:pt x="11915" y="32444"/>
                      <a:pt x="13526" y="34997"/>
                    </a:cubicBezTo>
                    <a:cubicBezTo>
                      <a:pt x="14408" y="36365"/>
                      <a:pt x="15472" y="37702"/>
                      <a:pt x="16931" y="38340"/>
                    </a:cubicBezTo>
                    <a:cubicBezTo>
                      <a:pt x="17478" y="38736"/>
                      <a:pt x="18116" y="38948"/>
                      <a:pt x="18754" y="39040"/>
                    </a:cubicBezTo>
                    <a:cubicBezTo>
                      <a:pt x="18897" y="39052"/>
                      <a:pt x="19035" y="39058"/>
                      <a:pt x="19170" y="39058"/>
                    </a:cubicBezTo>
                    <a:cubicBezTo>
                      <a:pt x="20334" y="39058"/>
                      <a:pt x="21264" y="38632"/>
                      <a:pt x="22463" y="38523"/>
                    </a:cubicBezTo>
                    <a:cubicBezTo>
                      <a:pt x="26870" y="38067"/>
                      <a:pt x="40730" y="37611"/>
                      <a:pt x="45107" y="35635"/>
                    </a:cubicBezTo>
                    <a:cubicBezTo>
                      <a:pt x="45047" y="33538"/>
                      <a:pt x="44651" y="29313"/>
                      <a:pt x="40426" y="26000"/>
                    </a:cubicBezTo>
                    <a:cubicBezTo>
                      <a:pt x="36749" y="26577"/>
                      <a:pt x="25229" y="27824"/>
                      <a:pt x="22189" y="28432"/>
                    </a:cubicBezTo>
                    <a:cubicBezTo>
                      <a:pt x="21733" y="27368"/>
                      <a:pt x="19909" y="24541"/>
                      <a:pt x="19423" y="23477"/>
                    </a:cubicBezTo>
                    <a:cubicBezTo>
                      <a:pt x="19058" y="22656"/>
                      <a:pt x="17630" y="19252"/>
                      <a:pt x="17356" y="18523"/>
                    </a:cubicBezTo>
                    <a:cubicBezTo>
                      <a:pt x="17356" y="18492"/>
                      <a:pt x="16353" y="15513"/>
                      <a:pt x="16353" y="15513"/>
                    </a:cubicBezTo>
                    <a:cubicBezTo>
                      <a:pt x="16505" y="15392"/>
                      <a:pt x="16110" y="14662"/>
                      <a:pt x="15988" y="14267"/>
                    </a:cubicBezTo>
                    <a:cubicBezTo>
                      <a:pt x="15624" y="13082"/>
                      <a:pt x="15289" y="11866"/>
                      <a:pt x="14924" y="10681"/>
                    </a:cubicBezTo>
                    <a:cubicBezTo>
                      <a:pt x="14013" y="7793"/>
                      <a:pt x="12918" y="4814"/>
                      <a:pt x="11307" y="2200"/>
                    </a:cubicBezTo>
                    <a:cubicBezTo>
                      <a:pt x="10759" y="1334"/>
                      <a:pt x="9167" y="0"/>
                      <a:pt x="80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4971;p84"/>
              <p:cNvGrpSpPr/>
              <p:nvPr/>
            </p:nvGrpSpPr>
            <p:grpSpPr>
              <a:xfrm rot="691039">
                <a:off x="6318192" y="1706463"/>
                <a:ext cx="311612" cy="201655"/>
                <a:chOff x="1190625" y="1167600"/>
                <a:chExt cx="5228350" cy="3383475"/>
              </a:xfrm>
            </p:grpSpPr>
            <p:sp>
              <p:nvSpPr>
                <p:cNvPr id="38" name="Google Shape;4972;p84"/>
                <p:cNvSpPr/>
                <p:nvPr/>
              </p:nvSpPr>
              <p:spPr>
                <a:xfrm>
                  <a:off x="1190625" y="3012500"/>
                  <a:ext cx="1538550" cy="1538575"/>
                </a:xfrm>
                <a:custGeom>
                  <a:avLst/>
                  <a:gdLst/>
                  <a:ahLst/>
                  <a:cxnLst/>
                  <a:rect l="l" t="t" r="r" b="b"/>
                  <a:pathLst>
                    <a:path w="61542" h="61543" extrusionOk="0">
                      <a:moveTo>
                        <a:pt x="35231" y="11508"/>
                      </a:moveTo>
                      <a:cubicBezTo>
                        <a:pt x="36800" y="11508"/>
                        <a:pt x="38368" y="12108"/>
                        <a:pt x="39557" y="13309"/>
                      </a:cubicBezTo>
                      <a:cubicBezTo>
                        <a:pt x="41959" y="15711"/>
                        <a:pt x="41959" y="19583"/>
                        <a:pt x="39557" y="21985"/>
                      </a:cubicBezTo>
                      <a:lnTo>
                        <a:pt x="30783" y="30759"/>
                      </a:lnTo>
                      <a:lnTo>
                        <a:pt x="39557" y="39558"/>
                      </a:lnTo>
                      <a:cubicBezTo>
                        <a:pt x="41959" y="41960"/>
                        <a:pt x="41959" y="45832"/>
                        <a:pt x="39557" y="48234"/>
                      </a:cubicBezTo>
                      <a:cubicBezTo>
                        <a:pt x="38368" y="49423"/>
                        <a:pt x="36800" y="50017"/>
                        <a:pt x="35231" y="50017"/>
                      </a:cubicBezTo>
                      <a:cubicBezTo>
                        <a:pt x="33663" y="50017"/>
                        <a:pt x="32094" y="49423"/>
                        <a:pt x="30906" y="48234"/>
                      </a:cubicBezTo>
                      <a:lnTo>
                        <a:pt x="17769" y="35097"/>
                      </a:lnTo>
                      <a:cubicBezTo>
                        <a:pt x="15392" y="32720"/>
                        <a:pt x="15392" y="28823"/>
                        <a:pt x="17769" y="26446"/>
                      </a:cubicBezTo>
                      <a:lnTo>
                        <a:pt x="30906" y="13309"/>
                      </a:lnTo>
                      <a:cubicBezTo>
                        <a:pt x="32094" y="12108"/>
                        <a:pt x="33663" y="11508"/>
                        <a:pt x="35231" y="11508"/>
                      </a:cubicBezTo>
                      <a:close/>
                      <a:moveTo>
                        <a:pt x="6127" y="1"/>
                      </a:moveTo>
                      <a:cubicBezTo>
                        <a:pt x="2745" y="1"/>
                        <a:pt x="0" y="2746"/>
                        <a:pt x="0" y="6128"/>
                      </a:cubicBezTo>
                      <a:lnTo>
                        <a:pt x="0" y="55415"/>
                      </a:lnTo>
                      <a:cubicBezTo>
                        <a:pt x="0" y="58797"/>
                        <a:pt x="2745" y="61542"/>
                        <a:pt x="6127" y="61542"/>
                      </a:cubicBezTo>
                      <a:lnTo>
                        <a:pt x="55414" y="61542"/>
                      </a:lnTo>
                      <a:cubicBezTo>
                        <a:pt x="58797" y="61542"/>
                        <a:pt x="61542" y="58797"/>
                        <a:pt x="61542" y="55415"/>
                      </a:cubicBezTo>
                      <a:lnTo>
                        <a:pt x="61542" y="6128"/>
                      </a:lnTo>
                      <a:cubicBezTo>
                        <a:pt x="61542" y="2746"/>
                        <a:pt x="58797" y="1"/>
                        <a:pt x="554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973;p84"/>
                <p:cNvSpPr/>
                <p:nvPr/>
              </p:nvSpPr>
              <p:spPr>
                <a:xfrm>
                  <a:off x="3035500" y="3012500"/>
                  <a:ext cx="1538575" cy="1538575"/>
                </a:xfrm>
                <a:custGeom>
                  <a:avLst/>
                  <a:gdLst/>
                  <a:ahLst/>
                  <a:cxnLst/>
                  <a:rect l="l" t="t" r="r" b="b"/>
                  <a:pathLst>
                    <a:path w="61543" h="61543" extrusionOk="0">
                      <a:moveTo>
                        <a:pt x="43896" y="20184"/>
                      </a:moveTo>
                      <a:cubicBezTo>
                        <a:pt x="45465" y="20184"/>
                        <a:pt x="47033" y="20784"/>
                        <a:pt x="48234" y="21985"/>
                      </a:cubicBezTo>
                      <a:cubicBezTo>
                        <a:pt x="50636" y="24362"/>
                        <a:pt x="50636" y="28259"/>
                        <a:pt x="48234" y="30637"/>
                      </a:cubicBezTo>
                      <a:lnTo>
                        <a:pt x="35097" y="43773"/>
                      </a:lnTo>
                      <a:cubicBezTo>
                        <a:pt x="33909" y="44962"/>
                        <a:pt x="32346" y="45556"/>
                        <a:pt x="30781" y="45556"/>
                      </a:cubicBezTo>
                      <a:cubicBezTo>
                        <a:pt x="29215" y="45556"/>
                        <a:pt x="27647" y="44962"/>
                        <a:pt x="26446" y="43773"/>
                      </a:cubicBezTo>
                      <a:lnTo>
                        <a:pt x="13309" y="30637"/>
                      </a:lnTo>
                      <a:cubicBezTo>
                        <a:pt x="10932" y="28235"/>
                        <a:pt x="10932" y="24362"/>
                        <a:pt x="13309" y="21985"/>
                      </a:cubicBezTo>
                      <a:cubicBezTo>
                        <a:pt x="14510" y="20784"/>
                        <a:pt x="16079" y="20184"/>
                        <a:pt x="17647" y="20184"/>
                      </a:cubicBezTo>
                      <a:cubicBezTo>
                        <a:pt x="19216" y="20184"/>
                        <a:pt x="20784" y="20784"/>
                        <a:pt x="21985" y="21985"/>
                      </a:cubicBezTo>
                      <a:lnTo>
                        <a:pt x="30784" y="30759"/>
                      </a:lnTo>
                      <a:lnTo>
                        <a:pt x="39558" y="21985"/>
                      </a:lnTo>
                      <a:cubicBezTo>
                        <a:pt x="40759" y="20784"/>
                        <a:pt x="42328" y="20184"/>
                        <a:pt x="43896" y="20184"/>
                      </a:cubicBezTo>
                      <a:close/>
                      <a:moveTo>
                        <a:pt x="6128" y="1"/>
                      </a:moveTo>
                      <a:cubicBezTo>
                        <a:pt x="2746" y="1"/>
                        <a:pt x="1" y="2746"/>
                        <a:pt x="1" y="6128"/>
                      </a:cubicBezTo>
                      <a:lnTo>
                        <a:pt x="1" y="55415"/>
                      </a:lnTo>
                      <a:cubicBezTo>
                        <a:pt x="1" y="58797"/>
                        <a:pt x="2746" y="61542"/>
                        <a:pt x="6128" y="61542"/>
                      </a:cubicBezTo>
                      <a:lnTo>
                        <a:pt x="55415" y="61542"/>
                      </a:lnTo>
                      <a:cubicBezTo>
                        <a:pt x="58797" y="61542"/>
                        <a:pt x="61542" y="58797"/>
                        <a:pt x="61542" y="55415"/>
                      </a:cubicBezTo>
                      <a:lnTo>
                        <a:pt x="61542" y="6128"/>
                      </a:lnTo>
                      <a:cubicBezTo>
                        <a:pt x="61542" y="2746"/>
                        <a:pt x="58797" y="1"/>
                        <a:pt x="55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974;p84"/>
                <p:cNvSpPr/>
                <p:nvPr/>
              </p:nvSpPr>
              <p:spPr>
                <a:xfrm>
                  <a:off x="3035500" y="1167600"/>
                  <a:ext cx="1538575" cy="1538575"/>
                </a:xfrm>
                <a:custGeom>
                  <a:avLst/>
                  <a:gdLst/>
                  <a:ahLst/>
                  <a:cxnLst/>
                  <a:rect l="l" t="t" r="r" b="b"/>
                  <a:pathLst>
                    <a:path w="61543" h="61543" extrusionOk="0">
                      <a:moveTo>
                        <a:pt x="30781" y="15968"/>
                      </a:moveTo>
                      <a:cubicBezTo>
                        <a:pt x="32346" y="15968"/>
                        <a:pt x="33909" y="16569"/>
                        <a:pt x="35097" y="17770"/>
                      </a:cubicBezTo>
                      <a:lnTo>
                        <a:pt x="48234" y="30882"/>
                      </a:lnTo>
                      <a:cubicBezTo>
                        <a:pt x="50636" y="33284"/>
                        <a:pt x="50636" y="37156"/>
                        <a:pt x="48234" y="39558"/>
                      </a:cubicBezTo>
                      <a:cubicBezTo>
                        <a:pt x="47033" y="40759"/>
                        <a:pt x="45465" y="41359"/>
                        <a:pt x="43896" y="41359"/>
                      </a:cubicBezTo>
                      <a:cubicBezTo>
                        <a:pt x="42328" y="41359"/>
                        <a:pt x="40759" y="40759"/>
                        <a:pt x="39558" y="39558"/>
                      </a:cubicBezTo>
                      <a:lnTo>
                        <a:pt x="30784" y="30759"/>
                      </a:lnTo>
                      <a:lnTo>
                        <a:pt x="21985" y="39558"/>
                      </a:lnTo>
                      <a:cubicBezTo>
                        <a:pt x="20784" y="40759"/>
                        <a:pt x="19216" y="41359"/>
                        <a:pt x="17647" y="41359"/>
                      </a:cubicBezTo>
                      <a:cubicBezTo>
                        <a:pt x="16079" y="41359"/>
                        <a:pt x="14510" y="40759"/>
                        <a:pt x="13309" y="39558"/>
                      </a:cubicBezTo>
                      <a:cubicBezTo>
                        <a:pt x="10932" y="37156"/>
                        <a:pt x="10932" y="33284"/>
                        <a:pt x="13309" y="30882"/>
                      </a:cubicBezTo>
                      <a:lnTo>
                        <a:pt x="26446" y="17770"/>
                      </a:lnTo>
                      <a:cubicBezTo>
                        <a:pt x="27647" y="16569"/>
                        <a:pt x="29215" y="15968"/>
                        <a:pt x="30781" y="15968"/>
                      </a:cubicBezTo>
                      <a:close/>
                      <a:moveTo>
                        <a:pt x="6128" y="1"/>
                      </a:moveTo>
                      <a:cubicBezTo>
                        <a:pt x="2746" y="1"/>
                        <a:pt x="1" y="2746"/>
                        <a:pt x="1" y="6128"/>
                      </a:cubicBezTo>
                      <a:lnTo>
                        <a:pt x="1" y="55415"/>
                      </a:lnTo>
                      <a:cubicBezTo>
                        <a:pt x="1" y="58797"/>
                        <a:pt x="2746" y="61542"/>
                        <a:pt x="6128" y="61542"/>
                      </a:cubicBezTo>
                      <a:lnTo>
                        <a:pt x="55415" y="61542"/>
                      </a:lnTo>
                      <a:cubicBezTo>
                        <a:pt x="58797" y="61542"/>
                        <a:pt x="61542" y="58797"/>
                        <a:pt x="61542" y="55415"/>
                      </a:cubicBezTo>
                      <a:lnTo>
                        <a:pt x="61542" y="6128"/>
                      </a:lnTo>
                      <a:cubicBezTo>
                        <a:pt x="61542" y="2746"/>
                        <a:pt x="58797" y="1"/>
                        <a:pt x="55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975;p84"/>
                <p:cNvSpPr/>
                <p:nvPr/>
              </p:nvSpPr>
              <p:spPr>
                <a:xfrm>
                  <a:off x="4880400" y="3012500"/>
                  <a:ext cx="1538575" cy="1538575"/>
                </a:xfrm>
                <a:custGeom>
                  <a:avLst/>
                  <a:gdLst/>
                  <a:ahLst/>
                  <a:cxnLst/>
                  <a:rect l="l" t="t" r="r" b="b"/>
                  <a:pathLst>
                    <a:path w="61543" h="61543" extrusionOk="0">
                      <a:moveTo>
                        <a:pt x="26323" y="11508"/>
                      </a:moveTo>
                      <a:cubicBezTo>
                        <a:pt x="27892" y="11508"/>
                        <a:pt x="29460" y="12108"/>
                        <a:pt x="30661" y="13309"/>
                      </a:cubicBezTo>
                      <a:lnTo>
                        <a:pt x="43773" y="26446"/>
                      </a:lnTo>
                      <a:cubicBezTo>
                        <a:pt x="46175" y="28823"/>
                        <a:pt x="46175" y="32720"/>
                        <a:pt x="43773" y="35097"/>
                      </a:cubicBezTo>
                      <a:lnTo>
                        <a:pt x="30661" y="48234"/>
                      </a:lnTo>
                      <a:cubicBezTo>
                        <a:pt x="29460" y="49423"/>
                        <a:pt x="27892" y="50017"/>
                        <a:pt x="26323" y="50017"/>
                      </a:cubicBezTo>
                      <a:cubicBezTo>
                        <a:pt x="24755" y="50017"/>
                        <a:pt x="23186" y="49423"/>
                        <a:pt x="21985" y="48234"/>
                      </a:cubicBezTo>
                      <a:cubicBezTo>
                        <a:pt x="19583" y="45832"/>
                        <a:pt x="19583" y="41960"/>
                        <a:pt x="21985" y="39558"/>
                      </a:cubicBezTo>
                      <a:lnTo>
                        <a:pt x="30784" y="30759"/>
                      </a:lnTo>
                      <a:lnTo>
                        <a:pt x="21985" y="21985"/>
                      </a:lnTo>
                      <a:cubicBezTo>
                        <a:pt x="19583" y="19583"/>
                        <a:pt x="19583" y="15711"/>
                        <a:pt x="21985" y="13309"/>
                      </a:cubicBezTo>
                      <a:cubicBezTo>
                        <a:pt x="23186" y="12108"/>
                        <a:pt x="24755" y="11508"/>
                        <a:pt x="26323" y="11508"/>
                      </a:cubicBezTo>
                      <a:close/>
                      <a:moveTo>
                        <a:pt x="6128" y="1"/>
                      </a:moveTo>
                      <a:cubicBezTo>
                        <a:pt x="2746" y="1"/>
                        <a:pt x="1" y="2746"/>
                        <a:pt x="1" y="6128"/>
                      </a:cubicBezTo>
                      <a:lnTo>
                        <a:pt x="1" y="55415"/>
                      </a:lnTo>
                      <a:cubicBezTo>
                        <a:pt x="1" y="58797"/>
                        <a:pt x="2746" y="61542"/>
                        <a:pt x="6128" y="61542"/>
                      </a:cubicBezTo>
                      <a:lnTo>
                        <a:pt x="55415" y="61542"/>
                      </a:lnTo>
                      <a:cubicBezTo>
                        <a:pt x="58797" y="61542"/>
                        <a:pt x="61542" y="58797"/>
                        <a:pt x="61542" y="55415"/>
                      </a:cubicBezTo>
                      <a:lnTo>
                        <a:pt x="61542" y="6128"/>
                      </a:lnTo>
                      <a:cubicBezTo>
                        <a:pt x="61542" y="2746"/>
                        <a:pt x="58797" y="1"/>
                        <a:pt x="554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 name="Google Shape;4976;p84"/>
            <p:cNvSpPr/>
            <p:nvPr/>
          </p:nvSpPr>
          <p:spPr>
            <a:xfrm>
              <a:off x="7615675" y="4738650"/>
              <a:ext cx="842400" cy="250475"/>
            </a:xfrm>
            <a:custGeom>
              <a:avLst/>
              <a:gdLst/>
              <a:ahLst/>
              <a:cxnLst/>
              <a:rect l="l" t="t" r="r" b="b"/>
              <a:pathLst>
                <a:path w="33696" h="10019" extrusionOk="0">
                  <a:moveTo>
                    <a:pt x="33696" y="2240"/>
                  </a:moveTo>
                  <a:lnTo>
                    <a:pt x="0" y="10019"/>
                  </a:lnTo>
                  <a:lnTo>
                    <a:pt x="30851" y="0"/>
                  </a:lnTo>
                  <a:close/>
                </a:path>
              </a:pathLst>
            </a:custGeom>
            <a:solidFill>
              <a:schemeClr val="accent1"/>
            </a:solidFill>
            <a:ln>
              <a:noFill/>
            </a:ln>
          </p:spPr>
        </p:sp>
      </p:grpSp>
      <p:cxnSp>
        <p:nvCxnSpPr>
          <p:cNvPr id="55" name="Google Shape;4977;p84"/>
          <p:cNvCxnSpPr/>
          <p:nvPr/>
        </p:nvCxnSpPr>
        <p:spPr>
          <a:xfrm rot="10800000">
            <a:off x="-21287" y="1433400"/>
            <a:ext cx="3556800" cy="0"/>
          </a:xfrm>
          <a:prstGeom prst="straightConnector1">
            <a:avLst/>
          </a:prstGeom>
          <a:noFill/>
          <a:ln w="19050" cap="flat" cmpd="sng">
            <a:solidFill>
              <a:schemeClr val="accent1"/>
            </a:solidFill>
            <a:prstDash val="solid"/>
            <a:round/>
            <a:headEnd type="none" w="med" len="med"/>
            <a:tailEnd type="none" w="med" len="med"/>
          </a:ln>
        </p:spPr>
      </p:cxnSp>
      <p:grpSp>
        <p:nvGrpSpPr>
          <p:cNvPr id="56" name="Google Shape;4932;p84"/>
          <p:cNvGrpSpPr/>
          <p:nvPr/>
        </p:nvGrpSpPr>
        <p:grpSpPr>
          <a:xfrm>
            <a:off x="838200" y="2647950"/>
            <a:ext cx="599050" cy="599018"/>
            <a:chOff x="266768" y="1721375"/>
            <a:chExt cx="397907" cy="397887"/>
          </a:xfrm>
        </p:grpSpPr>
        <p:sp>
          <p:nvSpPr>
            <p:cNvPr id="57" name="Google Shape;4933;p84"/>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934;p84"/>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4935;p84"/>
          <p:cNvGrpSpPr/>
          <p:nvPr/>
        </p:nvGrpSpPr>
        <p:grpSpPr>
          <a:xfrm>
            <a:off x="1828800" y="2647950"/>
            <a:ext cx="598987" cy="599018"/>
            <a:chOff x="864491" y="1723250"/>
            <a:chExt cx="397866" cy="397887"/>
          </a:xfrm>
        </p:grpSpPr>
        <p:sp>
          <p:nvSpPr>
            <p:cNvPr id="60" name="Google Shape;4936;p84"/>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937;p84"/>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938;p84"/>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4927;p84"/>
          <p:cNvGrpSpPr/>
          <p:nvPr/>
        </p:nvGrpSpPr>
        <p:grpSpPr>
          <a:xfrm>
            <a:off x="2743200" y="2647950"/>
            <a:ext cx="599018" cy="599018"/>
            <a:chOff x="1379798" y="1723250"/>
            <a:chExt cx="397887" cy="397887"/>
          </a:xfrm>
        </p:grpSpPr>
        <p:sp>
          <p:nvSpPr>
            <p:cNvPr id="64" name="Google Shape;4928;p84"/>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4929;p84"/>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4930;p84"/>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4931;p84"/>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Electronic Sports Company Project Proposal by Slidesgo">
  <a:themeElements>
    <a:clrScheme name="Simple Light">
      <a:dk1>
        <a:srgbClr val="000000"/>
      </a:dk1>
      <a:lt1>
        <a:srgbClr val="241454"/>
      </a:lt1>
      <a:dk2>
        <a:srgbClr val="4E2CB3"/>
      </a:dk2>
      <a:lt2>
        <a:srgbClr val="5C2FDF"/>
      </a:lt2>
      <a:accent1>
        <a:srgbClr val="8EB8DE"/>
      </a:accent1>
      <a:accent2>
        <a:srgbClr val="4D4DD0"/>
      </a:accent2>
      <a:accent3>
        <a:srgbClr val="B961EB"/>
      </a:accent3>
      <a:accent4>
        <a:srgbClr val="F7743C"/>
      </a:accent4>
      <a:accent5>
        <a:srgbClr val="CB480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311</TotalTime>
  <Words>241</Words>
  <PresentationFormat>On-screen Show (16:9)</PresentationFormat>
  <Paragraphs>67</Paragraphs>
  <Slides>19</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Saira SemiCondensed ExtraBold</vt:lpstr>
      <vt:lpstr>Times New Roman</vt:lpstr>
      <vt:lpstr>Sylfaen</vt:lpstr>
      <vt:lpstr>Sora</vt:lpstr>
      <vt:lpstr>Arimo</vt:lpstr>
      <vt:lpstr>Roboto Condensed Light</vt:lpstr>
      <vt:lpstr>Electronic Sports Company Project Proposal by Slidesgo</vt:lpstr>
      <vt:lpstr>    Hungry Snake            An Interesting Game</vt:lpstr>
      <vt:lpstr>Slide 2</vt:lpstr>
      <vt:lpstr>Contents</vt:lpstr>
      <vt:lpstr>INTRODUCTION</vt:lpstr>
      <vt:lpstr>INTRODUCTION</vt:lpstr>
      <vt:lpstr>HISTORY</vt:lpstr>
      <vt:lpstr>HISTORY</vt:lpstr>
      <vt:lpstr>WHY  THIS GAME ?</vt:lpstr>
      <vt:lpstr>WHY THIS GAME?</vt:lpstr>
      <vt:lpstr>TECHNOLOGY AND SOFTWARES USED</vt:lpstr>
      <vt:lpstr>TECHNOLOGY AND SOFTWARE USED</vt:lpstr>
      <vt:lpstr>TECHNOLOGY AND SOFTWARE USED LIBRARY USED IN PYCHARM </vt:lpstr>
      <vt:lpstr>GAME  LOGIC</vt:lpstr>
      <vt:lpstr>Slide 14</vt:lpstr>
      <vt:lpstr>Slide 15</vt:lpstr>
      <vt:lpstr> CONCLUSION</vt:lpstr>
      <vt:lpstr>Slide 17</vt:lpstr>
      <vt:lpstr>References</vt:lpstr>
      <vt:lpstr>Thanks!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Hungry Snake            An Intresting Game</dc:title>
  <dc:creator>sarthak</dc:creator>
  <cp:lastModifiedBy>ADMIN</cp:lastModifiedBy>
  <cp:revision>33</cp:revision>
  <dcterms:modified xsi:type="dcterms:W3CDTF">2023-03-25T20:57:11Z</dcterms:modified>
</cp:coreProperties>
</file>